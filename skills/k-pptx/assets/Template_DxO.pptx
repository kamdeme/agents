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6"/>
  </p:notesMasterIdLst>
  <p:sldIdLst>
    <p:sldId id="256" r:id="rId5"/>
    <p:sldId id="257" r:id="rId4"/>
    <p:sldId id="258" r:id="rId3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8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281E5-568C-4EE3-8708-65D3235EF3F6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28713-A7F4-4CB8-8E02-A178B016F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38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k-pptx:help</a:t>
            </a:r>
          </a:p>
          <a:p>
            <a:r>
              <a:t>Generated by .agents/skills/k-pptx/scripts/make_help_slides.py — re-run it to refresh. Delete nothing by hand: the script replaces its own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3463" y="1305234"/>
            <a:ext cx="8232589" cy="1790700"/>
          </a:xfrm>
        </p:spPr>
        <p:txBody>
          <a:bodyPr anchor="b">
            <a:normAutofit/>
          </a:bodyPr>
          <a:lstStyle>
            <a:lvl1pPr algn="l">
              <a:defRPr sz="35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2026" y="3361693"/>
            <a:ext cx="4997885" cy="7479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7" name="Picture 4" descr="C:\Users\ChristineB\CLIENTS-MSO\ADRIEN\DXO\ppt_Christine\dxo-grand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733798"/>
            <a:ext cx="2755900" cy="103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2461" y="4241452"/>
            <a:ext cx="4997450" cy="39404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Roboto" panose="02000000000000000000" pitchFamily="2" charset="0"/>
              <a:buNone/>
              <a:tabLst/>
              <a:defRPr sz="1600">
                <a:latin typeface="+mj-lt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Roboto" panose="02000000000000000000" pitchFamily="2" charset="0"/>
              <a:buNone/>
              <a:tabLst/>
              <a:defRPr/>
            </a:pPr>
            <a:r>
              <a:rPr lang="en-GB" noProof="0" dirty="0"/>
              <a:t>Date | Author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84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re 1"/>
          <p:cNvSpPr>
            <a:spLocks noGrp="1"/>
          </p:cNvSpPr>
          <p:nvPr>
            <p:ph type="ctrTitle" hasCustomPrompt="1"/>
          </p:nvPr>
        </p:nvSpPr>
        <p:spPr>
          <a:xfrm>
            <a:off x="454882" y="2357148"/>
            <a:ext cx="7933542" cy="574642"/>
          </a:xfrm>
        </p:spPr>
        <p:txBody>
          <a:bodyPr anchor="b">
            <a:normAutofit/>
          </a:bodyPr>
          <a:lstStyle>
            <a:lvl1pPr>
              <a:defRPr sz="2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Subtitle</a:t>
            </a:r>
          </a:p>
        </p:txBody>
      </p:sp>
      <p:sp>
        <p:nvSpPr>
          <p:cNvPr id="6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54882" y="3283362"/>
            <a:ext cx="7933542" cy="6014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500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Additional information</a:t>
            </a:r>
          </a:p>
        </p:txBody>
      </p:sp>
      <p:pic>
        <p:nvPicPr>
          <p:cNvPr id="8" name="Picture 7" descr="C:\Users\ChristineB\CLIENTS-MSO\ADRIEN\DXO\ppt_Christine\dxo-peti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718" y="4825712"/>
            <a:ext cx="649287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42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06" y="273844"/>
            <a:ext cx="8460000" cy="640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88937" y="1083414"/>
            <a:ext cx="8460000" cy="352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C:\Users\ChristineB\CLIENTS-MSO\ADRIEN\DXO\ppt_Christine\dxo-peti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718" y="4825712"/>
            <a:ext cx="649287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68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06" y="273844"/>
            <a:ext cx="8460000" cy="640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88937" y="1083414"/>
            <a:ext cx="8460000" cy="3528000"/>
          </a:xfrm>
          <a:prstGeom prst="rect">
            <a:avLst/>
          </a:prstGeom>
        </p:spPr>
        <p:txBody>
          <a:bodyPr/>
          <a:lstStyle>
            <a:lvl1pPr marL="266700" indent="-266700">
              <a:buFont typeface="+mj-lt"/>
              <a:buAutoNum type="arabicPeriod"/>
              <a:defRPr/>
            </a:lvl1pPr>
            <a:lvl2pPr marL="533400" indent="-266700">
              <a:buFont typeface="+mj-lt"/>
              <a:buAutoNum type="alphaLcPeriod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C:\Users\ChristineB\CLIENTS-MSO\ADRIEN\DXO\ppt_Christine\dxo-peti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718" y="4825712"/>
            <a:ext cx="649287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02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06" y="273844"/>
            <a:ext cx="8460000" cy="640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388938" y="1084263"/>
            <a:ext cx="4104000" cy="352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3"/>
          </p:nvPr>
        </p:nvSpPr>
        <p:spPr>
          <a:xfrm>
            <a:off x="4748830" y="1084263"/>
            <a:ext cx="4104000" cy="352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C:\Users\ChristineB\CLIENTS-MSO\ADRIEN\DXO\ppt_Christine\dxo-peti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718" y="4825712"/>
            <a:ext cx="649287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80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06" y="273844"/>
            <a:ext cx="8460000" cy="6405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C:\Users\ChristineB\CLIENTS-MSO\ADRIEN\DXO\ppt_Christine\dxo-peti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718" y="4825712"/>
            <a:ext cx="649287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87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C:\Users\ChristineB\CLIENTS-MSO\ADRIEN\DXO\ppt_Christine\dxo-petit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718" y="4825712"/>
            <a:ext cx="649287" cy="17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006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FF1B48-7544-4794-8572-588C55377FC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4" descr="C:\Users\ChristineB\CLIENTS-MSO\ADRIEN\DXO\ppt_Christine\dxo-grand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733798"/>
            <a:ext cx="2755900" cy="1033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454882" y="2380765"/>
            <a:ext cx="20377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kern="1200" noProof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Thank you!</a:t>
            </a:r>
            <a:endParaRPr lang="en-US" sz="2800" kern="1200" dirty="0">
              <a:solidFill>
                <a:schemeClr val="bg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2373485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306" y="273844"/>
            <a:ext cx="8460000" cy="640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06" y="1089764"/>
            <a:ext cx="8460000" cy="3542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7799" y="4819517"/>
            <a:ext cx="333985" cy="165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78FF1B48-7544-4794-8572-588C55377F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3" descr="C:\Users\ChristineB\CLIENTS-MSO\ADRIEN\DXO\ppt_Christine\ppt_DxO_new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7"/>
            <a:ext cx="96837" cy="5157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/>
          <p:cNvSpPr txBox="1"/>
          <p:nvPr userDrawn="1"/>
        </p:nvSpPr>
        <p:spPr>
          <a:xfrm>
            <a:off x="388306" y="4794595"/>
            <a:ext cx="2430152" cy="21544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© DxO Labs 2026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9360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3" r:id="rId3"/>
    <p:sldLayoutId id="2147483660" r:id="rId4"/>
    <p:sldLayoutId id="2147483655" r:id="rId5"/>
    <p:sldLayoutId id="2147483656" r:id="rId6"/>
    <p:sldLayoutId id="2147483657" r:id="rId7"/>
    <p:sldLayoutId id="2147483658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Roboto" panose="02000000000000000000" pitchFamily="2" charset="0"/>
        <a:buChar char="&gt;"/>
        <a:defRPr lang="en-US" sz="1800" kern="120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533400" indent="-2667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Roboto" panose="02000000000000000000" pitchFamily="2" charset="0"/>
        <a:buChar char="&gt;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94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Roboto" panose="02000000000000000000" pitchFamily="2" charset="0"/>
        <a:buChar char="&gt;"/>
        <a:defRPr lang="en-US" sz="14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2667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Roboto" panose="02000000000000000000" pitchFamily="2" charset="0"/>
        <a:buChar char="&gt;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46200" indent="-266700" algn="l" defTabSz="6858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Roboto" panose="02000000000000000000" pitchFamily="2" charset="0"/>
        <a:buChar char="&gt;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90" userDrawn="1">
          <p15:clr>
            <a:srgbClr val="F26B43"/>
          </p15:clr>
        </p15:guide>
        <p15:guide id="2" pos="24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55B8"/>
                </a:solidFill>
                <a:latin typeface="Maven Pro"/>
              </a:rPr>
              <a:t>Template cheat sheet — palette &amp;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Maven Pro"/>
              </a:rPr>
              <a:t>Hidden slide. It travels with the file so the rules never get lost. Regenerate with make_help_slides.py.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8229600" cy="0"/>
          </a:xfrm>
          <a:prstGeom prst="line">
            <a:avLst/>
          </a:prstGeom>
          <a:ln w="12700">
            <a:solidFill>
              <a:srgbClr val="005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Theme colours — the only legitimate source of a brand colour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99616"/>
            <a:ext cx="566928" cy="566928"/>
          </a:xfrm>
          <a:prstGeom prst="rect">
            <a:avLst/>
          </a:prstGeom>
          <a:solidFill>
            <a:srgbClr val="58595B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dk1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#58595B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499616"/>
            <a:ext cx="566928" cy="566928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4592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lt1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#FFFFFF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499616"/>
            <a:ext cx="566928" cy="566928"/>
          </a:xfrm>
          <a:prstGeom prst="rect">
            <a:avLst/>
          </a:prstGeom>
          <a:solidFill>
            <a:srgbClr val="000000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3464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dk2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#000000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499616"/>
            <a:ext cx="566928" cy="566928"/>
          </a:xfrm>
          <a:prstGeom prst="rect">
            <a:avLst/>
          </a:prstGeom>
          <a:solidFill>
            <a:srgbClr val="787878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2336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lt2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#787878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1499616"/>
            <a:ext cx="566928" cy="566928"/>
          </a:xfrm>
          <a:prstGeom prst="rect">
            <a:avLst/>
          </a:prstGeom>
          <a:solidFill>
            <a:srgbClr val="0055B8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208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accent1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#0055B8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499616"/>
            <a:ext cx="566928" cy="566928"/>
          </a:xfrm>
          <a:prstGeom prst="rect">
            <a:avLst/>
          </a:prstGeom>
          <a:solidFill>
            <a:srgbClr val="C0504D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accent2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4942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#C0504D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51176"/>
            <a:ext cx="566928" cy="566928"/>
          </a:xfrm>
          <a:prstGeom prst="rect">
            <a:avLst/>
          </a:prstGeom>
          <a:solidFill>
            <a:srgbClr val="9BBB59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accent3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#9BBB59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2551176"/>
            <a:ext cx="566928" cy="566928"/>
          </a:xfrm>
          <a:prstGeom prst="rect">
            <a:avLst/>
          </a:prstGeom>
          <a:solidFill>
            <a:srgbClr val="8064A2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64592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accent4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#8064A2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51176"/>
            <a:ext cx="566928" cy="566928"/>
          </a:xfrm>
          <a:prstGeom prst="rect">
            <a:avLst/>
          </a:prstGeom>
          <a:solidFill>
            <a:srgbClr val="4BACC6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83464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accent5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#4BACC6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551176"/>
            <a:ext cx="566928" cy="566928"/>
          </a:xfrm>
          <a:prstGeom prst="rect">
            <a:avLst/>
          </a:prstGeom>
          <a:solidFill>
            <a:srgbClr val="F79646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02336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accent6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#F79646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551176"/>
            <a:ext cx="566928" cy="566928"/>
          </a:xfrm>
          <a:prstGeom prst="rect">
            <a:avLst/>
          </a:prstGeom>
          <a:solidFill>
            <a:srgbClr val="0000FF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21208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hlink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#0000FF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551176"/>
            <a:ext cx="566928" cy="566928"/>
          </a:xfrm>
          <a:prstGeom prst="rect">
            <a:avLst/>
          </a:prstGeom>
          <a:solidFill>
            <a:srgbClr val="800080"/>
          </a:solidFill>
          <a:ln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0" y="3154680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595B"/>
                </a:solidFill>
                <a:latin typeface="Maven Pro"/>
              </a:rPr>
              <a:t>folHlink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300984"/>
            <a:ext cx="10241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7F7F7F"/>
                </a:solidFill>
                <a:latin typeface="Maven Pro"/>
              </a:rPr>
              <a:t>#800080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3712463"/>
            <a:ext cx="8229600" cy="0"/>
          </a:xfrm>
          <a:prstGeom prst="line">
            <a:avLst/>
          </a:prstGeom>
          <a:ln w="12700">
            <a:solidFill>
              <a:srgbClr val="005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3858768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Fonts — Maven Pro · Roboto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133087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95B"/>
                </a:solidFill>
                <a:latin typeface="Consolas"/>
              </a:rPr>
              <a:t>Level 1    18 pt           +mn-lt              marL=266700  bullet=&gt;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334255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95B"/>
                </a:solidFill>
                <a:latin typeface="Consolas"/>
              </a:rPr>
              <a:t>Level 2    16 pt           +mn-lt              marL=533400  bullet=&gt;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535423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95B"/>
                </a:solidFill>
                <a:latin typeface="Consolas"/>
              </a:rPr>
              <a:t>Level 3    14 pt           +mn-lt              marL=812800  bullet=&gt;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736591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95B"/>
                </a:solidFill>
                <a:latin typeface="Consolas"/>
              </a:rPr>
              <a:t>Level 4    12 pt           +mn-lt              marL=1079500  bullet=&gt;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937759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95B"/>
                </a:solidFill>
                <a:latin typeface="Consolas"/>
              </a:rPr>
              <a:t>Level 5    12 pt           +mn-lt              marL=1346200  bullet=&gt;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138927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8595B"/>
                </a:solidFill>
                <a:latin typeface="Consolas"/>
              </a:rPr>
              <a:t>Level 6    13.5 pt         +mn-lt              marL=1885950  bullet=•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340095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0055B8"/>
                </a:solidFill>
                <a:latin typeface="Maven Pro"/>
              </a:rPr>
              <a:t>If every marL is 0, this template carries hierarchy by SIZE ONLY: set marL/indent yourself and add a bullet glyph, or indentation is invisible on screen.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55B8"/>
                </a:solidFill>
                <a:latin typeface="Maven Pro"/>
              </a:rPr>
              <a:t>Layout inventory (1/1) — name, then placeholder idx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Maven Pro"/>
              </a:rPr>
              <a:t>Use the exact name in a slide's `layout:` field. Placeholder idx values are NOT in reading order — pair them by coordinates (inspect_template.py prints those).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8229600" cy="0"/>
          </a:xfrm>
          <a:prstGeom prst="line">
            <a:avLst/>
          </a:prstGeom>
          <a:ln w="12700">
            <a:solidFill>
              <a:srgbClr val="005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00329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0:CENTER_TITLE, 1:SUBTITLE, 13:BODY, 15:SLIDE_NUMBER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206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Subtitle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7239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0:CENTER_TITLE, 1:SUBTITLE, 11:SLIDE_NUMBER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9116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Title and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415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11:SLIDE_NUMBER, 12:OBJECT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6027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Title and Numbered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106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11:SLIDE_NUMBER, 12:OBJECT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2937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Picture Portrait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7971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11:SLIDE_NUMBER, 12:OBJECT, 13:OBJECT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59848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Title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34881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0:TITLE, 11:SLIDE_NUMBER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86758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Blank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6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11:SLIDE_NUMBER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13669"/>
            <a:ext cx="8229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870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Consolas"/>
              </a:rPr>
              <a:t>11:SLIDE_NUMBER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55B8"/>
                </a:solidFill>
                <a:latin typeface="Maven Pro"/>
              </a:rPr>
              <a:t>How to drive this template — grammar &amp;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6809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F7F7F"/>
                </a:solidFill>
                <a:latin typeface="Maven Pro"/>
              </a:rPr>
              <a:t>One slide = one markdown file. Python places, never writes. Full contract: .agents/skills/k-pptx/SKILL.md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078992"/>
            <a:ext cx="8229600" cy="0"/>
          </a:xfrm>
          <a:prstGeom prst="line">
            <a:avLst/>
          </a:prstGeom>
          <a:ln w="12700">
            <a:solidFill>
              <a:srgbClr val="005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225295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1">
                <a:solidFill>
                  <a:srgbClr val="0055B8"/>
                </a:solidFill>
                <a:latin typeface="Maven Pro"/>
              </a:rPr>
              <a:t># front-matter (real YAML)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61907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---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851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layout: Double bloc de texte   # exact layout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3513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part: III · The mission       # breadcrumb, optional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71741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title: What this slide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835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figure: value_loop             # or image: ../path.png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4496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caption: source, method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81575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quote: a pull quote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1818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---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5479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91409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1">
                <a:solidFill>
                  <a:srgbClr val="0055B8"/>
                </a:solidFill>
                <a:latin typeface="Maven Pro"/>
              </a:rPr>
              <a:t>#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280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- A main idea                 level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6463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  - a qualifier               level 1 (2 spaces)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01243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- date | label                cells, split on ' | 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37855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7446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1">
                <a:solidFill>
                  <a:srgbClr val="0055B8"/>
                </a:solidFill>
                <a:latin typeface="Maven Pro"/>
              </a:rPr>
              <a:t>## Named block                a column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11077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1">
                <a:solidFill>
                  <a:srgbClr val="0055B8"/>
                </a:solidFill>
                <a:latin typeface="Maven Pro"/>
              </a:rPr>
              <a:t>## Notes                      speaker notes, never shown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47689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843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1">
                <a:solidFill>
                  <a:srgbClr val="0055B8"/>
                </a:solidFill>
                <a:latin typeface="Maven Pro"/>
              </a:rPr>
              <a:t># inline emphasis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20911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**strong**  __accent__  *stress*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57523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9413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1">
                <a:solidFill>
                  <a:srgbClr val="0055B8"/>
                </a:solidFill>
                <a:latin typeface="Maven Pro"/>
              </a:rPr>
              <a:t># hard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30745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two bullet levels max — a third means two ideas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67357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nothing projected below 16 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0396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6" b="0">
                <a:solidFill>
                  <a:srgbClr val="58595B"/>
                </a:solidFill>
                <a:latin typeface="Consolas"/>
              </a:rPr>
              <a:t>numbers in filenames are sort keys, not page 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1225295"/>
            <a:ext cx="393192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8595B"/>
                </a:solidFill>
                <a:latin typeface="Maven Pro"/>
              </a:rPr>
              <a:t>Archetypes worth repeating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146288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1584643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title, author, entity, dates — host logo most visible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175986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Sommaire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188162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level-1 titles only, no page 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2056843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Statement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2178605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one idea, large type, nothing else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235382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Two columns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47558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a comparison, a rule at the gutter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2650805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Figure + takeaway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277256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a drawn diagram, one sentence under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947787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Image + one 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3069549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full-bleed, treated to the house palette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324476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Object + satellites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336653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a centred visual spine, text blocks around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3541749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Table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3663511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a real table, readable during questions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383873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Timeline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3960493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date | label per entry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4135711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58595B"/>
                </a:solidFill>
                <a:latin typeface="Maven Pro"/>
              </a:rPr>
              <a:t>·  Conclusion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25747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Maven Pro"/>
              </a:rPr>
              <a:t>   synthesis plus an opening; stays on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DxO">
      <a:dk1>
        <a:srgbClr val="58595B"/>
      </a:dk1>
      <a:lt1>
        <a:srgbClr val="FFFFFF"/>
      </a:lt1>
      <a:dk2>
        <a:srgbClr val="000000"/>
      </a:dk2>
      <a:lt2>
        <a:srgbClr val="787878"/>
      </a:lt2>
      <a:accent1>
        <a:srgbClr val="0055B8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xO">
      <a:majorFont>
        <a:latin typeface="Maven Pr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3E7F6531-88DE-4735-B499-61DD1FDAF67A}" vid="{245127DA-A5A4-47FA-8C1A-1E7F2EE62E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</TotalTime>
  <Words>19</Words>
  <Application>Microsoft Office PowerPoint</Application>
  <PresentationFormat>On-screen Show (16:9)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Maven Pro</vt:lpstr>
      <vt:lpstr>Roboto</vt:lpstr>
      <vt:lpstr>Thème Office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Ivann Kamdem Pouokam</dc:creator>
  <cp:lastModifiedBy>Ivann Kamdem Pouokam</cp:lastModifiedBy>
  <cp:revision>1</cp:revision>
  <dcterms:created xsi:type="dcterms:W3CDTF">2026-08-20T21:39:26Z</dcterms:created>
  <dcterms:modified xsi:type="dcterms:W3CDTF">2026-08-20T21:40:26Z</dcterms:modified>
</cp:coreProperties>
</file>