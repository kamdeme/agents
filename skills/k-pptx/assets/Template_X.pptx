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11.svg" ContentType="image/svg+xml"/>
  <Override PartName="/ppt/media/image2.svg" ContentType="image/svg+xml"/>
  <Override PartName="/ppt/media/image4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3"/>
  </p:notesMasterIdLst>
  <p:sldIdLst>
    <p:sldId id="622" r:id="rId5"/>
    <p:sldId id="624" r:id="rId6"/>
    <p:sldId id="647" r:id="rId7"/>
    <p:sldId id="648" r:id="rId22"/>
    <p:sldId id="649" r:id="rId21"/>
    <p:sldId id="650" r:id="rId20"/>
    <p:sldId id="651" r:id="rId19"/>
    <p:sldId id="652" r:id="rId18"/>
  </p:sldIdLst>
  <p:sldSz cx="12192000" cy="6858000"/>
  <p:notesSz cx="6858000" cy="9144000"/>
  <p:embeddedFontLst>
    <p:embeddedFont>
      <p:font typeface="Century Gothic" panose="020B0502020202020204" pitchFamily="34" charset="0"/>
      <p:regular r:id="rId24"/>
      <p:bold r:id="rId25"/>
      <p:italic r:id="rId26"/>
      <p:boldItalic r:id="rId27"/>
    </p:embeddedFont>
    <p:embeddedFont>
      <p:font typeface="Georgia" panose="02040502050405020303" pitchFamily="18" charset="0"/>
      <p:regular r:id="rId28"/>
      <p:bold r:id="rId29"/>
      <p:italic r:id="rId30"/>
      <p:boldItalic r:id="rId31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9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260" userDrawn="1">
          <p15:clr>
            <a:srgbClr val="A4A3A4"/>
          </p15:clr>
        </p15:guide>
        <p15:guide id="4" pos="61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154CEB-A4E5-0AD9-383D-C4020718E43F}" v="261" dt="2025-08-05T10:59:33.1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1094"/>
        <p:guide pos="3840"/>
        <p:guide orient="horz" pos="2260"/>
        <p:guide pos="619"/>
      </p:guideLst>
    </p:cSldViewPr>
  </p:slide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18" Type="http://schemas.openxmlformats.org/officeDocument/2006/relationships/slide" Target="slides/slide8.xml"/><Relationship Id="rId19" Type="http://schemas.openxmlformats.org/officeDocument/2006/relationships/slide" Target="slides/slide7.xml"/><Relationship Id="rId20" Type="http://schemas.openxmlformats.org/officeDocument/2006/relationships/slide" Target="slides/slide6.xml"/><Relationship Id="rId21" Type="http://schemas.openxmlformats.org/officeDocument/2006/relationships/slide" Target="slides/slide5.xml"/><Relationship Id="rId22" Type="http://schemas.openxmlformats.org/officeDocument/2006/relationships/slide" Target="slides/slide4.xml"/><Relationship Id="rId23" Type="http://schemas.openxmlformats.org/officeDocument/2006/relationships/notesMaster" Target="notesMasters/notesMaster1.xml"/><Relationship Id="rId24" Type="http://schemas.openxmlformats.org/officeDocument/2006/relationships/font" Target="fonts/font1.fntdata"/><Relationship Id="rId25" Type="http://schemas.openxmlformats.org/officeDocument/2006/relationships/font" Target="fonts/font2.fntdata"/><Relationship Id="rId26" Type="http://schemas.openxmlformats.org/officeDocument/2006/relationships/font" Target="fonts/font3.fntdata"/><Relationship Id="rId27" Type="http://schemas.openxmlformats.org/officeDocument/2006/relationships/font" Target="fonts/font4.fntdata"/><Relationship Id="rId28" Type="http://schemas.openxmlformats.org/officeDocument/2006/relationships/font" Target="fonts/font5.fntdata"/><Relationship Id="rId29" Type="http://schemas.openxmlformats.org/officeDocument/2006/relationships/font" Target="fonts/font6.fntdata"/><Relationship Id="rId30" Type="http://schemas.openxmlformats.org/officeDocument/2006/relationships/font" Target="fonts/font7.fntdata"/><Relationship Id="rId31" Type="http://schemas.openxmlformats.org/officeDocument/2006/relationships/font" Target="fonts/font8.fntdata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6/11/relationships/changesInfo" Target="changesInfos/changesInfo1.xml"/><Relationship Id="rId3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n Kamdem Pouokam" userId="S::ivann.kamdem-pouokam@polytechnique.edu::05fbe8a4-e0e0-4557-9192-ea98dd7e40c1" providerId="AD" clId="Web-{BC154CEB-A4E5-0AD9-383D-C4020718E43F}"/>
    <pc:docChg chg="addSld delSld modSld">
      <pc:chgData name="Ivann Kamdem Pouokam" userId="S::ivann.kamdem-pouokam@polytechnique.edu::05fbe8a4-e0e0-4557-9192-ea98dd7e40c1" providerId="AD" clId="Web-{BC154CEB-A4E5-0AD9-383D-C4020718E43F}" dt="2025-08-05T10:59:32.811" v="1837" actId="20577"/>
      <pc:docMkLst>
        <pc:docMk/>
      </pc:docMkLst>
      <pc:sldChg chg="modSp modNotes">
        <pc:chgData name="Ivann Kamdem Pouokam" userId="S::ivann.kamdem-pouokam@polytechnique.edu::05fbe8a4-e0e0-4557-9192-ea98dd7e40c1" providerId="AD" clId="Web-{BC154CEB-A4E5-0AD9-383D-C4020718E43F}" dt="2025-08-05T09:47:30.003" v="64"/>
        <pc:sldMkLst>
          <pc:docMk/>
          <pc:sldMk cId="3890278740" sldId="266"/>
        </pc:sldMkLst>
        <pc:spChg chg="mod">
          <ac:chgData name="Ivann Kamdem Pouokam" userId="S::ivann.kamdem-pouokam@polytechnique.edu::05fbe8a4-e0e0-4557-9192-ea98dd7e40c1" providerId="AD" clId="Web-{BC154CEB-A4E5-0AD9-383D-C4020718E43F}" dt="2025-08-05T09:46:03.016" v="24" actId="20577"/>
          <ac:spMkLst>
            <pc:docMk/>
            <pc:sldMk cId="3890278740" sldId="266"/>
            <ac:spMk id="4" creationId="{6C28B57B-CAB4-48A7-8155-083F90CF0D11}"/>
          </ac:spMkLst>
        </pc:spChg>
      </pc:sldChg>
      <pc:sldChg chg="modSp">
        <pc:chgData name="Ivann Kamdem Pouokam" userId="S::ivann.kamdem-pouokam@polytechnique.edu::05fbe8a4-e0e0-4557-9192-ea98dd7e40c1" providerId="AD" clId="Web-{BC154CEB-A4E5-0AD9-383D-C4020718E43F}" dt="2025-08-05T09:45:17.358" v="7" actId="20577"/>
        <pc:sldMkLst>
          <pc:docMk/>
          <pc:sldMk cId="2815911437" sldId="299"/>
        </pc:sldMkLst>
        <pc:spChg chg="mod">
          <ac:chgData name="Ivann Kamdem Pouokam" userId="S::ivann.kamdem-pouokam@polytechnique.edu::05fbe8a4-e0e0-4557-9192-ea98dd7e40c1" providerId="AD" clId="Web-{BC154CEB-A4E5-0AD9-383D-C4020718E43F}" dt="2025-08-05T09:45:12.905" v="5" actId="20577"/>
          <ac:spMkLst>
            <pc:docMk/>
            <pc:sldMk cId="2815911437" sldId="299"/>
            <ac:spMk id="75" creationId="{D32556E9-C78C-4F07-9B35-F86BA6A97E58}"/>
          </ac:spMkLst>
        </pc:spChg>
        <pc:spChg chg="mod">
          <ac:chgData name="Ivann Kamdem Pouokam" userId="S::ivann.kamdem-pouokam@polytechnique.edu::05fbe8a4-e0e0-4557-9192-ea98dd7e40c1" providerId="AD" clId="Web-{BC154CEB-A4E5-0AD9-383D-C4020718E43F}" dt="2025-08-05T09:44:44.685" v="3" actId="20577"/>
          <ac:spMkLst>
            <pc:docMk/>
            <pc:sldMk cId="2815911437" sldId="299"/>
            <ac:spMk id="76" creationId="{5283DF5F-8995-4E0A-8E96-8FC3A42CE685}"/>
          </ac:spMkLst>
        </pc:spChg>
        <pc:spChg chg="mod">
          <ac:chgData name="Ivann Kamdem Pouokam" userId="S::ivann.kamdem-pouokam@polytechnique.edu::05fbe8a4-e0e0-4557-9192-ea98dd7e40c1" providerId="AD" clId="Web-{BC154CEB-A4E5-0AD9-383D-C4020718E43F}" dt="2025-08-05T09:44:26.262" v="2" actId="20577"/>
          <ac:spMkLst>
            <pc:docMk/>
            <pc:sldMk cId="2815911437" sldId="299"/>
            <ac:spMk id="77" creationId="{19CAAE4C-D3E7-4ADD-AA6A-C60DE905073B}"/>
          </ac:spMkLst>
        </pc:spChg>
        <pc:spChg chg="mod">
          <ac:chgData name="Ivann Kamdem Pouokam" userId="S::ivann.kamdem-pouokam@polytechnique.edu::05fbe8a4-e0e0-4557-9192-ea98dd7e40c1" providerId="AD" clId="Web-{BC154CEB-A4E5-0AD9-383D-C4020718E43F}" dt="2025-08-05T09:45:17.358" v="7" actId="20577"/>
          <ac:spMkLst>
            <pc:docMk/>
            <pc:sldMk cId="2815911437" sldId="299"/>
            <ac:spMk id="78" creationId="{A0E9B9F2-1568-4A34-811B-09E1A90DBD8E}"/>
          </ac:spMkLst>
        </pc:spChg>
        <pc:spChg chg="mod">
          <ac:chgData name="Ivann Kamdem Pouokam" userId="S::ivann.kamdem-pouokam@polytechnique.edu::05fbe8a4-e0e0-4557-9192-ea98dd7e40c1" providerId="AD" clId="Web-{BC154CEB-A4E5-0AD9-383D-C4020718E43F}" dt="2025-08-05T09:45:15.389" v="6" actId="20577"/>
          <ac:spMkLst>
            <pc:docMk/>
            <pc:sldMk cId="2815911437" sldId="299"/>
            <ac:spMk id="79" creationId="{4AECF275-6F1D-4D0F-8B7B-49D5F374871F}"/>
          </ac:spMkLst>
        </pc:spChg>
      </pc:sldChg>
      <pc:sldChg chg="modSp">
        <pc:chgData name="Ivann Kamdem Pouokam" userId="S::ivann.kamdem-pouokam@polytechnique.edu::05fbe8a4-e0e0-4557-9192-ea98dd7e40c1" providerId="AD" clId="Web-{BC154CEB-A4E5-0AD9-383D-C4020718E43F}" dt="2025-08-05T09:43:14.321" v="1" actId="1076"/>
        <pc:sldMkLst>
          <pc:docMk/>
          <pc:sldMk cId="3518253075" sldId="653"/>
        </pc:sldMkLst>
        <pc:spChg chg="mod">
          <ac:chgData name="Ivann Kamdem Pouokam" userId="S::ivann.kamdem-pouokam@polytechnique.edu::05fbe8a4-e0e0-4557-9192-ea98dd7e40c1" providerId="AD" clId="Web-{BC154CEB-A4E5-0AD9-383D-C4020718E43F}" dt="2025-08-05T09:43:14.321" v="1" actId="1076"/>
          <ac:spMkLst>
            <pc:docMk/>
            <pc:sldMk cId="3518253075" sldId="653"/>
            <ac:spMk id="5" creationId="{00000000-0000-0000-0000-000000000000}"/>
          </ac:spMkLst>
        </pc:spChg>
        <pc:picChg chg="mod">
          <ac:chgData name="Ivann Kamdem Pouokam" userId="S::ivann.kamdem-pouokam@polytechnique.edu::05fbe8a4-e0e0-4557-9192-ea98dd7e40c1" providerId="AD" clId="Web-{BC154CEB-A4E5-0AD9-383D-C4020718E43F}" dt="2025-08-05T09:43:00.242" v="0" actId="1076"/>
          <ac:picMkLst>
            <pc:docMk/>
            <pc:sldMk cId="3518253075" sldId="653"/>
            <ac:picMk id="3" creationId="{CFDB7452-2EA5-FD31-CB9B-49BD8F0F430A}"/>
          </ac:picMkLst>
        </pc:picChg>
      </pc:sldChg>
      <pc:sldChg chg="modNotes">
        <pc:chgData name="Ivann Kamdem Pouokam" userId="S::ivann.kamdem-pouokam@polytechnique.edu::05fbe8a4-e0e0-4557-9192-ea98dd7e40c1" providerId="AD" clId="Web-{BC154CEB-A4E5-0AD9-383D-C4020718E43F}" dt="2025-08-05T09:59:28.413" v="828"/>
        <pc:sldMkLst>
          <pc:docMk/>
          <pc:sldMk cId="57161794" sldId="659"/>
        </pc:sldMkLst>
      </pc:sldChg>
      <pc:sldChg chg="modSp modNotes">
        <pc:chgData name="Ivann Kamdem Pouokam" userId="S::ivann.kamdem-pouokam@polytechnique.edu::05fbe8a4-e0e0-4557-9192-ea98dd7e40c1" providerId="AD" clId="Web-{BC154CEB-A4E5-0AD9-383D-C4020718E43F}" dt="2025-08-05T10:19:40.533" v="1350" actId="20577"/>
        <pc:sldMkLst>
          <pc:docMk/>
          <pc:sldMk cId="2270476668" sldId="661"/>
        </pc:sldMkLst>
        <pc:spChg chg="mod">
          <ac:chgData name="Ivann Kamdem Pouokam" userId="S::ivann.kamdem-pouokam@polytechnique.edu::05fbe8a4-e0e0-4557-9192-ea98dd7e40c1" providerId="AD" clId="Web-{BC154CEB-A4E5-0AD9-383D-C4020718E43F}" dt="2025-08-05T10:19:40.533" v="1350" actId="20577"/>
          <ac:spMkLst>
            <pc:docMk/>
            <pc:sldMk cId="2270476668" sldId="661"/>
            <ac:spMk id="4" creationId="{26702BDB-944A-0E28-D984-A41FB02C2A7A}"/>
          </ac:spMkLst>
        </pc:spChg>
      </pc:sldChg>
      <pc:sldChg chg="modSp modNotes">
        <pc:chgData name="Ivann Kamdem Pouokam" userId="S::ivann.kamdem-pouokam@polytechnique.edu::05fbe8a4-e0e0-4557-9192-ea98dd7e40c1" providerId="AD" clId="Web-{BC154CEB-A4E5-0AD9-383D-C4020718E43F}" dt="2025-08-05T10:19:25.298" v="1344" actId="20577"/>
        <pc:sldMkLst>
          <pc:docMk/>
          <pc:sldMk cId="1138712774" sldId="662"/>
        </pc:sldMkLst>
        <pc:spChg chg="mod">
          <ac:chgData name="Ivann Kamdem Pouokam" userId="S::ivann.kamdem-pouokam@polytechnique.edu::05fbe8a4-e0e0-4557-9192-ea98dd7e40c1" providerId="AD" clId="Web-{BC154CEB-A4E5-0AD9-383D-C4020718E43F}" dt="2025-08-05T10:19:25.298" v="1344" actId="20577"/>
          <ac:spMkLst>
            <pc:docMk/>
            <pc:sldMk cId="1138712774" sldId="662"/>
            <ac:spMk id="4" creationId="{3A4A43AE-5F1C-93B6-B134-562494609634}"/>
          </ac:spMkLst>
        </pc:spChg>
      </pc:sldChg>
      <pc:sldChg chg="modSp modNotes">
        <pc:chgData name="Ivann Kamdem Pouokam" userId="S::ivann.kamdem-pouokam@polytechnique.edu::05fbe8a4-e0e0-4557-9192-ea98dd7e40c1" providerId="AD" clId="Web-{BC154CEB-A4E5-0AD9-383D-C4020718E43F}" dt="2025-08-05T10:25:56.855" v="1511" actId="20577"/>
        <pc:sldMkLst>
          <pc:docMk/>
          <pc:sldMk cId="1189248340" sldId="663"/>
        </pc:sldMkLst>
        <pc:spChg chg="mod">
          <ac:chgData name="Ivann Kamdem Pouokam" userId="S::ivann.kamdem-pouokam@polytechnique.edu::05fbe8a4-e0e0-4557-9192-ea98dd7e40c1" providerId="AD" clId="Web-{BC154CEB-A4E5-0AD9-383D-C4020718E43F}" dt="2025-08-05T10:25:56.855" v="1511" actId="20577"/>
          <ac:spMkLst>
            <pc:docMk/>
            <pc:sldMk cId="1189248340" sldId="663"/>
            <ac:spMk id="4" creationId="{A8B1555F-4B54-5C70-3833-CE1BF8B2EFA2}"/>
          </ac:spMkLst>
        </pc:spChg>
      </pc:sldChg>
      <pc:sldChg chg="modSp">
        <pc:chgData name="Ivann Kamdem Pouokam" userId="S::ivann.kamdem-pouokam@polytechnique.edu::05fbe8a4-e0e0-4557-9192-ea98dd7e40c1" providerId="AD" clId="Web-{BC154CEB-A4E5-0AD9-383D-C4020718E43F}" dt="2025-08-05T10:25:50.949" v="1510" actId="20577"/>
        <pc:sldMkLst>
          <pc:docMk/>
          <pc:sldMk cId="3149158301" sldId="664"/>
        </pc:sldMkLst>
        <pc:spChg chg="mod">
          <ac:chgData name="Ivann Kamdem Pouokam" userId="S::ivann.kamdem-pouokam@polytechnique.edu::05fbe8a4-e0e0-4557-9192-ea98dd7e40c1" providerId="AD" clId="Web-{BC154CEB-A4E5-0AD9-383D-C4020718E43F}" dt="2025-08-05T10:25:50.949" v="1510" actId="20577"/>
          <ac:spMkLst>
            <pc:docMk/>
            <pc:sldMk cId="3149158301" sldId="664"/>
            <ac:spMk id="4" creationId="{054F8D8D-2825-4031-B71E-EA14DA817E80}"/>
          </ac:spMkLst>
        </pc:spChg>
      </pc:sldChg>
      <pc:sldChg chg="modSp">
        <pc:chgData name="Ivann Kamdem Pouokam" userId="S::ivann.kamdem-pouokam@polytechnique.edu::05fbe8a4-e0e0-4557-9192-ea98dd7e40c1" providerId="AD" clId="Web-{BC154CEB-A4E5-0AD9-383D-C4020718E43F}" dt="2025-08-05T10:26:58.512" v="1520" actId="20577"/>
        <pc:sldMkLst>
          <pc:docMk/>
          <pc:sldMk cId="3488617096" sldId="665"/>
        </pc:sldMkLst>
        <pc:spChg chg="mod">
          <ac:chgData name="Ivann Kamdem Pouokam" userId="S::ivann.kamdem-pouokam@polytechnique.edu::05fbe8a4-e0e0-4557-9192-ea98dd7e40c1" providerId="AD" clId="Web-{BC154CEB-A4E5-0AD9-383D-C4020718E43F}" dt="2025-08-05T10:26:58.512" v="1520" actId="20577"/>
          <ac:spMkLst>
            <pc:docMk/>
            <pc:sldMk cId="3488617096" sldId="665"/>
            <ac:spMk id="4" creationId="{E7DE8387-E6CE-1740-0FFD-E2072E0D5EB5}"/>
          </ac:spMkLst>
        </pc:spChg>
      </pc:sldChg>
      <pc:sldChg chg="del">
        <pc:chgData name="Ivann Kamdem Pouokam" userId="S::ivann.kamdem-pouokam@polytechnique.edu::05fbe8a4-e0e0-4557-9192-ea98dd7e40c1" providerId="AD" clId="Web-{BC154CEB-A4E5-0AD9-383D-C4020718E43F}" dt="2025-08-05T10:58:41.669" v="1824"/>
        <pc:sldMkLst>
          <pc:docMk/>
          <pc:sldMk cId="210353295" sldId="666"/>
        </pc:sldMkLst>
      </pc:sldChg>
      <pc:sldChg chg="del">
        <pc:chgData name="Ivann Kamdem Pouokam" userId="S::ivann.kamdem-pouokam@polytechnique.edu::05fbe8a4-e0e0-4557-9192-ea98dd7e40c1" providerId="AD" clId="Web-{BC154CEB-A4E5-0AD9-383D-C4020718E43F}" dt="2025-08-05T10:58:34.185" v="1823"/>
        <pc:sldMkLst>
          <pc:docMk/>
          <pc:sldMk cId="217661714" sldId="667"/>
        </pc:sldMkLst>
      </pc:sldChg>
      <pc:sldChg chg="addSp delSp modSp new mod modClrScheme chgLayout modNotes">
        <pc:chgData name="Ivann Kamdem Pouokam" userId="S::ivann.kamdem-pouokam@polytechnique.edu::05fbe8a4-e0e0-4557-9192-ea98dd7e40c1" providerId="AD" clId="Web-{BC154CEB-A4E5-0AD9-383D-C4020718E43F}" dt="2025-08-05T10:59:32.811" v="1837" actId="20577"/>
        <pc:sldMkLst>
          <pc:docMk/>
          <pc:sldMk cId="202302256" sldId="668"/>
        </pc:sldMkLst>
        <pc:spChg chg="mod ord">
          <ac:chgData name="Ivann Kamdem Pouokam" userId="S::ivann.kamdem-pouokam@polytechnique.edu::05fbe8a4-e0e0-4557-9192-ea98dd7e40c1" providerId="AD" clId="Web-{BC154CEB-A4E5-0AD9-383D-C4020718E43F}" dt="2025-08-05T10:38:56.180" v="1522"/>
          <ac:spMkLst>
            <pc:docMk/>
            <pc:sldMk cId="202302256" sldId="668"/>
            <ac:spMk id="2" creationId="{16D1EDD5-438D-FE8D-CC7F-FC8F29BA0E12}"/>
          </ac:spMkLst>
        </pc:spChg>
        <pc:spChg chg="mod ord">
          <ac:chgData name="Ivann Kamdem Pouokam" userId="S::ivann.kamdem-pouokam@polytechnique.edu::05fbe8a4-e0e0-4557-9192-ea98dd7e40c1" providerId="AD" clId="Web-{BC154CEB-A4E5-0AD9-383D-C4020718E43F}" dt="2025-08-05T10:39:08.180" v="1524" actId="20577"/>
          <ac:spMkLst>
            <pc:docMk/>
            <pc:sldMk cId="202302256" sldId="668"/>
            <ac:spMk id="3" creationId="{4460874E-52D0-324F-A41B-9FD74F72CDBA}"/>
          </ac:spMkLst>
        </pc:spChg>
        <pc:spChg chg="mod ord">
          <ac:chgData name="Ivann Kamdem Pouokam" userId="S::ivann.kamdem-pouokam@polytechnique.edu::05fbe8a4-e0e0-4557-9192-ea98dd7e40c1" providerId="AD" clId="Web-{BC154CEB-A4E5-0AD9-383D-C4020718E43F}" dt="2025-08-05T10:59:18.795" v="1827" actId="20577"/>
          <ac:spMkLst>
            <pc:docMk/>
            <pc:sldMk cId="202302256" sldId="668"/>
            <ac:spMk id="4" creationId="{7649F821-A399-3A65-26DD-6C4C891115DD}"/>
          </ac:spMkLst>
        </pc:spChg>
        <pc:spChg chg="add mod ord">
          <ac:chgData name="Ivann Kamdem Pouokam" userId="S::ivann.kamdem-pouokam@polytechnique.edu::05fbe8a4-e0e0-4557-9192-ea98dd7e40c1" providerId="AD" clId="Web-{BC154CEB-A4E5-0AD9-383D-C4020718E43F}" dt="2025-08-05T10:59:32.811" v="1837" actId="20577"/>
          <ac:spMkLst>
            <pc:docMk/>
            <pc:sldMk cId="202302256" sldId="668"/>
            <ac:spMk id="5" creationId="{58A3B680-3FFB-A623-30C8-218F0A74DC3F}"/>
          </ac:spMkLst>
        </pc:spChg>
        <pc:spChg chg="add del mod">
          <ac:chgData name="Ivann Kamdem Pouokam" userId="S::ivann.kamdem-pouokam@polytechnique.edu::05fbe8a4-e0e0-4557-9192-ea98dd7e40c1" providerId="AD" clId="Web-{BC154CEB-A4E5-0AD9-383D-C4020718E43F}" dt="2025-08-05T10:54:16.819" v="1600"/>
          <ac:spMkLst>
            <pc:docMk/>
            <pc:sldMk cId="202302256" sldId="668"/>
            <ac:spMk id="6" creationId="{67A83C6E-D151-65C3-6F53-2E16F4B4745D}"/>
          </ac:spMkLst>
        </pc:spChg>
        <pc:spChg chg="add mod">
          <ac:chgData name="Ivann Kamdem Pouokam" userId="S::ivann.kamdem-pouokam@polytechnique.edu::05fbe8a4-e0e0-4557-9192-ea98dd7e40c1" providerId="AD" clId="Web-{BC154CEB-A4E5-0AD9-383D-C4020718E43F}" dt="2025-08-05T10:55:00.414" v="1607" actId="1076"/>
          <ac:spMkLst>
            <pc:docMk/>
            <pc:sldMk cId="202302256" sldId="668"/>
            <ac:spMk id="7" creationId="{70013F27-CF2D-1B40-A1C4-6833429E8394}"/>
          </ac:spMkLst>
        </pc:spChg>
      </pc:sldChg>
    </pc:docChg>
  </pc:docChgLst>
  <pc:docChgLst>
    <pc:chgData name="Ivann Kamdem Pouokam" userId="05fbe8a4-e0e0-4557-9192-ea98dd7e40c1" providerId="ADAL" clId="{3B802DFE-40AA-4069-B7CE-2A9FCEDBCD62}"/>
    <pc:docChg chg="undo custSel addSld delSld modSld sldOrd">
      <pc:chgData name="Ivann Kamdem Pouokam" userId="05fbe8a4-e0e0-4557-9192-ea98dd7e40c1" providerId="ADAL" clId="{3B802DFE-40AA-4069-B7CE-2A9FCEDBCD62}" dt="2025-05-20T08:21:13.556" v="427" actId="20577"/>
      <pc:docMkLst>
        <pc:docMk/>
      </pc:docMkLst>
      <pc:sldChg chg="modSp mod ord">
        <pc:chgData name="Ivann Kamdem Pouokam" userId="05fbe8a4-e0e0-4557-9192-ea98dd7e40c1" providerId="ADAL" clId="{3B802DFE-40AA-4069-B7CE-2A9FCEDBCD62}" dt="2025-05-20T08:21:13.556" v="427" actId="20577"/>
        <pc:sldMkLst>
          <pc:docMk/>
          <pc:sldMk cId="3890278740" sldId="266"/>
        </pc:sldMkLst>
      </pc:sldChg>
      <pc:sldChg chg="del">
        <pc:chgData name="Ivann Kamdem Pouokam" userId="05fbe8a4-e0e0-4557-9192-ea98dd7e40c1" providerId="ADAL" clId="{3B802DFE-40AA-4069-B7CE-2A9FCEDBCD62}" dt="2025-05-19T13:01:58.961" v="8" actId="2696"/>
        <pc:sldMkLst>
          <pc:docMk/>
          <pc:sldMk cId="1489797180" sldId="290"/>
        </pc:sldMkLst>
      </pc:sldChg>
      <pc:sldChg chg="add del">
        <pc:chgData name="Ivann Kamdem Pouokam" userId="05fbe8a4-e0e0-4557-9192-ea98dd7e40c1" providerId="ADAL" clId="{3B802DFE-40AA-4069-B7CE-2A9FCEDBCD62}" dt="2025-05-20T08:19:12.283" v="291" actId="2696"/>
        <pc:sldMkLst>
          <pc:docMk/>
          <pc:sldMk cId="2661365644" sldId="292"/>
        </pc:sldMkLst>
      </pc:sldChg>
      <pc:sldChg chg="del">
        <pc:chgData name="Ivann Kamdem Pouokam" userId="05fbe8a4-e0e0-4557-9192-ea98dd7e40c1" providerId="ADAL" clId="{3B802DFE-40AA-4069-B7CE-2A9FCEDBCD62}" dt="2025-05-19T13:02:01.234" v="9" actId="2696"/>
        <pc:sldMkLst>
          <pc:docMk/>
          <pc:sldMk cId="2643578112" sldId="654"/>
        </pc:sldMkLst>
      </pc:sldChg>
      <pc:sldChg chg="modSp add mod">
        <pc:chgData name="Ivann Kamdem Pouokam" userId="05fbe8a4-e0e0-4557-9192-ea98dd7e40c1" providerId="ADAL" clId="{3B802DFE-40AA-4069-B7CE-2A9FCEDBCD62}" dt="2025-05-19T13:01:47.537" v="7" actId="20577"/>
        <pc:sldMkLst>
          <pc:docMk/>
          <pc:sldMk cId="2818455264" sldId="655"/>
        </pc:sldMkLst>
      </pc:sldChg>
      <pc:sldChg chg="modSp add mod">
        <pc:chgData name="Ivann Kamdem Pouokam" userId="05fbe8a4-e0e0-4557-9192-ea98dd7e40c1" providerId="ADAL" clId="{3B802DFE-40AA-4069-B7CE-2A9FCEDBCD62}" dt="2025-05-19T13:01:43.759" v="6" actId="20577"/>
        <pc:sldMkLst>
          <pc:docMk/>
          <pc:sldMk cId="2999942657" sldId="656"/>
        </pc:sldMkLst>
      </pc:sldChg>
      <pc:sldChg chg="add">
        <pc:chgData name="Ivann Kamdem Pouokam" userId="05fbe8a4-e0e0-4557-9192-ea98dd7e40c1" providerId="ADAL" clId="{3B802DFE-40AA-4069-B7CE-2A9FCEDBCD62}" dt="2025-05-19T13:32:00.248" v="12" actId="2890"/>
        <pc:sldMkLst>
          <pc:docMk/>
          <pc:sldMk cId="1564824956" sldId="657"/>
        </pc:sldMkLst>
      </pc:sldChg>
    </pc:docChg>
  </pc:docChgLst>
  <pc:docChgLst>
    <pc:chgData name="Ivann Kamdem Pouokam" userId="05fbe8a4-e0e0-4557-9192-ea98dd7e40c1" providerId="ADAL" clId="{083739AC-251A-4005-A9C3-641940C77DF9}"/>
    <pc:docChg chg="undo redo custSel addSld delSld modSld sldOrd">
      <pc:chgData name="Ivann Kamdem Pouokam" userId="05fbe8a4-e0e0-4557-9192-ea98dd7e40c1" providerId="ADAL" clId="{083739AC-251A-4005-A9C3-641940C77DF9}" dt="2025-07-26T15:50:21.840" v="844" actId="47"/>
      <pc:docMkLst>
        <pc:docMk/>
      </pc:docMkLst>
      <pc:sldChg chg="del">
        <pc:chgData name="Ivann Kamdem Pouokam" userId="05fbe8a4-e0e0-4557-9192-ea98dd7e40c1" providerId="ADAL" clId="{083739AC-251A-4005-A9C3-641940C77DF9}" dt="2025-07-26T15:50:21.840" v="844" actId="47"/>
        <pc:sldMkLst>
          <pc:docMk/>
          <pc:sldMk cId="1937313052" sldId="265"/>
        </pc:sldMkLst>
      </pc:sldChg>
      <pc:sldChg chg="modSp mod">
        <pc:chgData name="Ivann Kamdem Pouokam" userId="05fbe8a4-e0e0-4557-9192-ea98dd7e40c1" providerId="ADAL" clId="{083739AC-251A-4005-A9C3-641940C77DF9}" dt="2025-07-26T14:45:57.510" v="201" actId="5793"/>
        <pc:sldMkLst>
          <pc:docMk/>
          <pc:sldMk cId="3890278740" sldId="266"/>
        </pc:sldMkLst>
        <pc:spChg chg="mod">
          <ac:chgData name="Ivann Kamdem Pouokam" userId="05fbe8a4-e0e0-4557-9192-ea98dd7e40c1" providerId="ADAL" clId="{083739AC-251A-4005-A9C3-641940C77DF9}" dt="2025-07-26T14:33:16.676" v="62" actId="113"/>
          <ac:spMkLst>
            <pc:docMk/>
            <pc:sldMk cId="3890278740" sldId="266"/>
            <ac:spMk id="3" creationId="{A887318E-4515-4D81-BB2F-F5AFB97AE6C2}"/>
          </ac:spMkLst>
        </pc:spChg>
        <pc:spChg chg="mod">
          <ac:chgData name="Ivann Kamdem Pouokam" userId="05fbe8a4-e0e0-4557-9192-ea98dd7e40c1" providerId="ADAL" clId="{083739AC-251A-4005-A9C3-641940C77DF9}" dt="2025-07-26T14:45:57.510" v="201" actId="5793"/>
          <ac:spMkLst>
            <pc:docMk/>
            <pc:sldMk cId="3890278740" sldId="266"/>
            <ac:spMk id="4" creationId="{6C28B57B-CAB4-48A7-8155-083F90CF0D11}"/>
          </ac:spMkLst>
        </pc:spChg>
      </pc:sldChg>
      <pc:sldChg chg="del">
        <pc:chgData name="Ivann Kamdem Pouokam" userId="05fbe8a4-e0e0-4557-9192-ea98dd7e40c1" providerId="ADAL" clId="{083739AC-251A-4005-A9C3-641940C77DF9}" dt="2025-07-26T15:50:21.840" v="844" actId="47"/>
        <pc:sldMkLst>
          <pc:docMk/>
          <pc:sldMk cId="95579518" sldId="267"/>
        </pc:sldMkLst>
      </pc:sldChg>
      <pc:sldChg chg="del">
        <pc:chgData name="Ivann Kamdem Pouokam" userId="05fbe8a4-e0e0-4557-9192-ea98dd7e40c1" providerId="ADAL" clId="{083739AC-251A-4005-A9C3-641940C77DF9}" dt="2025-07-26T15:50:17.925" v="843" actId="47"/>
        <pc:sldMkLst>
          <pc:docMk/>
          <pc:sldMk cId="1888240595" sldId="268"/>
        </pc:sldMkLst>
      </pc:sldChg>
      <pc:sldChg chg="del">
        <pc:chgData name="Ivann Kamdem Pouokam" userId="05fbe8a4-e0e0-4557-9192-ea98dd7e40c1" providerId="ADAL" clId="{083739AC-251A-4005-A9C3-641940C77DF9}" dt="2025-07-26T15:50:17.925" v="843" actId="47"/>
        <pc:sldMkLst>
          <pc:docMk/>
          <pc:sldMk cId="3466144585" sldId="269"/>
        </pc:sldMkLst>
      </pc:sldChg>
      <pc:sldChg chg="del">
        <pc:chgData name="Ivann Kamdem Pouokam" userId="05fbe8a4-e0e0-4557-9192-ea98dd7e40c1" providerId="ADAL" clId="{083739AC-251A-4005-A9C3-641940C77DF9}" dt="2025-07-26T15:50:14.082" v="842" actId="47"/>
        <pc:sldMkLst>
          <pc:docMk/>
          <pc:sldMk cId="1197014650" sldId="273"/>
        </pc:sldMkLst>
      </pc:sldChg>
      <pc:sldChg chg="del">
        <pc:chgData name="Ivann Kamdem Pouokam" userId="05fbe8a4-e0e0-4557-9192-ea98dd7e40c1" providerId="ADAL" clId="{083739AC-251A-4005-A9C3-641940C77DF9}" dt="2025-07-26T15:50:14.082" v="842" actId="47"/>
        <pc:sldMkLst>
          <pc:docMk/>
          <pc:sldMk cId="3158331751" sldId="274"/>
        </pc:sldMkLst>
      </pc:sldChg>
      <pc:sldChg chg="del">
        <pc:chgData name="Ivann Kamdem Pouokam" userId="05fbe8a4-e0e0-4557-9192-ea98dd7e40c1" providerId="ADAL" clId="{083739AC-251A-4005-A9C3-641940C77DF9}" dt="2025-07-26T15:50:14.082" v="842" actId="47"/>
        <pc:sldMkLst>
          <pc:docMk/>
          <pc:sldMk cId="1259371455" sldId="275"/>
        </pc:sldMkLst>
      </pc:sldChg>
      <pc:sldChg chg="del">
        <pc:chgData name="Ivann Kamdem Pouokam" userId="05fbe8a4-e0e0-4557-9192-ea98dd7e40c1" providerId="ADAL" clId="{083739AC-251A-4005-A9C3-641940C77DF9}" dt="2025-07-26T15:50:14.082" v="842" actId="47"/>
        <pc:sldMkLst>
          <pc:docMk/>
          <pc:sldMk cId="2202413423" sldId="276"/>
        </pc:sldMkLst>
      </pc:sldChg>
      <pc:sldChg chg="del">
        <pc:chgData name="Ivann Kamdem Pouokam" userId="05fbe8a4-e0e0-4557-9192-ea98dd7e40c1" providerId="ADAL" clId="{083739AC-251A-4005-A9C3-641940C77DF9}" dt="2025-07-26T15:50:09.202" v="841" actId="47"/>
        <pc:sldMkLst>
          <pc:docMk/>
          <pc:sldMk cId="307701385" sldId="277"/>
        </pc:sldMkLst>
      </pc:sldChg>
      <pc:sldChg chg="del">
        <pc:chgData name="Ivann Kamdem Pouokam" userId="05fbe8a4-e0e0-4557-9192-ea98dd7e40c1" providerId="ADAL" clId="{083739AC-251A-4005-A9C3-641940C77DF9}" dt="2025-07-26T15:50:09.202" v="841" actId="47"/>
        <pc:sldMkLst>
          <pc:docMk/>
          <pc:sldMk cId="317093597" sldId="279"/>
        </pc:sldMkLst>
      </pc:sldChg>
      <pc:sldChg chg="del">
        <pc:chgData name="Ivann Kamdem Pouokam" userId="05fbe8a4-e0e0-4557-9192-ea98dd7e40c1" providerId="ADAL" clId="{083739AC-251A-4005-A9C3-641940C77DF9}" dt="2025-07-26T15:50:09.202" v="841" actId="47"/>
        <pc:sldMkLst>
          <pc:docMk/>
          <pc:sldMk cId="4157829672" sldId="280"/>
        </pc:sldMkLst>
      </pc:sldChg>
      <pc:sldChg chg="delSp modSp mod">
        <pc:chgData name="Ivann Kamdem Pouokam" userId="05fbe8a4-e0e0-4557-9192-ea98dd7e40c1" providerId="ADAL" clId="{083739AC-251A-4005-A9C3-641940C77DF9}" dt="2025-07-26T14:42:19.197" v="164" actId="478"/>
        <pc:sldMkLst>
          <pc:docMk/>
          <pc:sldMk cId="3269189590" sldId="288"/>
        </pc:sldMkLst>
        <pc:spChg chg="mod">
          <ac:chgData name="Ivann Kamdem Pouokam" userId="05fbe8a4-e0e0-4557-9192-ea98dd7e40c1" providerId="ADAL" clId="{083739AC-251A-4005-A9C3-641940C77DF9}" dt="2025-07-26T14:38:53.486" v="116" actId="20577"/>
          <ac:spMkLst>
            <pc:docMk/>
            <pc:sldMk cId="3269189590" sldId="288"/>
            <ac:spMk id="22" creationId="{7A11E9AA-7F02-40D8-9FB4-D91BF5E19193}"/>
          </ac:spMkLst>
        </pc:spChg>
        <pc:spChg chg="mod">
          <ac:chgData name="Ivann Kamdem Pouokam" userId="05fbe8a4-e0e0-4557-9192-ea98dd7e40c1" providerId="ADAL" clId="{083739AC-251A-4005-A9C3-641940C77DF9}" dt="2025-07-26T14:39:28.332" v="127" actId="1076"/>
          <ac:spMkLst>
            <pc:docMk/>
            <pc:sldMk cId="3269189590" sldId="288"/>
            <ac:spMk id="23" creationId="{91CA82AB-4DF6-423F-97F9-07A01FAFCA61}"/>
          </ac:spMkLst>
        </pc:spChg>
        <pc:spChg chg="mod">
          <ac:chgData name="Ivann Kamdem Pouokam" userId="05fbe8a4-e0e0-4557-9192-ea98dd7e40c1" providerId="ADAL" clId="{083739AC-251A-4005-A9C3-641940C77DF9}" dt="2025-07-26T14:42:16.959" v="163" actId="20577"/>
          <ac:spMkLst>
            <pc:docMk/>
            <pc:sldMk cId="3269189590" sldId="288"/>
            <ac:spMk id="24" creationId="{1CEDE6D3-275E-47AD-80DE-680F49875784}"/>
          </ac:spMkLst>
        </pc:spChg>
      </pc:sldChg>
      <pc:sldChg chg="delSp modSp mod">
        <pc:chgData name="Ivann Kamdem Pouokam" userId="05fbe8a4-e0e0-4557-9192-ea98dd7e40c1" providerId="ADAL" clId="{083739AC-251A-4005-A9C3-641940C77DF9}" dt="2025-07-26T14:42:04.330" v="158" actId="478"/>
        <pc:sldMkLst>
          <pc:docMk/>
          <pc:sldMk cId="3259713332" sldId="289"/>
        </pc:sldMkLst>
        <pc:spChg chg="mod">
          <ac:chgData name="Ivann Kamdem Pouokam" userId="05fbe8a4-e0e0-4557-9192-ea98dd7e40c1" providerId="ADAL" clId="{083739AC-251A-4005-A9C3-641940C77DF9}" dt="2025-07-26T14:35:33.060" v="107" actId="27636"/>
          <ac:spMkLst>
            <pc:docMk/>
            <pc:sldMk cId="3259713332" sldId="289"/>
            <ac:spMk id="3" creationId="{1C777FA5-F3B5-43C0-8F30-808F7A748C9E}"/>
          </ac:spMkLst>
        </pc:spChg>
        <pc:spChg chg="mod">
          <ac:chgData name="Ivann Kamdem Pouokam" userId="05fbe8a4-e0e0-4557-9192-ea98dd7e40c1" providerId="ADAL" clId="{083739AC-251A-4005-A9C3-641940C77DF9}" dt="2025-07-26T14:42:02.201" v="157" actId="20577"/>
          <ac:spMkLst>
            <pc:docMk/>
            <pc:sldMk cId="3259713332" sldId="289"/>
            <ac:spMk id="4" creationId="{60AA3243-A5AC-415E-B0E6-2F565C06F632}"/>
          </ac:spMkLst>
        </pc:spChg>
      </pc:sldChg>
      <pc:sldChg chg="del">
        <pc:chgData name="Ivann Kamdem Pouokam" userId="05fbe8a4-e0e0-4557-9192-ea98dd7e40c1" providerId="ADAL" clId="{083739AC-251A-4005-A9C3-641940C77DF9}" dt="2025-07-26T15:50:09.202" v="841" actId="47"/>
        <pc:sldMkLst>
          <pc:docMk/>
          <pc:sldMk cId="1257545674" sldId="293"/>
        </pc:sldMkLst>
      </pc:sldChg>
      <pc:sldChg chg="del">
        <pc:chgData name="Ivann Kamdem Pouokam" userId="05fbe8a4-e0e0-4557-9192-ea98dd7e40c1" providerId="ADAL" clId="{083739AC-251A-4005-A9C3-641940C77DF9}" dt="2025-07-26T14:32:13.991" v="50" actId="2696"/>
        <pc:sldMkLst>
          <pc:docMk/>
          <pc:sldMk cId="359205489" sldId="296"/>
        </pc:sldMkLst>
      </pc:sldChg>
      <pc:sldChg chg="del">
        <pc:chgData name="Ivann Kamdem Pouokam" userId="05fbe8a4-e0e0-4557-9192-ea98dd7e40c1" providerId="ADAL" clId="{083739AC-251A-4005-A9C3-641940C77DF9}" dt="2025-07-26T14:32:39.208" v="57" actId="2696"/>
        <pc:sldMkLst>
          <pc:docMk/>
          <pc:sldMk cId="4012794048" sldId="297"/>
        </pc:sldMkLst>
      </pc:sldChg>
      <pc:sldChg chg="del">
        <pc:chgData name="Ivann Kamdem Pouokam" userId="05fbe8a4-e0e0-4557-9192-ea98dd7e40c1" providerId="ADAL" clId="{083739AC-251A-4005-A9C3-641940C77DF9}" dt="2025-07-26T14:32:40.826" v="58" actId="2696"/>
        <pc:sldMkLst>
          <pc:docMk/>
          <pc:sldMk cId="3802190231" sldId="298"/>
        </pc:sldMkLst>
      </pc:sldChg>
      <pc:sldChg chg="modSp mod">
        <pc:chgData name="Ivann Kamdem Pouokam" userId="05fbe8a4-e0e0-4557-9192-ea98dd7e40c1" providerId="ADAL" clId="{083739AC-251A-4005-A9C3-641940C77DF9}" dt="2025-07-26T14:32:08.154" v="49" actId="113"/>
        <pc:sldMkLst>
          <pc:docMk/>
          <pc:sldMk cId="2815911437" sldId="299"/>
        </pc:sldMkLst>
        <pc:spChg chg="mod">
          <ac:chgData name="Ivann Kamdem Pouokam" userId="05fbe8a4-e0e0-4557-9192-ea98dd7e40c1" providerId="ADAL" clId="{083739AC-251A-4005-A9C3-641940C77DF9}" dt="2025-07-26T14:30:42.100" v="27" actId="113"/>
          <ac:spMkLst>
            <pc:docMk/>
            <pc:sldMk cId="2815911437" sldId="299"/>
            <ac:spMk id="67" creationId="{61BB9800-A516-4BCF-B0C0-0BB14552575A}"/>
          </ac:spMkLst>
        </pc:spChg>
        <pc:spChg chg="mod">
          <ac:chgData name="Ivann Kamdem Pouokam" userId="05fbe8a4-e0e0-4557-9192-ea98dd7e40c1" providerId="ADAL" clId="{083739AC-251A-4005-A9C3-641940C77DF9}" dt="2025-07-26T14:31:26.148" v="38" actId="113"/>
          <ac:spMkLst>
            <pc:docMk/>
            <pc:sldMk cId="2815911437" sldId="299"/>
            <ac:spMk id="68" creationId="{F4EEFE23-A580-45B7-B7D5-A56D9D31DCFF}"/>
          </ac:spMkLst>
        </pc:spChg>
        <pc:spChg chg="mod">
          <ac:chgData name="Ivann Kamdem Pouokam" userId="05fbe8a4-e0e0-4557-9192-ea98dd7e40c1" providerId="ADAL" clId="{083739AC-251A-4005-A9C3-641940C77DF9}" dt="2025-07-26T14:31:16.534" v="36" actId="27636"/>
          <ac:spMkLst>
            <pc:docMk/>
            <pc:sldMk cId="2815911437" sldId="299"/>
            <ac:spMk id="69" creationId="{89A2811F-5AE9-4392-B15B-491468237AAF}"/>
          </ac:spMkLst>
        </pc:spChg>
        <pc:spChg chg="mod">
          <ac:chgData name="Ivann Kamdem Pouokam" userId="05fbe8a4-e0e0-4557-9192-ea98dd7e40c1" providerId="ADAL" clId="{083739AC-251A-4005-A9C3-641940C77DF9}" dt="2025-07-26T14:31:55.818" v="46" actId="113"/>
          <ac:spMkLst>
            <pc:docMk/>
            <pc:sldMk cId="2815911437" sldId="299"/>
            <ac:spMk id="70" creationId="{2FB69775-83C6-421B-885C-40C389B64352}"/>
          </ac:spMkLst>
        </pc:spChg>
        <pc:spChg chg="mod">
          <ac:chgData name="Ivann Kamdem Pouokam" userId="05fbe8a4-e0e0-4557-9192-ea98dd7e40c1" providerId="ADAL" clId="{083739AC-251A-4005-A9C3-641940C77DF9}" dt="2025-07-26T14:32:08.154" v="49" actId="113"/>
          <ac:spMkLst>
            <pc:docMk/>
            <pc:sldMk cId="2815911437" sldId="299"/>
            <ac:spMk id="71" creationId="{3C220F66-E5AC-4DBC-AE50-D3574A80C3A0}"/>
          </ac:spMkLst>
        </pc:spChg>
        <pc:spChg chg="mod">
          <ac:chgData name="Ivann Kamdem Pouokam" userId="05fbe8a4-e0e0-4557-9192-ea98dd7e40c1" providerId="ADAL" clId="{083739AC-251A-4005-A9C3-641940C77DF9}" dt="2025-07-26T14:30:58.471" v="32" actId="20577"/>
          <ac:spMkLst>
            <pc:docMk/>
            <pc:sldMk cId="2815911437" sldId="299"/>
            <ac:spMk id="72" creationId="{6B31A24F-25D4-497D-9B8A-3F3F5829FFC9}"/>
          </ac:spMkLst>
        </pc:spChg>
        <pc:spChg chg="mod">
          <ac:chgData name="Ivann Kamdem Pouokam" userId="05fbe8a4-e0e0-4557-9192-ea98dd7e40c1" providerId="ADAL" clId="{083739AC-251A-4005-A9C3-641940C77DF9}" dt="2025-07-26T14:31:28.273" v="41" actId="20577"/>
          <ac:spMkLst>
            <pc:docMk/>
            <pc:sldMk cId="2815911437" sldId="299"/>
            <ac:spMk id="73" creationId="{9411ED90-CCAF-4947-8BED-D2209BC4251B}"/>
          </ac:spMkLst>
        </pc:spChg>
        <pc:spChg chg="mod">
          <ac:chgData name="Ivann Kamdem Pouokam" userId="05fbe8a4-e0e0-4557-9192-ea98dd7e40c1" providerId="ADAL" clId="{083739AC-251A-4005-A9C3-641940C77DF9}" dt="2025-07-26T14:30:54.352" v="30" actId="20577"/>
          <ac:spMkLst>
            <pc:docMk/>
            <pc:sldMk cId="2815911437" sldId="299"/>
            <ac:spMk id="74" creationId="{1E6722C9-92F7-4752-A883-6ADC30FAB650}"/>
          </ac:spMkLst>
        </pc:spChg>
        <pc:spChg chg="mod">
          <ac:chgData name="Ivann Kamdem Pouokam" userId="05fbe8a4-e0e0-4557-9192-ea98dd7e40c1" providerId="ADAL" clId="{083739AC-251A-4005-A9C3-641940C77DF9}" dt="2025-07-26T14:31:47.676" v="44" actId="20577"/>
          <ac:spMkLst>
            <pc:docMk/>
            <pc:sldMk cId="2815911437" sldId="299"/>
            <ac:spMk id="80" creationId="{73B92DE0-110A-4FDC-9271-C17909C28BF5}"/>
          </ac:spMkLst>
        </pc:spChg>
        <pc:spChg chg="mod">
          <ac:chgData name="Ivann Kamdem Pouokam" userId="05fbe8a4-e0e0-4557-9192-ea98dd7e40c1" providerId="ADAL" clId="{083739AC-251A-4005-A9C3-641940C77DF9}" dt="2025-07-26T14:31:44.584" v="43" actId="20577"/>
          <ac:spMkLst>
            <pc:docMk/>
            <pc:sldMk cId="2815911437" sldId="299"/>
            <ac:spMk id="81" creationId="{8BFB5A62-F62C-4829-8870-5A05FA0914FF}"/>
          </ac:spMkLst>
        </pc:spChg>
      </pc:sldChg>
      <pc:sldChg chg="del">
        <pc:chgData name="Ivann Kamdem Pouokam" userId="05fbe8a4-e0e0-4557-9192-ea98dd7e40c1" providerId="ADAL" clId="{083739AC-251A-4005-A9C3-641940C77DF9}" dt="2025-07-26T14:32:44.225" v="59" actId="2696"/>
        <pc:sldMkLst>
          <pc:docMk/>
          <pc:sldMk cId="3927378837" sldId="300"/>
        </pc:sldMkLst>
      </pc:sldChg>
      <pc:sldChg chg="del">
        <pc:chgData name="Ivann Kamdem Pouokam" userId="05fbe8a4-e0e0-4557-9192-ea98dd7e40c1" providerId="ADAL" clId="{083739AC-251A-4005-A9C3-641940C77DF9}" dt="2025-07-26T15:50:21.840" v="844" actId="47"/>
        <pc:sldMkLst>
          <pc:docMk/>
          <pc:sldMk cId="3375114536" sldId="301"/>
        </pc:sldMkLst>
      </pc:sldChg>
      <pc:sldChg chg="del">
        <pc:chgData name="Ivann Kamdem Pouokam" userId="05fbe8a4-e0e0-4557-9192-ea98dd7e40c1" providerId="ADAL" clId="{083739AC-251A-4005-A9C3-641940C77DF9}" dt="2025-07-26T15:50:21.840" v="844" actId="47"/>
        <pc:sldMkLst>
          <pc:docMk/>
          <pc:sldMk cId="711170402" sldId="302"/>
        </pc:sldMkLst>
      </pc:sldChg>
      <pc:sldChg chg="del">
        <pc:chgData name="Ivann Kamdem Pouokam" userId="05fbe8a4-e0e0-4557-9192-ea98dd7e40c1" providerId="ADAL" clId="{083739AC-251A-4005-A9C3-641940C77DF9}" dt="2025-07-26T15:50:09.202" v="841" actId="47"/>
        <pc:sldMkLst>
          <pc:docMk/>
          <pc:sldMk cId="923360690" sldId="312"/>
        </pc:sldMkLst>
      </pc:sldChg>
      <pc:sldChg chg="add del">
        <pc:chgData name="Ivann Kamdem Pouokam" userId="05fbe8a4-e0e0-4557-9192-ea98dd7e40c1" providerId="ADAL" clId="{083739AC-251A-4005-A9C3-641940C77DF9}" dt="2025-07-26T14:32:30.158" v="55" actId="2696"/>
        <pc:sldMkLst>
          <pc:docMk/>
          <pc:sldMk cId="1177801611" sldId="622"/>
        </pc:sldMkLst>
      </pc:sldChg>
      <pc:sldChg chg="add del">
        <pc:chgData name="Ivann Kamdem Pouokam" userId="05fbe8a4-e0e0-4557-9192-ea98dd7e40c1" providerId="ADAL" clId="{083739AC-251A-4005-A9C3-641940C77DF9}" dt="2025-07-26T14:32:30.957" v="56" actId="2696"/>
        <pc:sldMkLst>
          <pc:docMk/>
          <pc:sldMk cId="3257730621" sldId="624"/>
        </pc:sldMkLst>
      </pc:sldChg>
      <pc:sldChg chg="add del">
        <pc:chgData name="Ivann Kamdem Pouokam" userId="05fbe8a4-e0e0-4557-9192-ea98dd7e40c1" providerId="ADAL" clId="{083739AC-251A-4005-A9C3-641940C77DF9}" dt="2025-07-26T14:32:29.486" v="54" actId="2696"/>
        <pc:sldMkLst>
          <pc:docMk/>
          <pc:sldMk cId="1551924712" sldId="647"/>
        </pc:sldMkLst>
      </pc:sldChg>
      <pc:sldChg chg="del">
        <pc:chgData name="Ivann Kamdem Pouokam" userId="05fbe8a4-e0e0-4557-9192-ea98dd7e40c1" providerId="ADAL" clId="{083739AC-251A-4005-A9C3-641940C77DF9}" dt="2025-07-26T15:50:17.925" v="843" actId="47"/>
        <pc:sldMkLst>
          <pc:docMk/>
          <pc:sldMk cId="2449378594" sldId="648"/>
        </pc:sldMkLst>
      </pc:sldChg>
      <pc:sldChg chg="del">
        <pc:chgData name="Ivann Kamdem Pouokam" userId="05fbe8a4-e0e0-4557-9192-ea98dd7e40c1" providerId="ADAL" clId="{083739AC-251A-4005-A9C3-641940C77DF9}" dt="2025-07-26T15:50:17.925" v="843" actId="47"/>
        <pc:sldMkLst>
          <pc:docMk/>
          <pc:sldMk cId="1344824931" sldId="649"/>
        </pc:sldMkLst>
      </pc:sldChg>
      <pc:sldChg chg="del">
        <pc:chgData name="Ivann Kamdem Pouokam" userId="05fbe8a4-e0e0-4557-9192-ea98dd7e40c1" providerId="ADAL" clId="{083739AC-251A-4005-A9C3-641940C77DF9}" dt="2025-07-26T15:50:17.925" v="843" actId="47"/>
        <pc:sldMkLst>
          <pc:docMk/>
          <pc:sldMk cId="2542523750" sldId="650"/>
        </pc:sldMkLst>
      </pc:sldChg>
      <pc:sldChg chg="addSp modSp mod">
        <pc:chgData name="Ivann Kamdem Pouokam" userId="05fbe8a4-e0e0-4557-9192-ea98dd7e40c1" providerId="ADAL" clId="{083739AC-251A-4005-A9C3-641940C77DF9}" dt="2025-07-26T14:25:54.440" v="25" actId="1076"/>
        <pc:sldMkLst>
          <pc:docMk/>
          <pc:sldMk cId="3518253075" sldId="653"/>
        </pc:sldMkLst>
        <pc:spChg chg="mod">
          <ac:chgData name="Ivann Kamdem Pouokam" userId="05fbe8a4-e0e0-4557-9192-ea98dd7e40c1" providerId="ADAL" clId="{083739AC-251A-4005-A9C3-641940C77DF9}" dt="2025-07-26T14:25:54.440" v="25" actId="1076"/>
          <ac:spMkLst>
            <pc:docMk/>
            <pc:sldMk cId="3518253075" sldId="653"/>
            <ac:spMk id="5" creationId="{00000000-0000-0000-0000-000000000000}"/>
          </ac:spMkLst>
        </pc:spChg>
        <pc:picChg chg="add mod">
          <ac:chgData name="Ivann Kamdem Pouokam" userId="05fbe8a4-e0e0-4557-9192-ea98dd7e40c1" providerId="ADAL" clId="{083739AC-251A-4005-A9C3-641940C77DF9}" dt="2025-07-26T14:25:48.634" v="24" actId="1076"/>
          <ac:picMkLst>
            <pc:docMk/>
            <pc:sldMk cId="3518253075" sldId="653"/>
            <ac:picMk id="3" creationId="{CFDB7452-2EA5-FD31-CB9B-49BD8F0F430A}"/>
          </ac:picMkLst>
        </pc:picChg>
      </pc:sldChg>
      <pc:sldChg chg="delSp modSp mod">
        <pc:chgData name="Ivann Kamdem Pouokam" userId="05fbe8a4-e0e0-4557-9192-ea98dd7e40c1" providerId="ADAL" clId="{083739AC-251A-4005-A9C3-641940C77DF9}" dt="2025-07-26T14:41:56.223" v="155" actId="478"/>
        <pc:sldMkLst>
          <pc:docMk/>
          <pc:sldMk cId="2818455264" sldId="655"/>
        </pc:sldMkLst>
        <pc:spChg chg="mod">
          <ac:chgData name="Ivann Kamdem Pouokam" userId="05fbe8a4-e0e0-4557-9192-ea98dd7e40c1" providerId="ADAL" clId="{083739AC-251A-4005-A9C3-641940C77DF9}" dt="2025-07-26T14:40:01.428" v="139" actId="27636"/>
          <ac:spMkLst>
            <pc:docMk/>
            <pc:sldMk cId="2818455264" sldId="655"/>
            <ac:spMk id="3" creationId="{46B15F26-0908-8FDA-5D6C-B43CA53167F6}"/>
          </ac:spMkLst>
        </pc:spChg>
        <pc:spChg chg="mod">
          <ac:chgData name="Ivann Kamdem Pouokam" userId="05fbe8a4-e0e0-4557-9192-ea98dd7e40c1" providerId="ADAL" clId="{083739AC-251A-4005-A9C3-641940C77DF9}" dt="2025-07-26T14:41:22.077" v="154" actId="20577"/>
          <ac:spMkLst>
            <pc:docMk/>
            <pc:sldMk cId="2818455264" sldId="655"/>
            <ac:spMk id="4" creationId="{03713AC6-4CCC-1BBB-82D1-86278207AC2D}"/>
          </ac:spMkLst>
        </pc:spChg>
      </pc:sldChg>
      <pc:sldChg chg="delSp modSp mod">
        <pc:chgData name="Ivann Kamdem Pouokam" userId="05fbe8a4-e0e0-4557-9192-ea98dd7e40c1" providerId="ADAL" clId="{083739AC-251A-4005-A9C3-641940C77DF9}" dt="2025-07-26T14:42:12.910" v="161" actId="478"/>
        <pc:sldMkLst>
          <pc:docMk/>
          <pc:sldMk cId="2999942657" sldId="656"/>
        </pc:sldMkLst>
        <pc:spChg chg="mod">
          <ac:chgData name="Ivann Kamdem Pouokam" userId="05fbe8a4-e0e0-4557-9192-ea98dd7e40c1" providerId="ADAL" clId="{083739AC-251A-4005-A9C3-641940C77DF9}" dt="2025-07-26T14:38:15.194" v="112" actId="27636"/>
          <ac:spMkLst>
            <pc:docMk/>
            <pc:sldMk cId="2999942657" sldId="656"/>
            <ac:spMk id="3" creationId="{825571FA-92C6-80CA-C516-600E3F18EE59}"/>
          </ac:spMkLst>
        </pc:spChg>
        <pc:spChg chg="mod">
          <ac:chgData name="Ivann Kamdem Pouokam" userId="05fbe8a4-e0e0-4557-9192-ea98dd7e40c1" providerId="ADAL" clId="{083739AC-251A-4005-A9C3-641940C77DF9}" dt="2025-07-26T14:42:11.113" v="160" actId="20577"/>
          <ac:spMkLst>
            <pc:docMk/>
            <pc:sldMk cId="2999942657" sldId="656"/>
            <ac:spMk id="4" creationId="{4DF10ACE-3D34-2D62-D825-C6AB49887CB2}"/>
          </ac:spMkLst>
        </pc:spChg>
      </pc:sldChg>
      <pc:sldChg chg="del">
        <pc:chgData name="Ivann Kamdem Pouokam" userId="05fbe8a4-e0e0-4557-9192-ea98dd7e40c1" providerId="ADAL" clId="{083739AC-251A-4005-A9C3-641940C77DF9}" dt="2025-07-26T15:50:21.840" v="844" actId="47"/>
        <pc:sldMkLst>
          <pc:docMk/>
          <pc:sldMk cId="1564824956" sldId="657"/>
        </pc:sldMkLst>
      </pc:sldChg>
      <pc:sldChg chg="delSp modSp add mod">
        <pc:chgData name="Ivann Kamdem Pouokam" userId="05fbe8a4-e0e0-4557-9192-ea98dd7e40c1" providerId="ADAL" clId="{083739AC-251A-4005-A9C3-641940C77DF9}" dt="2025-07-26T14:42:24.640" v="167" actId="478"/>
        <pc:sldMkLst>
          <pc:docMk/>
          <pc:sldMk cId="2733999084" sldId="658"/>
        </pc:sldMkLst>
        <pc:spChg chg="mod">
          <ac:chgData name="Ivann Kamdem Pouokam" userId="05fbe8a4-e0e0-4557-9192-ea98dd7e40c1" providerId="ADAL" clId="{083739AC-251A-4005-A9C3-641940C77DF9}" dt="2025-07-26T14:40:18.078" v="140" actId="20577"/>
          <ac:spMkLst>
            <pc:docMk/>
            <pc:sldMk cId="2733999084" sldId="658"/>
            <ac:spMk id="22" creationId="{8C904B01-D55C-6809-31BF-F141AF491903}"/>
          </ac:spMkLst>
        </pc:spChg>
        <pc:spChg chg="mod">
          <ac:chgData name="Ivann Kamdem Pouokam" userId="05fbe8a4-e0e0-4557-9192-ea98dd7e40c1" providerId="ADAL" clId="{083739AC-251A-4005-A9C3-641940C77DF9}" dt="2025-07-26T14:40:21.858" v="143" actId="27636"/>
          <ac:spMkLst>
            <pc:docMk/>
            <pc:sldMk cId="2733999084" sldId="658"/>
            <ac:spMk id="23" creationId="{8ADEAF30-C514-90AE-286F-4C27D3D8F0E6}"/>
          </ac:spMkLst>
        </pc:spChg>
        <pc:spChg chg="mod">
          <ac:chgData name="Ivann Kamdem Pouokam" userId="05fbe8a4-e0e0-4557-9192-ea98dd7e40c1" providerId="ADAL" clId="{083739AC-251A-4005-A9C3-641940C77DF9}" dt="2025-07-26T14:42:23.445" v="166" actId="20577"/>
          <ac:spMkLst>
            <pc:docMk/>
            <pc:sldMk cId="2733999084" sldId="658"/>
            <ac:spMk id="24" creationId="{E777BF18-7881-5D6E-775B-89EC19F924F4}"/>
          </ac:spMkLst>
        </pc:spChg>
      </pc:sldChg>
      <pc:sldChg chg="modSp add mod ord">
        <pc:chgData name="Ivann Kamdem Pouokam" userId="05fbe8a4-e0e0-4557-9192-ea98dd7e40c1" providerId="ADAL" clId="{083739AC-251A-4005-A9C3-641940C77DF9}" dt="2025-07-26T14:56:51.285" v="203" actId="113"/>
        <pc:sldMkLst>
          <pc:docMk/>
          <pc:sldMk cId="57161794" sldId="659"/>
        </pc:sldMkLst>
        <pc:spChg chg="mod">
          <ac:chgData name="Ivann Kamdem Pouokam" userId="05fbe8a4-e0e0-4557-9192-ea98dd7e40c1" providerId="ADAL" clId="{083739AC-251A-4005-A9C3-641940C77DF9}" dt="2025-07-26T14:56:51.285" v="203" actId="113"/>
          <ac:spMkLst>
            <pc:docMk/>
            <pc:sldMk cId="57161794" sldId="659"/>
            <ac:spMk id="3" creationId="{A9784EB1-B7C5-60C8-0D3C-0A32467972DD}"/>
          </ac:spMkLst>
        </pc:spChg>
        <pc:spChg chg="mod">
          <ac:chgData name="Ivann Kamdem Pouokam" userId="05fbe8a4-e0e0-4557-9192-ea98dd7e40c1" providerId="ADAL" clId="{083739AC-251A-4005-A9C3-641940C77DF9}" dt="2025-07-26T14:45:49.844" v="197" actId="5793"/>
          <ac:spMkLst>
            <pc:docMk/>
            <pc:sldMk cId="57161794" sldId="659"/>
            <ac:spMk id="4" creationId="{5E8CABB0-9E34-F92B-F4EE-9B2EF7E74519}"/>
          </ac:spMkLst>
        </pc:spChg>
      </pc:sldChg>
      <pc:sldChg chg="addSp delSp modSp new del mod">
        <pc:chgData name="Ivann Kamdem Pouokam" userId="05fbe8a4-e0e0-4557-9192-ea98dd7e40c1" providerId="ADAL" clId="{083739AC-251A-4005-A9C3-641940C77DF9}" dt="2025-07-26T15:07:18.281" v="339" actId="2696"/>
        <pc:sldMkLst>
          <pc:docMk/>
          <pc:sldMk cId="1603891140" sldId="660"/>
        </pc:sldMkLst>
      </pc:sldChg>
      <pc:sldChg chg="addSp delSp modSp new mod">
        <pc:chgData name="Ivann Kamdem Pouokam" userId="05fbe8a4-e0e0-4557-9192-ea98dd7e40c1" providerId="ADAL" clId="{083739AC-251A-4005-A9C3-641940C77DF9}" dt="2025-07-26T15:07:03.674" v="338" actId="1076"/>
        <pc:sldMkLst>
          <pc:docMk/>
          <pc:sldMk cId="2270476668" sldId="661"/>
        </pc:sldMkLst>
        <pc:spChg chg="mod">
          <ac:chgData name="Ivann Kamdem Pouokam" userId="05fbe8a4-e0e0-4557-9192-ea98dd7e40c1" providerId="ADAL" clId="{083739AC-251A-4005-A9C3-641940C77DF9}" dt="2025-07-26T15:00:15.356" v="208" actId="20577"/>
          <ac:spMkLst>
            <pc:docMk/>
            <pc:sldMk cId="2270476668" sldId="661"/>
            <ac:spMk id="3" creationId="{74715DD4-DDE4-E865-DCED-0517F9AD70FF}"/>
          </ac:spMkLst>
        </pc:spChg>
        <pc:spChg chg="mod">
          <ac:chgData name="Ivann Kamdem Pouokam" userId="05fbe8a4-e0e0-4557-9192-ea98dd7e40c1" providerId="ADAL" clId="{083739AC-251A-4005-A9C3-641940C77DF9}" dt="2025-07-26T15:00:54.699" v="225" actId="5793"/>
          <ac:spMkLst>
            <pc:docMk/>
            <pc:sldMk cId="2270476668" sldId="661"/>
            <ac:spMk id="4" creationId="{26702BDB-944A-0E28-D984-A41FB02C2A7A}"/>
          </ac:spMkLst>
        </pc:spChg>
        <pc:spChg chg="add mod">
          <ac:chgData name="Ivann Kamdem Pouokam" userId="05fbe8a4-e0e0-4557-9192-ea98dd7e40c1" providerId="ADAL" clId="{083739AC-251A-4005-A9C3-641940C77DF9}" dt="2025-07-26T15:07:03.674" v="338" actId="1076"/>
          <ac:spMkLst>
            <pc:docMk/>
            <pc:sldMk cId="2270476668" sldId="661"/>
            <ac:spMk id="7" creationId="{051ADE4C-7DAA-23DB-ED94-5D76B6357DA1}"/>
          </ac:spMkLst>
        </pc:spChg>
        <pc:spChg chg="add mod">
          <ac:chgData name="Ivann Kamdem Pouokam" userId="05fbe8a4-e0e0-4557-9192-ea98dd7e40c1" providerId="ADAL" clId="{083739AC-251A-4005-A9C3-641940C77DF9}" dt="2025-07-26T15:06:31.783" v="299" actId="20577"/>
          <ac:spMkLst>
            <pc:docMk/>
            <pc:sldMk cId="2270476668" sldId="661"/>
            <ac:spMk id="9" creationId="{93944228-B0AE-D79F-EA03-C9BB48518048}"/>
          </ac:spMkLst>
        </pc:spChg>
        <pc:picChg chg="add mod modCrop">
          <ac:chgData name="Ivann Kamdem Pouokam" userId="05fbe8a4-e0e0-4557-9192-ea98dd7e40c1" providerId="ADAL" clId="{083739AC-251A-4005-A9C3-641940C77DF9}" dt="2025-07-26T15:05:50.707" v="277" actId="14100"/>
          <ac:picMkLst>
            <pc:docMk/>
            <pc:sldMk cId="2270476668" sldId="661"/>
            <ac:picMk id="11" creationId="{531A572E-50F7-86E9-1085-07864AF77B21}"/>
          </ac:picMkLst>
        </pc:picChg>
        <pc:picChg chg="add mod modCrop">
          <ac:chgData name="Ivann Kamdem Pouokam" userId="05fbe8a4-e0e0-4557-9192-ea98dd7e40c1" providerId="ADAL" clId="{083739AC-251A-4005-A9C3-641940C77DF9}" dt="2025-07-26T15:06:22.252" v="284" actId="1076"/>
          <ac:picMkLst>
            <pc:docMk/>
            <pc:sldMk cId="2270476668" sldId="661"/>
            <ac:picMk id="13" creationId="{E8FB7743-EE98-B168-D381-409529164F40}"/>
          </ac:picMkLst>
        </pc:picChg>
      </pc:sldChg>
      <pc:sldChg chg="modSp add mod ord">
        <pc:chgData name="Ivann Kamdem Pouokam" userId="05fbe8a4-e0e0-4557-9192-ea98dd7e40c1" providerId="ADAL" clId="{083739AC-251A-4005-A9C3-641940C77DF9}" dt="2025-07-26T15:08:58.490" v="371" actId="1076"/>
        <pc:sldMkLst>
          <pc:docMk/>
          <pc:sldMk cId="1138712774" sldId="662"/>
        </pc:sldMkLst>
        <pc:spChg chg="mod">
          <ac:chgData name="Ivann Kamdem Pouokam" userId="05fbe8a4-e0e0-4557-9192-ea98dd7e40c1" providerId="ADAL" clId="{083739AC-251A-4005-A9C3-641940C77DF9}" dt="2025-07-26T15:07:56.041" v="344" actId="113"/>
          <ac:spMkLst>
            <pc:docMk/>
            <pc:sldMk cId="1138712774" sldId="662"/>
            <ac:spMk id="3" creationId="{73D82B85-623F-E7BC-38E8-5A9C0BDE23CC}"/>
          </ac:spMkLst>
        </pc:spChg>
        <pc:spChg chg="mod">
          <ac:chgData name="Ivann Kamdem Pouokam" userId="05fbe8a4-e0e0-4557-9192-ea98dd7e40c1" providerId="ADAL" clId="{083739AC-251A-4005-A9C3-641940C77DF9}" dt="2025-07-26T15:08:58.490" v="371" actId="1076"/>
          <ac:spMkLst>
            <pc:docMk/>
            <pc:sldMk cId="1138712774" sldId="662"/>
            <ac:spMk id="4" creationId="{3A4A43AE-5F1C-93B6-B134-562494609634}"/>
          </ac:spMkLst>
        </pc:spChg>
      </pc:sldChg>
      <pc:sldChg chg="addSp delSp modSp add mod ord">
        <pc:chgData name="Ivann Kamdem Pouokam" userId="05fbe8a4-e0e0-4557-9192-ea98dd7e40c1" providerId="ADAL" clId="{083739AC-251A-4005-A9C3-641940C77DF9}" dt="2025-07-26T15:17:09.278" v="538" actId="14100"/>
        <pc:sldMkLst>
          <pc:docMk/>
          <pc:sldMk cId="1189248340" sldId="663"/>
        </pc:sldMkLst>
        <pc:spChg chg="mod">
          <ac:chgData name="Ivann Kamdem Pouokam" userId="05fbe8a4-e0e0-4557-9192-ea98dd7e40c1" providerId="ADAL" clId="{083739AC-251A-4005-A9C3-641940C77DF9}" dt="2025-07-26T15:11:39.368" v="376" actId="113"/>
          <ac:spMkLst>
            <pc:docMk/>
            <pc:sldMk cId="1189248340" sldId="663"/>
            <ac:spMk id="3" creationId="{1358E640-3F91-07CA-5980-BAA619844310}"/>
          </ac:spMkLst>
        </pc:spChg>
        <pc:spChg chg="mod">
          <ac:chgData name="Ivann Kamdem Pouokam" userId="05fbe8a4-e0e0-4557-9192-ea98dd7e40c1" providerId="ADAL" clId="{083739AC-251A-4005-A9C3-641940C77DF9}" dt="2025-07-26T15:17:09.278" v="538" actId="14100"/>
          <ac:spMkLst>
            <pc:docMk/>
            <pc:sldMk cId="1189248340" sldId="663"/>
            <ac:spMk id="4" creationId="{A8B1555F-4B54-5C70-3833-CE1BF8B2EFA2}"/>
          </ac:spMkLst>
        </pc:spChg>
        <pc:picChg chg="add mod">
          <ac:chgData name="Ivann Kamdem Pouokam" userId="05fbe8a4-e0e0-4557-9192-ea98dd7e40c1" providerId="ADAL" clId="{083739AC-251A-4005-A9C3-641940C77DF9}" dt="2025-07-26T15:17:04.057" v="537" actId="14100"/>
          <ac:picMkLst>
            <pc:docMk/>
            <pc:sldMk cId="1189248340" sldId="663"/>
            <ac:picMk id="1028" creationId="{2E9B5062-5B94-351F-B223-3D82B559902E}"/>
          </ac:picMkLst>
        </pc:picChg>
        <pc:picChg chg="add mod">
          <ac:chgData name="Ivann Kamdem Pouokam" userId="05fbe8a4-e0e0-4557-9192-ea98dd7e40c1" providerId="ADAL" clId="{083739AC-251A-4005-A9C3-641940C77DF9}" dt="2025-07-26T15:16:59.370" v="535" actId="1076"/>
          <ac:picMkLst>
            <pc:docMk/>
            <pc:sldMk cId="1189248340" sldId="663"/>
            <ac:picMk id="1036" creationId="{DBFC7E3C-D35D-58C9-B2C8-9CFFB1D7D3BD}"/>
          </ac:picMkLst>
        </pc:picChg>
      </pc:sldChg>
      <pc:sldChg chg="modSp add mod ord">
        <pc:chgData name="Ivann Kamdem Pouokam" userId="05fbe8a4-e0e0-4557-9192-ea98dd7e40c1" providerId="ADAL" clId="{083739AC-251A-4005-A9C3-641940C77DF9}" dt="2025-07-26T15:19:20.844" v="623" actId="20577"/>
        <pc:sldMkLst>
          <pc:docMk/>
          <pc:sldMk cId="3149158301" sldId="664"/>
        </pc:sldMkLst>
        <pc:spChg chg="mod">
          <ac:chgData name="Ivann Kamdem Pouokam" userId="05fbe8a4-e0e0-4557-9192-ea98dd7e40c1" providerId="ADAL" clId="{083739AC-251A-4005-A9C3-641940C77DF9}" dt="2025-07-26T15:18:06.528" v="543" actId="113"/>
          <ac:spMkLst>
            <pc:docMk/>
            <pc:sldMk cId="3149158301" sldId="664"/>
            <ac:spMk id="3" creationId="{3EE4C072-4AA8-FD14-606F-1EB28EE3A3C7}"/>
          </ac:spMkLst>
        </pc:spChg>
        <pc:spChg chg="mod">
          <ac:chgData name="Ivann Kamdem Pouokam" userId="05fbe8a4-e0e0-4557-9192-ea98dd7e40c1" providerId="ADAL" clId="{083739AC-251A-4005-A9C3-641940C77DF9}" dt="2025-07-26T15:19:20.844" v="623" actId="20577"/>
          <ac:spMkLst>
            <pc:docMk/>
            <pc:sldMk cId="3149158301" sldId="664"/>
            <ac:spMk id="4" creationId="{054F8D8D-2825-4031-B71E-EA14DA817E80}"/>
          </ac:spMkLst>
        </pc:spChg>
      </pc:sldChg>
      <pc:sldChg chg="addSp delSp modSp add mod ord">
        <pc:chgData name="Ivann Kamdem Pouokam" userId="05fbe8a4-e0e0-4557-9192-ea98dd7e40c1" providerId="ADAL" clId="{083739AC-251A-4005-A9C3-641940C77DF9}" dt="2025-07-26T15:46:17.797" v="767" actId="113"/>
        <pc:sldMkLst>
          <pc:docMk/>
          <pc:sldMk cId="3488617096" sldId="665"/>
        </pc:sldMkLst>
        <pc:spChg chg="mod">
          <ac:chgData name="Ivann Kamdem Pouokam" userId="05fbe8a4-e0e0-4557-9192-ea98dd7e40c1" providerId="ADAL" clId="{083739AC-251A-4005-A9C3-641940C77DF9}" dt="2025-07-26T15:46:17.797" v="767" actId="113"/>
          <ac:spMkLst>
            <pc:docMk/>
            <pc:sldMk cId="3488617096" sldId="665"/>
            <ac:spMk id="3" creationId="{0A131044-3944-7A9A-DBAF-B9354D3D8D03}"/>
          </ac:spMkLst>
        </pc:spChg>
        <pc:spChg chg="mod">
          <ac:chgData name="Ivann Kamdem Pouokam" userId="05fbe8a4-e0e0-4557-9192-ea98dd7e40c1" providerId="ADAL" clId="{083739AC-251A-4005-A9C3-641940C77DF9}" dt="2025-07-26T15:44:18.942" v="732" actId="14100"/>
          <ac:spMkLst>
            <pc:docMk/>
            <pc:sldMk cId="3488617096" sldId="665"/>
            <ac:spMk id="4" creationId="{E7DE8387-E6CE-1740-0FFD-E2072E0D5EB5}"/>
          </ac:spMkLst>
        </pc:spChg>
        <pc:spChg chg="mod">
          <ac:chgData name="Ivann Kamdem Pouokam" userId="05fbe8a4-e0e0-4557-9192-ea98dd7e40c1" providerId="ADAL" clId="{083739AC-251A-4005-A9C3-641940C77DF9}" dt="2025-07-26T15:44:57.175" v="766" actId="1076"/>
          <ac:spMkLst>
            <pc:docMk/>
            <pc:sldMk cId="3488617096" sldId="665"/>
            <ac:spMk id="7" creationId="{948923BE-4453-EE01-32B3-1075D5EB62DB}"/>
          </ac:spMkLst>
        </pc:spChg>
        <pc:spChg chg="mod">
          <ac:chgData name="Ivann Kamdem Pouokam" userId="05fbe8a4-e0e0-4557-9192-ea98dd7e40c1" providerId="ADAL" clId="{083739AC-251A-4005-A9C3-641940C77DF9}" dt="2025-07-26T15:44:46.945" v="755" actId="1076"/>
          <ac:spMkLst>
            <pc:docMk/>
            <pc:sldMk cId="3488617096" sldId="665"/>
            <ac:spMk id="9" creationId="{F641AB21-ED4B-0CE2-211C-A00052A41BC3}"/>
          </ac:spMkLst>
        </pc:spChg>
        <pc:picChg chg="add mod modCrop">
          <ac:chgData name="Ivann Kamdem Pouokam" userId="05fbe8a4-e0e0-4557-9192-ea98dd7e40c1" providerId="ADAL" clId="{083739AC-251A-4005-A9C3-641940C77DF9}" dt="2025-07-26T15:44:33.648" v="738" actId="1076"/>
          <ac:picMkLst>
            <pc:docMk/>
            <pc:sldMk cId="3488617096" sldId="665"/>
            <ac:picMk id="6" creationId="{15812933-27DF-C300-D82E-B5F4CA8EA66F}"/>
          </ac:picMkLst>
        </pc:picChg>
        <pc:picChg chg="add mod">
          <ac:chgData name="Ivann Kamdem Pouokam" userId="05fbe8a4-e0e0-4557-9192-ea98dd7e40c1" providerId="ADAL" clId="{083739AC-251A-4005-A9C3-641940C77DF9}" dt="2025-07-26T15:44:36.297" v="739" actId="1076"/>
          <ac:picMkLst>
            <pc:docMk/>
            <pc:sldMk cId="3488617096" sldId="665"/>
            <ac:picMk id="10" creationId="{600F1067-49FA-92B4-ED70-F911E32A34AC}"/>
          </ac:picMkLst>
        </pc:picChg>
      </pc:sldChg>
      <pc:sldChg chg="modSp add mod ord">
        <pc:chgData name="Ivann Kamdem Pouokam" userId="05fbe8a4-e0e0-4557-9192-ea98dd7e40c1" providerId="ADAL" clId="{083739AC-251A-4005-A9C3-641940C77DF9}" dt="2025-07-26T15:48:34.442" v="826" actId="20577"/>
        <pc:sldMkLst>
          <pc:docMk/>
          <pc:sldMk cId="210353295" sldId="666"/>
        </pc:sldMkLst>
        <pc:spChg chg="mod">
          <ac:chgData name="Ivann Kamdem Pouokam" userId="05fbe8a4-e0e0-4557-9192-ea98dd7e40c1" providerId="ADAL" clId="{083739AC-251A-4005-A9C3-641940C77DF9}" dt="2025-07-26T15:47:42.272" v="772" actId="113"/>
          <ac:spMkLst>
            <pc:docMk/>
            <pc:sldMk cId="210353295" sldId="666"/>
            <ac:spMk id="3" creationId="{D79F9BEC-86C0-4CFD-567B-EE66EEC8E6F1}"/>
          </ac:spMkLst>
        </pc:spChg>
        <pc:spChg chg="mod">
          <ac:chgData name="Ivann Kamdem Pouokam" userId="05fbe8a4-e0e0-4557-9192-ea98dd7e40c1" providerId="ADAL" clId="{083739AC-251A-4005-A9C3-641940C77DF9}" dt="2025-07-26T15:48:34.442" v="826" actId="20577"/>
          <ac:spMkLst>
            <pc:docMk/>
            <pc:sldMk cId="210353295" sldId="666"/>
            <ac:spMk id="4" creationId="{8063B237-7F99-8719-900A-B48808858175}"/>
          </ac:spMkLst>
        </pc:spChg>
      </pc:sldChg>
      <pc:sldChg chg="modSp add mod">
        <pc:chgData name="Ivann Kamdem Pouokam" userId="05fbe8a4-e0e0-4557-9192-ea98dd7e40c1" providerId="ADAL" clId="{083739AC-251A-4005-A9C3-641940C77DF9}" dt="2025-07-26T15:49:19.050" v="840" actId="20577"/>
        <pc:sldMkLst>
          <pc:docMk/>
          <pc:sldMk cId="217661714" sldId="667"/>
        </pc:sldMkLst>
        <pc:spChg chg="mod">
          <ac:chgData name="Ivann Kamdem Pouokam" userId="05fbe8a4-e0e0-4557-9192-ea98dd7e40c1" providerId="ADAL" clId="{083739AC-251A-4005-A9C3-641940C77DF9}" dt="2025-07-26T15:49:11.454" v="830" actId="113"/>
          <ac:spMkLst>
            <pc:docMk/>
            <pc:sldMk cId="217661714" sldId="667"/>
            <ac:spMk id="3" creationId="{8C161511-B6D8-BF0C-0DE7-CBE4447DFEDC}"/>
          </ac:spMkLst>
        </pc:spChg>
        <pc:spChg chg="mod">
          <ac:chgData name="Ivann Kamdem Pouokam" userId="05fbe8a4-e0e0-4557-9192-ea98dd7e40c1" providerId="ADAL" clId="{083739AC-251A-4005-A9C3-641940C77DF9}" dt="2025-07-26T15:49:19.050" v="840" actId="20577"/>
          <ac:spMkLst>
            <pc:docMk/>
            <pc:sldMk cId="217661714" sldId="667"/>
            <ac:spMk id="4" creationId="{2BAB9FF5-AB9D-9681-4935-D5B580162026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D785EF-188E-48C9-AD92-09F4BA8D2FFF}" type="datetimeFigureOut">
              <a:rPr lang="fr-FR" smtClean="0"/>
              <a:t>05/08/2025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4F29B-FAEF-4952-A788-FA9CD6D383D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017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k-pptx:help</a:t>
            </a:r>
          </a:p>
          <a:p>
            <a:r>
              <a:t>Generated by .agents/skills/k-pptx/scripts/make_help_slides.py — re-run it to refresh. Delete nothing by hand: the script replaces its own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k-pptx:help</a:t>
            </a:r>
          </a:p>
          <a:p>
            <a:r>
              <a:t>Generated by .agents/skills/k-pptx/scripts/make_help_slides.py — re-run it to refresh. Delete nothing by hand: the script replaces its own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k-pptx:help</a:t>
            </a:r>
          </a:p>
          <a:p>
            <a:r>
              <a:t>Generated by .agents/skills/k-pptx/scripts/make_help_slides.py — re-run it to refresh. Delete nothing by hand: the script replaces its own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k-pptx:help</a:t>
            </a:r>
          </a:p>
          <a:p>
            <a:r>
              <a:t>Generated by .agents/skills/k-pptx/scripts/make_help_slides.py — re-run it to refresh. Delete nothing by hand: the script replaces its own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k-pptx:help</a:t>
            </a:r>
          </a:p>
          <a:p>
            <a:r>
              <a:t>Generated by .agents/skills/k-pptx/scripts/make_help_slides.py — re-run it to refresh. Delete nothing by hand: the script replaces its own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1.png"/><Relationship Id="rId4" Type="http://schemas.openxmlformats.org/officeDocument/2006/relationships/image" Target="../media/image4.svg"/><Relationship Id="rId5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1.png"/><Relationship Id="rId4" Type="http://schemas.openxmlformats.org/officeDocument/2006/relationships/image" Target="../media/image7.svg"/><Relationship Id="rId5" Type="http://schemas.openxmlformats.org/officeDocument/2006/relationships/image" Target="../media/image8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1.png"/><Relationship Id="rId4" Type="http://schemas.openxmlformats.org/officeDocument/2006/relationships/image" Target="../media/image4.svg"/><Relationship Id="rId5" Type="http://schemas.openxmlformats.org/officeDocument/2006/relationships/image" Target="../media/image13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15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1.png"/><Relationship Id="rId4" Type="http://schemas.openxmlformats.org/officeDocument/2006/relationships/image" Target="../media/image4.svg"/><Relationship Id="rId5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340120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5329F71-2E9D-4E44-BAA5-90F5F0E2BA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" y="0"/>
            <a:ext cx="12192004" cy="6858000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9C3298E9-4B6B-4DE3-BC1D-DEA3FEBE4A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383932" y="-6433858"/>
            <a:ext cx="20959864" cy="2015243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F9B8327-15DB-4DDC-B928-3349A59828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65000"/>
                </a:schemeClr>
              </a:gs>
              <a:gs pos="100000">
                <a:schemeClr val="tx1">
                  <a:alpha val="3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6F82ADA-DD52-40F1-B215-0292AB6A9A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863" y="2154766"/>
            <a:ext cx="6214004" cy="2258484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 de la présentation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67B334FA-2F84-4F08-8A83-42B2990A17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3863" y="4888971"/>
            <a:ext cx="5538787" cy="29950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accent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Intervenant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14BD5847-0E64-4CCD-9B42-A29FF459EB2A}"/>
              </a:ext>
            </a:extLst>
          </p:cNvPr>
          <p:cNvCxnSpPr>
            <a:cxnSpLocks/>
          </p:cNvCxnSpPr>
          <p:nvPr userDrawn="1"/>
        </p:nvCxnSpPr>
        <p:spPr>
          <a:xfrm>
            <a:off x="423863" y="4635500"/>
            <a:ext cx="108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BB31D90D-0A60-44A4-8DB3-621930FF5BB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3863" y="6389157"/>
            <a:ext cx="5538787" cy="180974"/>
          </a:xfrm>
        </p:spPr>
        <p:txBody>
          <a:bodyPr anchor="ctr" anchorCtr="0">
            <a:normAutofit/>
          </a:bodyPr>
          <a:lstStyle>
            <a:lvl1pPr>
              <a:defRPr sz="120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Date</a:t>
            </a:r>
          </a:p>
        </p:txBody>
      </p:sp>
      <p:pic>
        <p:nvPicPr>
          <p:cNvPr id="12" name="Image 11" descr="Une image contenant bâtiment, dessin, fenêtre, table&#10;&#10;Description générée automatiquement">
            <a:extLst>
              <a:ext uri="{FF2B5EF4-FFF2-40B4-BE49-F238E27FC236}">
                <a16:creationId xmlns:a16="http://schemas.microsoft.com/office/drawing/2014/main" id="{A959ED1A-41F2-4DDB-A979-C9DB89EC9B4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143" y="555527"/>
            <a:ext cx="2794992" cy="134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472935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5329F71-2E9D-4E44-BAA5-90F5F0E2BA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20711" y="0"/>
            <a:ext cx="12233420" cy="6858000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9C3298E9-4B6B-4DE3-BC1D-DEA3FEBE4A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404642" y="-6509405"/>
            <a:ext cx="20959864" cy="2015243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F9B8327-15DB-4DDC-B928-3349A598288A}"/>
              </a:ext>
            </a:extLst>
          </p:cNvPr>
          <p:cNvSpPr/>
          <p:nvPr userDrawn="1"/>
        </p:nvSpPr>
        <p:spPr>
          <a:xfrm>
            <a:off x="-41420" y="0"/>
            <a:ext cx="12233420" cy="6858000"/>
          </a:xfrm>
          <a:prstGeom prst="rect">
            <a:avLst/>
          </a:prstGeom>
          <a:gradFill flip="none" rotWithShape="1">
            <a:gsLst>
              <a:gs pos="21000">
                <a:schemeClr val="bg1"/>
              </a:gs>
              <a:gs pos="100000">
                <a:schemeClr val="bg1">
                  <a:alpha val="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6F82ADA-DD52-40F1-B215-0292AB6A9A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863" y="2154766"/>
            <a:ext cx="6214004" cy="2258484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Titre de la présentation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67B334FA-2F84-4F08-8A83-42B2990A17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3863" y="4888971"/>
            <a:ext cx="5538787" cy="29950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Intervenant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14BD5847-0E64-4CCD-9B42-A29FF459EB2A}"/>
              </a:ext>
            </a:extLst>
          </p:cNvPr>
          <p:cNvCxnSpPr>
            <a:cxnSpLocks/>
          </p:cNvCxnSpPr>
          <p:nvPr userDrawn="1"/>
        </p:nvCxnSpPr>
        <p:spPr>
          <a:xfrm>
            <a:off x="423863" y="4635500"/>
            <a:ext cx="108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BB31D90D-0A60-44A4-8DB3-621930FF5BB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3863" y="6389157"/>
            <a:ext cx="5538787" cy="180974"/>
          </a:xfrm>
        </p:spPr>
        <p:txBody>
          <a:bodyPr anchor="ctr" anchorCtr="0">
            <a:norm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Date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A959ED1A-41F2-4DDB-A979-C9DB89EC9B4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1143" y="555527"/>
            <a:ext cx="2794991" cy="134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942768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3 par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28D1308F-5AB3-4092-91D0-0DC59ADC3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2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5C099187-7A9C-4FE6-9452-51D4CB057F0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29FA8D36-B856-46A1-99BE-CDB8A6C38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A1AFEE4-A953-4A5B-AB42-BD074F39E929}" type="datetimeFigureOut">
              <a:rPr lang="fr-FR" smtClean="0"/>
              <a:pPr/>
              <a:t>05/08/2025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4082D62-511A-4BA2-B90D-33D7A914D7EC}"/>
              </a:ext>
            </a:extLst>
          </p:cNvPr>
          <p:cNvSpPr txBox="1"/>
          <p:nvPr userDrawn="1"/>
        </p:nvSpPr>
        <p:spPr>
          <a:xfrm>
            <a:off x="5302353" y="545043"/>
            <a:ext cx="15872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>
                <a:solidFill>
                  <a:schemeClr val="accent1"/>
                </a:solidFill>
                <a:latin typeface="+mj-lt"/>
              </a:rPr>
              <a:t>Sommaire</a:t>
            </a:r>
          </a:p>
        </p:txBody>
      </p:sp>
      <p:sp>
        <p:nvSpPr>
          <p:cNvPr id="30" name="Espace réservé du texte 29">
            <a:extLst>
              <a:ext uri="{FF2B5EF4-FFF2-40B4-BE49-F238E27FC236}">
                <a16:creationId xmlns:a16="http://schemas.microsoft.com/office/drawing/2014/main" id="{FBCE4A06-2EA8-460B-91F3-DE52D0268EA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6764" y="2971800"/>
            <a:ext cx="3509462" cy="9144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Nom de la partie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FC556175-A278-4916-A89D-077B2C945C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1979" y="3841952"/>
            <a:ext cx="2359031" cy="473004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D9674544-E4F4-4D64-91FE-240974F5B076}"/>
              </a:ext>
            </a:extLst>
          </p:cNvPr>
          <p:cNvSpPr txBox="1"/>
          <p:nvPr userDrawn="1"/>
        </p:nvSpPr>
        <p:spPr>
          <a:xfrm>
            <a:off x="1859855" y="4191051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latin typeface="+mj-lt"/>
              </a:rPr>
              <a:t>p.</a:t>
            </a:r>
          </a:p>
        </p:txBody>
      </p:sp>
      <p:sp>
        <p:nvSpPr>
          <p:cNvPr id="36" name="Espace réservé du texte 29">
            <a:extLst>
              <a:ext uri="{FF2B5EF4-FFF2-40B4-BE49-F238E27FC236}">
                <a16:creationId xmlns:a16="http://schemas.microsoft.com/office/drawing/2014/main" id="{9F5F9B49-9656-499B-B6EB-A7A1E895BB0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065774" y="2971800"/>
            <a:ext cx="3509462" cy="9144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Nom de la partie</a:t>
            </a:r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9752C183-852F-47AC-947D-5A3CE0C142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40989" y="3841952"/>
            <a:ext cx="2359031" cy="473004"/>
          </a:xfrm>
          <a:prstGeom prst="rect">
            <a:avLst/>
          </a:prstGeom>
        </p:spPr>
      </p:pic>
      <p:sp>
        <p:nvSpPr>
          <p:cNvPr id="39" name="ZoneTexte 38">
            <a:extLst>
              <a:ext uri="{FF2B5EF4-FFF2-40B4-BE49-F238E27FC236}">
                <a16:creationId xmlns:a16="http://schemas.microsoft.com/office/drawing/2014/main" id="{09302496-3BF9-40E4-B22A-C34CA83830FB}"/>
              </a:ext>
            </a:extLst>
          </p:cNvPr>
          <p:cNvSpPr txBox="1"/>
          <p:nvPr userDrawn="1"/>
        </p:nvSpPr>
        <p:spPr>
          <a:xfrm>
            <a:off x="9308865" y="4191051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latin typeface="+mj-lt"/>
              </a:rPr>
              <a:t>p.</a:t>
            </a:r>
          </a:p>
        </p:txBody>
      </p:sp>
      <p:sp>
        <p:nvSpPr>
          <p:cNvPr id="16" name="Espace réservé du texte 29">
            <a:extLst>
              <a:ext uri="{FF2B5EF4-FFF2-40B4-BE49-F238E27FC236}">
                <a16:creationId xmlns:a16="http://schemas.microsoft.com/office/drawing/2014/main" id="{C9A9DC5B-8DE8-4585-A7BA-AD214A60C46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41269" y="2971800"/>
            <a:ext cx="3509462" cy="9144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Nom de la partie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7014BB7F-08E0-4CB9-A206-80A2E77F82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6484" y="3841952"/>
            <a:ext cx="2359031" cy="47300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BF5BCA60-F61E-4223-A7E8-D66C80172FCE}"/>
              </a:ext>
            </a:extLst>
          </p:cNvPr>
          <p:cNvSpPr txBox="1"/>
          <p:nvPr userDrawn="1"/>
        </p:nvSpPr>
        <p:spPr>
          <a:xfrm>
            <a:off x="5584360" y="4191051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latin typeface="+mj-lt"/>
              </a:rPr>
              <a:t>p.</a:t>
            </a:r>
          </a:p>
        </p:txBody>
      </p:sp>
      <p:sp>
        <p:nvSpPr>
          <p:cNvPr id="21" name="Espace réservé du texte 3">
            <a:extLst>
              <a:ext uri="{FF2B5EF4-FFF2-40B4-BE49-F238E27FC236}">
                <a16:creationId xmlns:a16="http://schemas.microsoft.com/office/drawing/2014/main" id="{CDEA3B56-D1E4-4F63-9D69-AE7A63958AED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2076388" y="4279135"/>
            <a:ext cx="59048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##</a:t>
            </a:r>
          </a:p>
        </p:txBody>
      </p:sp>
      <p:sp>
        <p:nvSpPr>
          <p:cNvPr id="24" name="Espace réservé du texte 3">
            <a:extLst>
              <a:ext uri="{FF2B5EF4-FFF2-40B4-BE49-F238E27FC236}">
                <a16:creationId xmlns:a16="http://schemas.microsoft.com/office/drawing/2014/main" id="{42EC0A56-B946-4AA1-9360-2680CC96D05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34311" y="2608226"/>
            <a:ext cx="287280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5" name="Espace réservé du texte 3">
            <a:extLst>
              <a:ext uri="{FF2B5EF4-FFF2-40B4-BE49-F238E27FC236}">
                <a16:creationId xmlns:a16="http://schemas.microsoft.com/office/drawing/2014/main" id="{6C3A65F2-1517-4BFC-89AC-E24C522E76D8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5804628" y="4279135"/>
            <a:ext cx="59048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##</a:t>
            </a:r>
          </a:p>
        </p:txBody>
      </p:sp>
      <p:sp>
        <p:nvSpPr>
          <p:cNvPr id="26" name="Espace réservé du texte 3">
            <a:extLst>
              <a:ext uri="{FF2B5EF4-FFF2-40B4-BE49-F238E27FC236}">
                <a16:creationId xmlns:a16="http://schemas.microsoft.com/office/drawing/2014/main" id="{85B45F6D-8FD8-4171-AA3A-7C1321228186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662551" y="2608226"/>
            <a:ext cx="287280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7" name="Espace réservé du texte 3">
            <a:extLst>
              <a:ext uri="{FF2B5EF4-FFF2-40B4-BE49-F238E27FC236}">
                <a16:creationId xmlns:a16="http://schemas.microsoft.com/office/drawing/2014/main" id="{C574D68C-B933-42F6-A620-A9CF0895E996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526876" y="4279135"/>
            <a:ext cx="59048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##</a:t>
            </a:r>
          </a:p>
        </p:txBody>
      </p:sp>
      <p:sp>
        <p:nvSpPr>
          <p:cNvPr id="28" name="Espace réservé du texte 3">
            <a:extLst>
              <a:ext uri="{FF2B5EF4-FFF2-40B4-BE49-F238E27FC236}">
                <a16:creationId xmlns:a16="http://schemas.microsoft.com/office/drawing/2014/main" id="{6AF6136F-358D-4EF9-B26D-6BEE861C40C2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8384799" y="2608226"/>
            <a:ext cx="287280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35354740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mmaire 4 par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28D1308F-5AB3-4092-91D0-0DC59ADC3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2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5C099187-7A9C-4FE6-9452-51D4CB057F0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29FA8D36-B856-46A1-99BE-CDB8A6C38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A1AFEE4-A953-4A5B-AB42-BD074F39E929}" type="datetimeFigureOut">
              <a:rPr lang="fr-FR" smtClean="0"/>
              <a:pPr/>
              <a:t>05/08/2025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4082D62-511A-4BA2-B90D-33D7A914D7EC}"/>
              </a:ext>
            </a:extLst>
          </p:cNvPr>
          <p:cNvSpPr txBox="1"/>
          <p:nvPr userDrawn="1"/>
        </p:nvSpPr>
        <p:spPr>
          <a:xfrm>
            <a:off x="5302353" y="545043"/>
            <a:ext cx="15872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>
                <a:solidFill>
                  <a:schemeClr val="accent1"/>
                </a:solidFill>
                <a:latin typeface="+mj-lt"/>
              </a:rPr>
              <a:t>Sommaire</a:t>
            </a:r>
          </a:p>
        </p:txBody>
      </p:sp>
      <p:sp>
        <p:nvSpPr>
          <p:cNvPr id="30" name="Espace réservé du texte 29">
            <a:extLst>
              <a:ext uri="{FF2B5EF4-FFF2-40B4-BE49-F238E27FC236}">
                <a16:creationId xmlns:a16="http://schemas.microsoft.com/office/drawing/2014/main" id="{FBCE4A06-2EA8-460B-91F3-DE52D0268EA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23587" y="2187292"/>
            <a:ext cx="3509462" cy="9144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Nom de la partie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FC556175-A278-4916-A89D-077B2C945C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98802" y="3057444"/>
            <a:ext cx="2359031" cy="473004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D9674544-E4F4-4D64-91FE-240974F5B076}"/>
              </a:ext>
            </a:extLst>
          </p:cNvPr>
          <p:cNvSpPr txBox="1"/>
          <p:nvPr userDrawn="1"/>
        </p:nvSpPr>
        <p:spPr>
          <a:xfrm>
            <a:off x="2766678" y="340654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latin typeface="+mj-lt"/>
              </a:rPr>
              <a:t>p.</a:t>
            </a:r>
          </a:p>
        </p:txBody>
      </p:sp>
      <p:sp>
        <p:nvSpPr>
          <p:cNvPr id="36" name="Espace réservé du texte 29">
            <a:extLst>
              <a:ext uri="{FF2B5EF4-FFF2-40B4-BE49-F238E27FC236}">
                <a16:creationId xmlns:a16="http://schemas.microsoft.com/office/drawing/2014/main" id="{9F5F9B49-9656-499B-B6EB-A7A1E895BB0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58953" y="2187292"/>
            <a:ext cx="3509462" cy="9144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Nom de la partie</a:t>
            </a:r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9752C183-852F-47AC-947D-5A3CE0C142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4168" y="3057444"/>
            <a:ext cx="2359031" cy="473004"/>
          </a:xfrm>
          <a:prstGeom prst="rect">
            <a:avLst/>
          </a:prstGeom>
        </p:spPr>
      </p:pic>
      <p:sp>
        <p:nvSpPr>
          <p:cNvPr id="39" name="ZoneTexte 38">
            <a:extLst>
              <a:ext uri="{FF2B5EF4-FFF2-40B4-BE49-F238E27FC236}">
                <a16:creationId xmlns:a16="http://schemas.microsoft.com/office/drawing/2014/main" id="{09302496-3BF9-40E4-B22A-C34CA83830FB}"/>
              </a:ext>
            </a:extLst>
          </p:cNvPr>
          <p:cNvSpPr txBox="1"/>
          <p:nvPr userDrawn="1"/>
        </p:nvSpPr>
        <p:spPr>
          <a:xfrm>
            <a:off x="8402044" y="340654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latin typeface="+mj-lt"/>
              </a:rPr>
              <a:t>p.</a:t>
            </a:r>
          </a:p>
        </p:txBody>
      </p:sp>
      <p:sp>
        <p:nvSpPr>
          <p:cNvPr id="41" name="Espace réservé du texte 29">
            <a:extLst>
              <a:ext uri="{FF2B5EF4-FFF2-40B4-BE49-F238E27FC236}">
                <a16:creationId xmlns:a16="http://schemas.microsoft.com/office/drawing/2014/main" id="{56B3ABFA-9DCF-4CB5-BAEF-73648819A18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523587" y="4436914"/>
            <a:ext cx="3509462" cy="9144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Nom de la partie</a:t>
            </a:r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A5561D1F-5CCE-4DD8-9369-D8860E7A7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98802" y="5307066"/>
            <a:ext cx="2359031" cy="473004"/>
          </a:xfrm>
          <a:prstGeom prst="rect">
            <a:avLst/>
          </a:prstGeom>
        </p:spPr>
      </p:pic>
      <p:sp>
        <p:nvSpPr>
          <p:cNvPr id="44" name="ZoneTexte 43">
            <a:extLst>
              <a:ext uri="{FF2B5EF4-FFF2-40B4-BE49-F238E27FC236}">
                <a16:creationId xmlns:a16="http://schemas.microsoft.com/office/drawing/2014/main" id="{F86E4847-4174-468A-8518-DA790381AE21}"/>
              </a:ext>
            </a:extLst>
          </p:cNvPr>
          <p:cNvSpPr txBox="1"/>
          <p:nvPr userDrawn="1"/>
        </p:nvSpPr>
        <p:spPr>
          <a:xfrm>
            <a:off x="2766678" y="5656165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latin typeface="+mj-lt"/>
              </a:rPr>
              <a:t>p.</a:t>
            </a:r>
          </a:p>
        </p:txBody>
      </p:sp>
      <p:sp>
        <p:nvSpPr>
          <p:cNvPr id="46" name="Espace réservé du texte 29">
            <a:extLst>
              <a:ext uri="{FF2B5EF4-FFF2-40B4-BE49-F238E27FC236}">
                <a16:creationId xmlns:a16="http://schemas.microsoft.com/office/drawing/2014/main" id="{8BA10C54-F7A0-4E42-9337-4531A2F280F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158953" y="4436914"/>
            <a:ext cx="3509462" cy="9144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Nom de la partie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9195FC02-B02A-4A68-B2A8-A3774C1792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4168" y="5307066"/>
            <a:ext cx="2359031" cy="473004"/>
          </a:xfrm>
          <a:prstGeom prst="rect">
            <a:avLst/>
          </a:prstGeom>
        </p:spPr>
      </p:pic>
      <p:sp>
        <p:nvSpPr>
          <p:cNvPr id="49" name="ZoneTexte 48">
            <a:extLst>
              <a:ext uri="{FF2B5EF4-FFF2-40B4-BE49-F238E27FC236}">
                <a16:creationId xmlns:a16="http://schemas.microsoft.com/office/drawing/2014/main" id="{EAAA39FA-00E6-445B-9D2E-3B9EBBBFD833}"/>
              </a:ext>
            </a:extLst>
          </p:cNvPr>
          <p:cNvSpPr txBox="1"/>
          <p:nvPr userDrawn="1"/>
        </p:nvSpPr>
        <p:spPr>
          <a:xfrm>
            <a:off x="8402044" y="5656165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latin typeface="+mj-lt"/>
              </a:rPr>
              <a:t>p.</a:t>
            </a:r>
          </a:p>
        </p:txBody>
      </p:sp>
      <p:sp>
        <p:nvSpPr>
          <p:cNvPr id="25" name="Espace réservé du texte 3">
            <a:extLst>
              <a:ext uri="{FF2B5EF4-FFF2-40B4-BE49-F238E27FC236}">
                <a16:creationId xmlns:a16="http://schemas.microsoft.com/office/drawing/2014/main" id="{5833A513-D77B-431F-8D79-DCD2209BD94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8618443" y="5748964"/>
            <a:ext cx="59048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##</a:t>
            </a:r>
          </a:p>
        </p:txBody>
      </p:sp>
      <p:sp>
        <p:nvSpPr>
          <p:cNvPr id="27" name="Espace réservé du texte 3">
            <a:extLst>
              <a:ext uri="{FF2B5EF4-FFF2-40B4-BE49-F238E27FC236}">
                <a16:creationId xmlns:a16="http://schemas.microsoft.com/office/drawing/2014/main" id="{312B64AE-2E80-4EFA-B742-87C9E9886D1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478068" y="4078055"/>
            <a:ext cx="287280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29" name="Espace réservé du texte 3">
            <a:extLst>
              <a:ext uri="{FF2B5EF4-FFF2-40B4-BE49-F238E27FC236}">
                <a16:creationId xmlns:a16="http://schemas.microsoft.com/office/drawing/2014/main" id="{8AE0C179-4826-4138-B444-2E4A4FD845C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983209" y="5748964"/>
            <a:ext cx="59048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##</a:t>
            </a:r>
          </a:p>
        </p:txBody>
      </p:sp>
      <p:sp>
        <p:nvSpPr>
          <p:cNvPr id="34" name="Espace réservé du texte 3">
            <a:extLst>
              <a:ext uri="{FF2B5EF4-FFF2-40B4-BE49-F238E27FC236}">
                <a16:creationId xmlns:a16="http://schemas.microsoft.com/office/drawing/2014/main" id="{DA32D896-9CF9-44B3-8E0F-57A558F1E27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841132" y="4078055"/>
            <a:ext cx="287280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50" name="Espace réservé du texte 3">
            <a:extLst>
              <a:ext uri="{FF2B5EF4-FFF2-40B4-BE49-F238E27FC236}">
                <a16:creationId xmlns:a16="http://schemas.microsoft.com/office/drawing/2014/main" id="{33415037-BC7F-44E6-8FF3-F538DF92491F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8618443" y="3501505"/>
            <a:ext cx="59048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##</a:t>
            </a:r>
          </a:p>
        </p:txBody>
      </p:sp>
      <p:sp>
        <p:nvSpPr>
          <p:cNvPr id="51" name="Espace réservé du texte 3">
            <a:extLst>
              <a:ext uri="{FF2B5EF4-FFF2-40B4-BE49-F238E27FC236}">
                <a16:creationId xmlns:a16="http://schemas.microsoft.com/office/drawing/2014/main" id="{2D7D4B80-8CF0-4881-8CD7-96F74542AD9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7478068" y="1830596"/>
            <a:ext cx="287280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52" name="Espace réservé du texte 3">
            <a:extLst>
              <a:ext uri="{FF2B5EF4-FFF2-40B4-BE49-F238E27FC236}">
                <a16:creationId xmlns:a16="http://schemas.microsoft.com/office/drawing/2014/main" id="{05F76022-AB0B-4EA1-B77F-78663100671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2983209" y="3501505"/>
            <a:ext cx="59048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##</a:t>
            </a:r>
          </a:p>
        </p:txBody>
      </p:sp>
      <p:sp>
        <p:nvSpPr>
          <p:cNvPr id="53" name="Espace réservé du texte 3">
            <a:extLst>
              <a:ext uri="{FF2B5EF4-FFF2-40B4-BE49-F238E27FC236}">
                <a16:creationId xmlns:a16="http://schemas.microsoft.com/office/drawing/2014/main" id="{ADE94577-5074-4CA4-B66B-FB172E02101A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41132" y="1830596"/>
            <a:ext cx="287280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55913684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5 par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28D1308F-5AB3-4092-91D0-0DC59ADC3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2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5C099187-7A9C-4FE6-9452-51D4CB057F0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29FA8D36-B856-46A1-99BE-CDB8A6C38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A1AFEE4-A953-4A5B-AB42-BD074F39E929}" type="datetimeFigureOut">
              <a:rPr lang="fr-FR" smtClean="0"/>
              <a:pPr/>
              <a:t>05/08/2025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4082D62-511A-4BA2-B90D-33D7A914D7EC}"/>
              </a:ext>
            </a:extLst>
          </p:cNvPr>
          <p:cNvSpPr txBox="1"/>
          <p:nvPr userDrawn="1"/>
        </p:nvSpPr>
        <p:spPr>
          <a:xfrm>
            <a:off x="5302353" y="545043"/>
            <a:ext cx="15872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>
                <a:solidFill>
                  <a:schemeClr val="accent1"/>
                </a:solidFill>
                <a:latin typeface="+mj-lt"/>
              </a:rPr>
              <a:t>Sommaire</a:t>
            </a:r>
          </a:p>
        </p:txBody>
      </p:sp>
      <p:sp>
        <p:nvSpPr>
          <p:cNvPr id="30" name="Espace réservé du texte 29">
            <a:extLst>
              <a:ext uri="{FF2B5EF4-FFF2-40B4-BE49-F238E27FC236}">
                <a16:creationId xmlns:a16="http://schemas.microsoft.com/office/drawing/2014/main" id="{FBCE4A06-2EA8-460B-91F3-DE52D0268EA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6764" y="2230767"/>
            <a:ext cx="3509462" cy="9144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Nom de la partie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FC556175-A278-4916-A89D-077B2C945C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1979" y="3100919"/>
            <a:ext cx="2359031" cy="473004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D9674544-E4F4-4D64-91FE-240974F5B076}"/>
              </a:ext>
            </a:extLst>
          </p:cNvPr>
          <p:cNvSpPr txBox="1"/>
          <p:nvPr userDrawn="1"/>
        </p:nvSpPr>
        <p:spPr>
          <a:xfrm>
            <a:off x="1859855" y="3450018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latin typeface="+mj-lt"/>
              </a:rPr>
              <a:t>p.</a:t>
            </a:r>
          </a:p>
        </p:txBody>
      </p:sp>
      <p:sp>
        <p:nvSpPr>
          <p:cNvPr id="36" name="Espace réservé du texte 29">
            <a:extLst>
              <a:ext uri="{FF2B5EF4-FFF2-40B4-BE49-F238E27FC236}">
                <a16:creationId xmlns:a16="http://schemas.microsoft.com/office/drawing/2014/main" id="{9F5F9B49-9656-499B-B6EB-A7A1E895BB0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065774" y="2230767"/>
            <a:ext cx="3509462" cy="9144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Nom de la partie</a:t>
            </a:r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9752C183-852F-47AC-947D-5A3CE0C142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40989" y="3100919"/>
            <a:ext cx="2359031" cy="473004"/>
          </a:xfrm>
          <a:prstGeom prst="rect">
            <a:avLst/>
          </a:prstGeom>
        </p:spPr>
      </p:pic>
      <p:sp>
        <p:nvSpPr>
          <p:cNvPr id="39" name="ZoneTexte 38">
            <a:extLst>
              <a:ext uri="{FF2B5EF4-FFF2-40B4-BE49-F238E27FC236}">
                <a16:creationId xmlns:a16="http://schemas.microsoft.com/office/drawing/2014/main" id="{09302496-3BF9-40E4-B22A-C34CA83830FB}"/>
              </a:ext>
            </a:extLst>
          </p:cNvPr>
          <p:cNvSpPr txBox="1"/>
          <p:nvPr userDrawn="1"/>
        </p:nvSpPr>
        <p:spPr>
          <a:xfrm>
            <a:off x="9308865" y="3450018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latin typeface="+mj-lt"/>
              </a:rPr>
              <a:t>p.</a:t>
            </a:r>
          </a:p>
        </p:txBody>
      </p:sp>
      <p:sp>
        <p:nvSpPr>
          <p:cNvPr id="16" name="Espace réservé du texte 29">
            <a:extLst>
              <a:ext uri="{FF2B5EF4-FFF2-40B4-BE49-F238E27FC236}">
                <a16:creationId xmlns:a16="http://schemas.microsoft.com/office/drawing/2014/main" id="{C9A9DC5B-8DE8-4585-A7BA-AD214A60C46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41269" y="2230767"/>
            <a:ext cx="3509462" cy="9144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Nom de la partie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7014BB7F-08E0-4CB9-A206-80A2E77F82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6484" y="3100919"/>
            <a:ext cx="2359031" cy="47300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BF5BCA60-F61E-4223-A7E8-D66C80172FCE}"/>
              </a:ext>
            </a:extLst>
          </p:cNvPr>
          <p:cNvSpPr txBox="1"/>
          <p:nvPr userDrawn="1"/>
        </p:nvSpPr>
        <p:spPr>
          <a:xfrm>
            <a:off x="5584360" y="3450018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latin typeface="+mj-lt"/>
              </a:rPr>
              <a:t>p.</a:t>
            </a:r>
          </a:p>
        </p:txBody>
      </p:sp>
      <p:sp>
        <p:nvSpPr>
          <p:cNvPr id="24" name="Espace réservé du texte 29">
            <a:extLst>
              <a:ext uri="{FF2B5EF4-FFF2-40B4-BE49-F238E27FC236}">
                <a16:creationId xmlns:a16="http://schemas.microsoft.com/office/drawing/2014/main" id="{BEB6CB4C-EE85-410F-A62A-4E801443D73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469736" y="4557006"/>
            <a:ext cx="3509462" cy="9144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Nom de la partie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C79ECE77-ADD7-41FD-BA55-0C300E4385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4951" y="5427158"/>
            <a:ext cx="2359031" cy="473004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024582B9-B077-4E51-8D8F-A31F29D9A3DE}"/>
              </a:ext>
            </a:extLst>
          </p:cNvPr>
          <p:cNvSpPr txBox="1"/>
          <p:nvPr userDrawn="1"/>
        </p:nvSpPr>
        <p:spPr>
          <a:xfrm>
            <a:off x="3712827" y="577625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latin typeface="+mj-lt"/>
              </a:rPr>
              <a:t>p.</a:t>
            </a:r>
          </a:p>
        </p:txBody>
      </p:sp>
      <p:sp>
        <p:nvSpPr>
          <p:cNvPr id="29" name="Espace réservé du texte 29">
            <a:extLst>
              <a:ext uri="{FF2B5EF4-FFF2-40B4-BE49-F238E27FC236}">
                <a16:creationId xmlns:a16="http://schemas.microsoft.com/office/drawing/2014/main" id="{FDD45935-D284-45AE-B666-1DDBA57499C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12803" y="4557006"/>
            <a:ext cx="3509462" cy="9144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Nom de la partie</a:t>
            </a: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18B9FACE-8654-4A00-9A35-C561915A1F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88018" y="5427158"/>
            <a:ext cx="2359031" cy="473004"/>
          </a:xfrm>
          <a:prstGeom prst="rect">
            <a:avLst/>
          </a:prstGeom>
        </p:spPr>
      </p:pic>
      <p:sp>
        <p:nvSpPr>
          <p:cNvPr id="41" name="ZoneTexte 40">
            <a:extLst>
              <a:ext uri="{FF2B5EF4-FFF2-40B4-BE49-F238E27FC236}">
                <a16:creationId xmlns:a16="http://schemas.microsoft.com/office/drawing/2014/main" id="{A997CA1B-ED03-4871-8B05-FAE5BA8EF7A8}"/>
              </a:ext>
            </a:extLst>
          </p:cNvPr>
          <p:cNvSpPr txBox="1"/>
          <p:nvPr userDrawn="1"/>
        </p:nvSpPr>
        <p:spPr>
          <a:xfrm>
            <a:off x="7455894" y="577625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latin typeface="+mj-lt"/>
              </a:rPr>
              <a:t>p.</a:t>
            </a:r>
          </a:p>
        </p:txBody>
      </p:sp>
      <p:sp>
        <p:nvSpPr>
          <p:cNvPr id="42" name="Espace réservé du texte 3">
            <a:extLst>
              <a:ext uri="{FF2B5EF4-FFF2-40B4-BE49-F238E27FC236}">
                <a16:creationId xmlns:a16="http://schemas.microsoft.com/office/drawing/2014/main" id="{29299EFB-1AED-4273-89CA-E1D29DF0BCBC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524481" y="3541206"/>
            <a:ext cx="59048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##</a:t>
            </a:r>
          </a:p>
        </p:txBody>
      </p:sp>
      <p:sp>
        <p:nvSpPr>
          <p:cNvPr id="43" name="Espace réservé du texte 3">
            <a:extLst>
              <a:ext uri="{FF2B5EF4-FFF2-40B4-BE49-F238E27FC236}">
                <a16:creationId xmlns:a16="http://schemas.microsoft.com/office/drawing/2014/main" id="{3291880D-6B68-46E5-AAB4-D24774492E5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802348" y="3541206"/>
            <a:ext cx="59048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##</a:t>
            </a:r>
          </a:p>
        </p:txBody>
      </p:sp>
      <p:sp>
        <p:nvSpPr>
          <p:cNvPr id="44" name="Espace réservé du texte 3">
            <a:extLst>
              <a:ext uri="{FF2B5EF4-FFF2-40B4-BE49-F238E27FC236}">
                <a16:creationId xmlns:a16="http://schemas.microsoft.com/office/drawing/2014/main" id="{E1B29782-869A-4A3B-A068-6E384A1AF41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077838" y="3541206"/>
            <a:ext cx="59048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##</a:t>
            </a:r>
          </a:p>
        </p:txBody>
      </p:sp>
      <p:sp>
        <p:nvSpPr>
          <p:cNvPr id="45" name="Espace réservé du texte 3">
            <a:extLst>
              <a:ext uri="{FF2B5EF4-FFF2-40B4-BE49-F238E27FC236}">
                <a16:creationId xmlns:a16="http://schemas.microsoft.com/office/drawing/2014/main" id="{4ACE2BD5-FF62-4B16-A755-EDB7A5719E1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672293" y="5866655"/>
            <a:ext cx="59048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##</a:t>
            </a:r>
          </a:p>
        </p:txBody>
      </p:sp>
      <p:sp>
        <p:nvSpPr>
          <p:cNvPr id="46" name="Espace réservé du texte 3">
            <a:extLst>
              <a:ext uri="{FF2B5EF4-FFF2-40B4-BE49-F238E27FC236}">
                <a16:creationId xmlns:a16="http://schemas.microsoft.com/office/drawing/2014/main" id="{B757EDA7-9CDC-4B8D-A35A-5DA86158AF4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929226" y="5866655"/>
            <a:ext cx="59048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##</a:t>
            </a:r>
          </a:p>
        </p:txBody>
      </p:sp>
      <p:sp>
        <p:nvSpPr>
          <p:cNvPr id="47" name="Espace réservé du texte 3">
            <a:extLst>
              <a:ext uri="{FF2B5EF4-FFF2-40B4-BE49-F238E27FC236}">
                <a16:creationId xmlns:a16="http://schemas.microsoft.com/office/drawing/2014/main" id="{1849CDC8-EC7C-4E42-8863-72EA571190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658816" y="1855740"/>
            <a:ext cx="287280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48" name="Espace réservé du texte 3">
            <a:extLst>
              <a:ext uri="{FF2B5EF4-FFF2-40B4-BE49-F238E27FC236}">
                <a16:creationId xmlns:a16="http://schemas.microsoft.com/office/drawing/2014/main" id="{89B2EFB5-05D2-45A5-B541-4162DDAE2DE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83321" y="1855740"/>
            <a:ext cx="287280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49" name="Espace réservé du texte 3">
            <a:extLst>
              <a:ext uri="{FF2B5EF4-FFF2-40B4-BE49-F238E27FC236}">
                <a16:creationId xmlns:a16="http://schemas.microsoft.com/office/drawing/2014/main" id="{20796934-5FF6-4E68-A8D4-A880411CE23F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35880" y="1855740"/>
            <a:ext cx="287280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50" name="Espace réservé du texte 3">
            <a:extLst>
              <a:ext uri="{FF2B5EF4-FFF2-40B4-BE49-F238E27FC236}">
                <a16:creationId xmlns:a16="http://schemas.microsoft.com/office/drawing/2014/main" id="{C3E2837B-13BF-4327-9B11-11F5F2821DAE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530348" y="4184464"/>
            <a:ext cx="287280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51" name="Espace réservé du texte 3">
            <a:extLst>
              <a:ext uri="{FF2B5EF4-FFF2-40B4-BE49-F238E27FC236}">
                <a16:creationId xmlns:a16="http://schemas.microsoft.com/office/drawing/2014/main" id="{64206929-C59B-4E00-8579-310AB62C424F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788066" y="4184464"/>
            <a:ext cx="287280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12437595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6 par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28D1308F-5AB3-4092-91D0-0DC59ADC3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2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5C099187-7A9C-4FE6-9452-51D4CB057F0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29FA8D36-B856-46A1-99BE-CDB8A6C38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A1AFEE4-A953-4A5B-AB42-BD074F39E929}" type="datetimeFigureOut">
              <a:rPr lang="fr-FR" smtClean="0"/>
              <a:pPr/>
              <a:t>05/08/2025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4082D62-511A-4BA2-B90D-33D7A914D7EC}"/>
              </a:ext>
            </a:extLst>
          </p:cNvPr>
          <p:cNvSpPr txBox="1"/>
          <p:nvPr userDrawn="1"/>
        </p:nvSpPr>
        <p:spPr>
          <a:xfrm>
            <a:off x="5302353" y="545043"/>
            <a:ext cx="15872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>
                <a:solidFill>
                  <a:schemeClr val="accent1"/>
                </a:solidFill>
                <a:latin typeface="+mj-lt"/>
              </a:rPr>
              <a:t>Sommaire</a:t>
            </a:r>
          </a:p>
        </p:txBody>
      </p:sp>
      <p:sp>
        <p:nvSpPr>
          <p:cNvPr id="30" name="Espace réservé du texte 29">
            <a:extLst>
              <a:ext uri="{FF2B5EF4-FFF2-40B4-BE49-F238E27FC236}">
                <a16:creationId xmlns:a16="http://schemas.microsoft.com/office/drawing/2014/main" id="{FBCE4A06-2EA8-460B-91F3-DE52D0268EA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6764" y="2230767"/>
            <a:ext cx="3509462" cy="9144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Nom de la partie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FC556175-A278-4916-A89D-077B2C945C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1979" y="3100919"/>
            <a:ext cx="2359031" cy="473004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D9674544-E4F4-4D64-91FE-240974F5B076}"/>
              </a:ext>
            </a:extLst>
          </p:cNvPr>
          <p:cNvSpPr txBox="1"/>
          <p:nvPr userDrawn="1"/>
        </p:nvSpPr>
        <p:spPr>
          <a:xfrm>
            <a:off x="1859855" y="3450018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latin typeface="+mj-lt"/>
              </a:rPr>
              <a:t>p.</a:t>
            </a:r>
          </a:p>
        </p:txBody>
      </p:sp>
      <p:sp>
        <p:nvSpPr>
          <p:cNvPr id="36" name="Espace réservé du texte 29">
            <a:extLst>
              <a:ext uri="{FF2B5EF4-FFF2-40B4-BE49-F238E27FC236}">
                <a16:creationId xmlns:a16="http://schemas.microsoft.com/office/drawing/2014/main" id="{9F5F9B49-9656-499B-B6EB-A7A1E895BB0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065774" y="2230767"/>
            <a:ext cx="3509462" cy="9144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Nom de la partie</a:t>
            </a:r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9752C183-852F-47AC-947D-5A3CE0C142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40989" y="3100919"/>
            <a:ext cx="2359031" cy="473004"/>
          </a:xfrm>
          <a:prstGeom prst="rect">
            <a:avLst/>
          </a:prstGeom>
        </p:spPr>
      </p:pic>
      <p:sp>
        <p:nvSpPr>
          <p:cNvPr id="39" name="ZoneTexte 38">
            <a:extLst>
              <a:ext uri="{FF2B5EF4-FFF2-40B4-BE49-F238E27FC236}">
                <a16:creationId xmlns:a16="http://schemas.microsoft.com/office/drawing/2014/main" id="{09302496-3BF9-40E4-B22A-C34CA83830FB}"/>
              </a:ext>
            </a:extLst>
          </p:cNvPr>
          <p:cNvSpPr txBox="1"/>
          <p:nvPr userDrawn="1"/>
        </p:nvSpPr>
        <p:spPr>
          <a:xfrm>
            <a:off x="9308865" y="3450018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latin typeface="+mj-lt"/>
              </a:rPr>
              <a:t>p.</a:t>
            </a:r>
          </a:p>
        </p:txBody>
      </p:sp>
      <p:sp>
        <p:nvSpPr>
          <p:cNvPr id="16" name="Espace réservé du texte 29">
            <a:extLst>
              <a:ext uri="{FF2B5EF4-FFF2-40B4-BE49-F238E27FC236}">
                <a16:creationId xmlns:a16="http://schemas.microsoft.com/office/drawing/2014/main" id="{C9A9DC5B-8DE8-4585-A7BA-AD214A60C46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41269" y="2230767"/>
            <a:ext cx="3509462" cy="9144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Nom de la partie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7014BB7F-08E0-4CB9-A206-80A2E77F82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6484" y="3100919"/>
            <a:ext cx="2359031" cy="47300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BF5BCA60-F61E-4223-A7E8-D66C80172FCE}"/>
              </a:ext>
            </a:extLst>
          </p:cNvPr>
          <p:cNvSpPr txBox="1"/>
          <p:nvPr userDrawn="1"/>
        </p:nvSpPr>
        <p:spPr>
          <a:xfrm>
            <a:off x="5584360" y="3450018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latin typeface="+mj-lt"/>
              </a:rPr>
              <a:t>p.</a:t>
            </a:r>
          </a:p>
        </p:txBody>
      </p:sp>
      <p:sp>
        <p:nvSpPr>
          <p:cNvPr id="26" name="Espace réservé du texte 29">
            <a:extLst>
              <a:ext uri="{FF2B5EF4-FFF2-40B4-BE49-F238E27FC236}">
                <a16:creationId xmlns:a16="http://schemas.microsoft.com/office/drawing/2014/main" id="{B24FC65C-DE77-49BF-9609-62386EC9D41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16764" y="4538868"/>
            <a:ext cx="3509462" cy="9144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Nom de la partie</a:t>
            </a: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7F2BE2DC-D1E7-4FD3-AB10-37B48AB969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1979" y="5409020"/>
            <a:ext cx="2359031" cy="473004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5250CE9E-ECF6-4333-8FBF-5CFA03BF5FDE}"/>
              </a:ext>
            </a:extLst>
          </p:cNvPr>
          <p:cNvSpPr txBox="1"/>
          <p:nvPr userDrawn="1"/>
        </p:nvSpPr>
        <p:spPr>
          <a:xfrm>
            <a:off x="1859855" y="575811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latin typeface="+mj-lt"/>
              </a:rPr>
              <a:t>p.</a:t>
            </a:r>
          </a:p>
        </p:txBody>
      </p:sp>
      <p:sp>
        <p:nvSpPr>
          <p:cNvPr id="40" name="Espace réservé du texte 29">
            <a:extLst>
              <a:ext uri="{FF2B5EF4-FFF2-40B4-BE49-F238E27FC236}">
                <a16:creationId xmlns:a16="http://schemas.microsoft.com/office/drawing/2014/main" id="{185A2799-165C-48DB-B772-AD16DAFA782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065774" y="4538868"/>
            <a:ext cx="3509462" cy="9144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Nom de la partie</a:t>
            </a: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2185242B-3F56-44BA-80F5-D3C3EEC0B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40989" y="5409020"/>
            <a:ext cx="2359031" cy="473004"/>
          </a:xfrm>
          <a:prstGeom prst="rect">
            <a:avLst/>
          </a:prstGeom>
        </p:spPr>
      </p:pic>
      <p:sp>
        <p:nvSpPr>
          <p:cNvPr id="43" name="ZoneTexte 42">
            <a:extLst>
              <a:ext uri="{FF2B5EF4-FFF2-40B4-BE49-F238E27FC236}">
                <a16:creationId xmlns:a16="http://schemas.microsoft.com/office/drawing/2014/main" id="{DADFCCF7-5FC6-483B-8C29-6867BC0CE26B}"/>
              </a:ext>
            </a:extLst>
          </p:cNvPr>
          <p:cNvSpPr txBox="1"/>
          <p:nvPr userDrawn="1"/>
        </p:nvSpPr>
        <p:spPr>
          <a:xfrm>
            <a:off x="9308865" y="575811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latin typeface="+mj-lt"/>
              </a:rPr>
              <a:t>p.</a:t>
            </a:r>
          </a:p>
        </p:txBody>
      </p:sp>
      <p:sp>
        <p:nvSpPr>
          <p:cNvPr id="45" name="Espace réservé du texte 29">
            <a:extLst>
              <a:ext uri="{FF2B5EF4-FFF2-40B4-BE49-F238E27FC236}">
                <a16:creationId xmlns:a16="http://schemas.microsoft.com/office/drawing/2014/main" id="{1B9438E3-46C3-4682-932E-27C04581AB7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41269" y="4538868"/>
            <a:ext cx="3509462" cy="9144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Nom de la partie</a:t>
            </a:r>
          </a:p>
        </p:txBody>
      </p:sp>
      <p:pic>
        <p:nvPicPr>
          <p:cNvPr id="46" name="Image 45">
            <a:extLst>
              <a:ext uri="{FF2B5EF4-FFF2-40B4-BE49-F238E27FC236}">
                <a16:creationId xmlns:a16="http://schemas.microsoft.com/office/drawing/2014/main" id="{970354C5-E75C-4A59-9365-32BC19BE5B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6484" y="5409020"/>
            <a:ext cx="2359031" cy="473004"/>
          </a:xfrm>
          <a:prstGeom prst="rect">
            <a:avLst/>
          </a:prstGeom>
        </p:spPr>
      </p:pic>
      <p:sp>
        <p:nvSpPr>
          <p:cNvPr id="48" name="ZoneTexte 47">
            <a:extLst>
              <a:ext uri="{FF2B5EF4-FFF2-40B4-BE49-F238E27FC236}">
                <a16:creationId xmlns:a16="http://schemas.microsoft.com/office/drawing/2014/main" id="{9000E209-2DFE-4008-B356-BB483CB9FF42}"/>
              </a:ext>
            </a:extLst>
          </p:cNvPr>
          <p:cNvSpPr txBox="1"/>
          <p:nvPr userDrawn="1"/>
        </p:nvSpPr>
        <p:spPr>
          <a:xfrm>
            <a:off x="5584360" y="575811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latin typeface="+mj-lt"/>
              </a:rPr>
              <a:t>p.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559BF0-698B-4FE1-90EC-6CD5C0E887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658816" y="1855740"/>
            <a:ext cx="287280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49" name="Espace réservé du texte 3">
            <a:extLst>
              <a:ext uri="{FF2B5EF4-FFF2-40B4-BE49-F238E27FC236}">
                <a16:creationId xmlns:a16="http://schemas.microsoft.com/office/drawing/2014/main" id="{B690A87E-A6D7-4504-8441-14869D2C7CE4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83321" y="1855740"/>
            <a:ext cx="287280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50" name="Espace réservé du texte 3">
            <a:extLst>
              <a:ext uri="{FF2B5EF4-FFF2-40B4-BE49-F238E27FC236}">
                <a16:creationId xmlns:a16="http://schemas.microsoft.com/office/drawing/2014/main" id="{27F6FA5E-127B-4FF9-97CF-6D2A0CA8B9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35880" y="1855740"/>
            <a:ext cx="287280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51" name="Espace réservé du texte 3">
            <a:extLst>
              <a:ext uri="{FF2B5EF4-FFF2-40B4-BE49-F238E27FC236}">
                <a16:creationId xmlns:a16="http://schemas.microsoft.com/office/drawing/2014/main" id="{0F753764-7AAE-4EF5-9DB1-E7BB06D1CC9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659600" y="4173739"/>
            <a:ext cx="287280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52" name="Espace réservé du texte 3">
            <a:extLst>
              <a:ext uri="{FF2B5EF4-FFF2-40B4-BE49-F238E27FC236}">
                <a16:creationId xmlns:a16="http://schemas.microsoft.com/office/drawing/2014/main" id="{69427134-8B4B-4A37-9DE4-667BF3A1C5B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383321" y="4173739"/>
            <a:ext cx="287280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53" name="Espace réservé du texte 3">
            <a:extLst>
              <a:ext uri="{FF2B5EF4-FFF2-40B4-BE49-F238E27FC236}">
                <a16:creationId xmlns:a16="http://schemas.microsoft.com/office/drawing/2014/main" id="{C7FA6967-ED67-4115-87F8-D4337D4D972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35880" y="4173739"/>
            <a:ext cx="287280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54" name="Espace réservé du texte 3">
            <a:extLst>
              <a:ext uri="{FF2B5EF4-FFF2-40B4-BE49-F238E27FC236}">
                <a16:creationId xmlns:a16="http://schemas.microsoft.com/office/drawing/2014/main" id="{53C7B4E9-14A9-466A-B5B5-DD715319C4EC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524481" y="3541206"/>
            <a:ext cx="59048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##</a:t>
            </a:r>
          </a:p>
        </p:txBody>
      </p:sp>
      <p:sp>
        <p:nvSpPr>
          <p:cNvPr id="55" name="Espace réservé du texte 3">
            <a:extLst>
              <a:ext uri="{FF2B5EF4-FFF2-40B4-BE49-F238E27FC236}">
                <a16:creationId xmlns:a16="http://schemas.microsoft.com/office/drawing/2014/main" id="{8B5FB979-4CDC-4460-A8D6-9B848CF3755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524481" y="5842834"/>
            <a:ext cx="59048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##</a:t>
            </a:r>
          </a:p>
        </p:txBody>
      </p:sp>
      <p:sp>
        <p:nvSpPr>
          <p:cNvPr id="56" name="Espace réservé du texte 3">
            <a:extLst>
              <a:ext uri="{FF2B5EF4-FFF2-40B4-BE49-F238E27FC236}">
                <a16:creationId xmlns:a16="http://schemas.microsoft.com/office/drawing/2014/main" id="{38B4751C-FDED-4C9D-A55C-284EB59B7850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802348" y="5842834"/>
            <a:ext cx="59048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##</a:t>
            </a:r>
          </a:p>
        </p:txBody>
      </p:sp>
      <p:sp>
        <p:nvSpPr>
          <p:cNvPr id="57" name="Espace réservé du texte 3">
            <a:extLst>
              <a:ext uri="{FF2B5EF4-FFF2-40B4-BE49-F238E27FC236}">
                <a16:creationId xmlns:a16="http://schemas.microsoft.com/office/drawing/2014/main" id="{706DA092-9808-44D1-A59C-E5AB4D2DE28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077838" y="5842834"/>
            <a:ext cx="59048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##</a:t>
            </a:r>
          </a:p>
        </p:txBody>
      </p:sp>
      <p:sp>
        <p:nvSpPr>
          <p:cNvPr id="58" name="Espace réservé du texte 3">
            <a:extLst>
              <a:ext uri="{FF2B5EF4-FFF2-40B4-BE49-F238E27FC236}">
                <a16:creationId xmlns:a16="http://schemas.microsoft.com/office/drawing/2014/main" id="{5195A989-1D88-4AB3-B1C7-F39812A0D6A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802348" y="3541206"/>
            <a:ext cx="59048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##</a:t>
            </a:r>
          </a:p>
        </p:txBody>
      </p:sp>
      <p:sp>
        <p:nvSpPr>
          <p:cNvPr id="59" name="Espace réservé du texte 3">
            <a:extLst>
              <a:ext uri="{FF2B5EF4-FFF2-40B4-BE49-F238E27FC236}">
                <a16:creationId xmlns:a16="http://schemas.microsoft.com/office/drawing/2014/main" id="{3CCA0D8D-AE13-4434-B556-7BEF9016C85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077838" y="3541206"/>
            <a:ext cx="59048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210882125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2 par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28D1308F-5AB3-4092-91D0-0DC59ADC3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2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5C099187-7A9C-4FE6-9452-51D4CB057F0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29FA8D36-B856-46A1-99BE-CDB8A6C38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A1AFEE4-A953-4A5B-AB42-BD074F39E929}" type="datetimeFigureOut">
              <a:rPr lang="fr-FR" smtClean="0"/>
              <a:pPr/>
              <a:t>05/08/2025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4082D62-511A-4BA2-B90D-33D7A914D7EC}"/>
              </a:ext>
            </a:extLst>
          </p:cNvPr>
          <p:cNvSpPr txBox="1"/>
          <p:nvPr userDrawn="1"/>
        </p:nvSpPr>
        <p:spPr>
          <a:xfrm>
            <a:off x="5302353" y="545043"/>
            <a:ext cx="15872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>
                <a:solidFill>
                  <a:schemeClr val="accent1"/>
                </a:solidFill>
                <a:latin typeface="+mj-lt"/>
              </a:rPr>
              <a:t>Sommaire</a:t>
            </a:r>
          </a:p>
        </p:txBody>
      </p:sp>
      <p:sp>
        <p:nvSpPr>
          <p:cNvPr id="30" name="Espace réservé du texte 29">
            <a:extLst>
              <a:ext uri="{FF2B5EF4-FFF2-40B4-BE49-F238E27FC236}">
                <a16:creationId xmlns:a16="http://schemas.microsoft.com/office/drawing/2014/main" id="{FBCE4A06-2EA8-460B-91F3-DE52D0268EA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23587" y="2971800"/>
            <a:ext cx="3509462" cy="9144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Nom de la partie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FC556175-A278-4916-A89D-077B2C945C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98802" y="3841952"/>
            <a:ext cx="2359031" cy="473004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D9674544-E4F4-4D64-91FE-240974F5B076}"/>
              </a:ext>
            </a:extLst>
          </p:cNvPr>
          <p:cNvSpPr txBox="1"/>
          <p:nvPr userDrawn="1"/>
        </p:nvSpPr>
        <p:spPr>
          <a:xfrm>
            <a:off x="2766678" y="4191051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latin typeface="+mj-lt"/>
              </a:rPr>
              <a:t>p.</a:t>
            </a:r>
          </a:p>
        </p:txBody>
      </p:sp>
      <p:sp>
        <p:nvSpPr>
          <p:cNvPr id="36" name="Espace réservé du texte 29">
            <a:extLst>
              <a:ext uri="{FF2B5EF4-FFF2-40B4-BE49-F238E27FC236}">
                <a16:creationId xmlns:a16="http://schemas.microsoft.com/office/drawing/2014/main" id="{9F5F9B49-9656-499B-B6EB-A7A1E895BB0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58953" y="2971800"/>
            <a:ext cx="3509462" cy="9144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Nom de la partie</a:t>
            </a:r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9752C183-852F-47AC-947D-5A3CE0C142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4168" y="3841952"/>
            <a:ext cx="2359031" cy="473004"/>
          </a:xfrm>
          <a:prstGeom prst="rect">
            <a:avLst/>
          </a:prstGeom>
        </p:spPr>
      </p:pic>
      <p:sp>
        <p:nvSpPr>
          <p:cNvPr id="39" name="ZoneTexte 38">
            <a:extLst>
              <a:ext uri="{FF2B5EF4-FFF2-40B4-BE49-F238E27FC236}">
                <a16:creationId xmlns:a16="http://schemas.microsoft.com/office/drawing/2014/main" id="{09302496-3BF9-40E4-B22A-C34CA83830FB}"/>
              </a:ext>
            </a:extLst>
          </p:cNvPr>
          <p:cNvSpPr txBox="1"/>
          <p:nvPr userDrawn="1"/>
        </p:nvSpPr>
        <p:spPr>
          <a:xfrm>
            <a:off x="8402044" y="4191051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latin typeface="+mj-lt"/>
              </a:rPr>
              <a:t>p.</a:t>
            </a:r>
          </a:p>
        </p:txBody>
      </p:sp>
      <p:sp>
        <p:nvSpPr>
          <p:cNvPr id="51" name="Espace réservé du texte 3">
            <a:extLst>
              <a:ext uri="{FF2B5EF4-FFF2-40B4-BE49-F238E27FC236}">
                <a16:creationId xmlns:a16="http://schemas.microsoft.com/office/drawing/2014/main" id="{8B9361FB-00AB-454D-BC47-A77BAE34909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2983209" y="4282308"/>
            <a:ext cx="59048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##</a:t>
            </a:r>
          </a:p>
        </p:txBody>
      </p:sp>
      <p:sp>
        <p:nvSpPr>
          <p:cNvPr id="52" name="Espace réservé du texte 3">
            <a:extLst>
              <a:ext uri="{FF2B5EF4-FFF2-40B4-BE49-F238E27FC236}">
                <a16:creationId xmlns:a16="http://schemas.microsoft.com/office/drawing/2014/main" id="{67EF17FF-EB7B-4972-A29F-D76309F008C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41132" y="2611399"/>
            <a:ext cx="287280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53" name="Espace réservé du texte 3">
            <a:extLst>
              <a:ext uri="{FF2B5EF4-FFF2-40B4-BE49-F238E27FC236}">
                <a16:creationId xmlns:a16="http://schemas.microsoft.com/office/drawing/2014/main" id="{EE3A4220-FFB5-4B4C-B1BA-AB4112F8CDB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8618311" y="4282308"/>
            <a:ext cx="59048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##</a:t>
            </a:r>
          </a:p>
        </p:txBody>
      </p:sp>
      <p:sp>
        <p:nvSpPr>
          <p:cNvPr id="54" name="Espace réservé du texte 3">
            <a:extLst>
              <a:ext uri="{FF2B5EF4-FFF2-40B4-BE49-F238E27FC236}">
                <a16:creationId xmlns:a16="http://schemas.microsoft.com/office/drawing/2014/main" id="{318A8CDE-6DE7-4A26-96C5-2AFF24E395C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7476234" y="2611399"/>
            <a:ext cx="2872800" cy="2592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0" indent="0" algn="ctr">
              <a:buFont typeface="Arial" panose="020B0604020202020204" pitchFamily="34" charset="0"/>
              <a:buNone/>
              <a:defRPr sz="1800"/>
            </a:lvl2pPr>
            <a:lvl3pPr marL="0" indent="0" algn="ctr">
              <a:buFont typeface="Arial" panose="020B0604020202020204" pitchFamily="34" charset="0"/>
              <a:buNone/>
              <a:defRPr sz="1800"/>
            </a:lvl3pPr>
            <a:lvl4pPr marL="0" indent="0" algn="ctr">
              <a:buFont typeface="Arial" panose="020B0604020202020204" pitchFamily="34" charset="0"/>
              <a:buNone/>
              <a:defRPr sz="1800"/>
            </a:lvl4pPr>
            <a:lvl5pPr marL="0" indent="0" algn="ctr">
              <a:buNone/>
              <a:defRPr sz="1800"/>
            </a:lvl5pPr>
          </a:lstStyle>
          <a:p>
            <a:pPr lvl="0"/>
            <a:r>
              <a:rPr lang="fr-FR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66742898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calai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 13">
            <a:extLst>
              <a:ext uri="{FF2B5EF4-FFF2-40B4-BE49-F238E27FC236}">
                <a16:creationId xmlns:a16="http://schemas.microsoft.com/office/drawing/2014/main" id="{5ABF9AA9-B850-4C77-A0C6-0403E09774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344985" y="-6440208"/>
            <a:ext cx="20959864" cy="2015243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36D5990-149B-4764-B431-25C2F6C755C3}"/>
              </a:ext>
            </a:extLst>
          </p:cNvPr>
          <p:cNvSpPr/>
          <p:nvPr userDrawn="1"/>
        </p:nvSpPr>
        <p:spPr>
          <a:xfrm>
            <a:off x="216000" y="211668"/>
            <a:ext cx="11760000" cy="6434664"/>
          </a:xfrm>
          <a:prstGeom prst="rect">
            <a:avLst/>
          </a:prstGeom>
          <a:solidFill>
            <a:schemeClr val="bg1"/>
          </a:solidFill>
          <a:ln w="9525">
            <a:solidFill>
              <a:srgbClr val="A68B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8B10F08-0DC4-47AC-946F-E3BFE31243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9542" y="409289"/>
            <a:ext cx="4272916" cy="5451475"/>
          </a:xfrm>
        </p:spPr>
        <p:txBody>
          <a:bodyPr wrap="square" bIns="0">
            <a:noAutofit/>
          </a:bodyPr>
          <a:lstStyle>
            <a:lvl1pPr algn="ctr">
              <a:defRPr sz="40000">
                <a:solidFill>
                  <a:schemeClr val="accent1">
                    <a:alpha val="30000"/>
                  </a:schemeClr>
                </a:solidFill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FDDED56-6434-4177-AE73-021ACDBF4DC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42381" y="2339014"/>
            <a:ext cx="7107238" cy="2105986"/>
          </a:xfrm>
        </p:spPr>
        <p:txBody>
          <a:bodyPr bIns="0" anchor="ctr" anchorCtr="0">
            <a:normAutofit/>
          </a:bodyPr>
          <a:lstStyle>
            <a:lvl1pPr algn="ctr">
              <a:defRPr sz="6600"/>
            </a:lvl1pPr>
          </a:lstStyle>
          <a:p>
            <a:pPr lvl="0"/>
            <a:r>
              <a:rPr lang="fr-FR"/>
              <a:t>Titre</a:t>
            </a:r>
          </a:p>
          <a:p>
            <a:pPr lvl="0"/>
            <a:r>
              <a:rPr lang="fr-FR"/>
              <a:t>intercalaire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FA303689-EAD2-4664-9B6D-CC3995AF99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74419" y="325945"/>
            <a:ext cx="2443162" cy="166688"/>
          </a:xfrm>
        </p:spPr>
        <p:txBody>
          <a:bodyPr anchor="ctr" anchorCtr="0">
            <a:noAutofit/>
          </a:bodyPr>
          <a:lstStyle>
            <a:lvl1pPr algn="ctr">
              <a:defRPr sz="1000">
                <a:latin typeface="+mn-lt"/>
              </a:defRPr>
            </a:lvl1pPr>
          </a:lstStyle>
          <a:p>
            <a:pPr lvl="0"/>
            <a:r>
              <a:rPr lang="fr-FR"/>
              <a:t>Titre de la présentation</a:t>
            </a:r>
          </a:p>
        </p:txBody>
      </p:sp>
      <p:sp>
        <p:nvSpPr>
          <p:cNvPr id="18" name="Espace réservé du texte 16">
            <a:extLst>
              <a:ext uri="{FF2B5EF4-FFF2-40B4-BE49-F238E27FC236}">
                <a16:creationId xmlns:a16="http://schemas.microsoft.com/office/drawing/2014/main" id="{C2C42C35-2203-453E-8846-A139565C6A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74419" y="6448711"/>
            <a:ext cx="2443162" cy="166688"/>
          </a:xfrm>
        </p:spPr>
        <p:txBody>
          <a:bodyPr anchor="ctr" anchorCtr="0">
            <a:noAutofit/>
          </a:bodyPr>
          <a:lstStyle>
            <a:lvl1pPr algn="ctr">
              <a:defRPr sz="1000">
                <a:latin typeface="+mn-lt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288100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calair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 13">
            <a:extLst>
              <a:ext uri="{FF2B5EF4-FFF2-40B4-BE49-F238E27FC236}">
                <a16:creationId xmlns:a16="http://schemas.microsoft.com/office/drawing/2014/main" id="{5ABF9AA9-B850-4C77-A0C6-0403E09774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344985" y="-6440208"/>
            <a:ext cx="20959864" cy="2015243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36D5990-149B-4764-B431-25C2F6C755C3}"/>
              </a:ext>
            </a:extLst>
          </p:cNvPr>
          <p:cNvSpPr/>
          <p:nvPr userDrawn="1"/>
        </p:nvSpPr>
        <p:spPr>
          <a:xfrm>
            <a:off x="216000" y="211668"/>
            <a:ext cx="11760000" cy="6434664"/>
          </a:xfrm>
          <a:prstGeom prst="rect">
            <a:avLst/>
          </a:prstGeom>
          <a:solidFill>
            <a:schemeClr val="bg1"/>
          </a:solidFill>
          <a:ln w="9525">
            <a:solidFill>
              <a:srgbClr val="A68B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8B10F08-0DC4-47AC-946F-E3BFE31243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9542" y="409289"/>
            <a:ext cx="4272916" cy="5451475"/>
          </a:xfrm>
        </p:spPr>
        <p:txBody>
          <a:bodyPr wrap="square" bIns="0">
            <a:noAutofit/>
          </a:bodyPr>
          <a:lstStyle>
            <a:lvl1pPr algn="ctr">
              <a:defRPr sz="40000">
                <a:solidFill>
                  <a:schemeClr val="accent1">
                    <a:alpha val="30000"/>
                  </a:schemeClr>
                </a:solidFill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FA303689-EAD2-4664-9B6D-CC3995AF99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74419" y="325945"/>
            <a:ext cx="2443162" cy="166688"/>
          </a:xfrm>
        </p:spPr>
        <p:txBody>
          <a:bodyPr anchor="ctr" anchorCtr="0">
            <a:noAutofit/>
          </a:bodyPr>
          <a:lstStyle>
            <a:lvl1pPr algn="ctr">
              <a:defRPr sz="1000">
                <a:latin typeface="+mn-lt"/>
              </a:defRPr>
            </a:lvl1pPr>
          </a:lstStyle>
          <a:p>
            <a:pPr lvl="0"/>
            <a:r>
              <a:rPr lang="fr-FR"/>
              <a:t>Titre de la présentation</a:t>
            </a:r>
          </a:p>
        </p:txBody>
      </p:sp>
      <p:sp>
        <p:nvSpPr>
          <p:cNvPr id="18" name="Espace réservé du texte 16">
            <a:extLst>
              <a:ext uri="{FF2B5EF4-FFF2-40B4-BE49-F238E27FC236}">
                <a16:creationId xmlns:a16="http://schemas.microsoft.com/office/drawing/2014/main" id="{C2C42C35-2203-453E-8846-A139565C6A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74419" y="6448711"/>
            <a:ext cx="2443162" cy="166688"/>
          </a:xfrm>
        </p:spPr>
        <p:txBody>
          <a:bodyPr anchor="ctr" anchorCtr="0">
            <a:noAutofit/>
          </a:bodyPr>
          <a:lstStyle>
            <a:lvl1pPr algn="ctr">
              <a:defRPr sz="1000">
                <a:latin typeface="+mn-lt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8" name="Espace réservé du texte 12">
            <a:extLst>
              <a:ext uri="{FF2B5EF4-FFF2-40B4-BE49-F238E27FC236}">
                <a16:creationId xmlns:a16="http://schemas.microsoft.com/office/drawing/2014/main" id="{39CDCA5E-F914-4BCC-AF6D-5C074D1ECC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42381" y="2339014"/>
            <a:ext cx="7107238" cy="2105986"/>
          </a:xfrm>
        </p:spPr>
        <p:txBody>
          <a:bodyPr bIns="0" anchor="ctr" anchorCtr="0">
            <a:normAutofit/>
          </a:bodyPr>
          <a:lstStyle>
            <a:lvl1pPr algn="ctr">
              <a:defRPr sz="6600"/>
            </a:lvl1pPr>
          </a:lstStyle>
          <a:p>
            <a:pPr lvl="0"/>
            <a:r>
              <a:rPr lang="fr-FR"/>
              <a:t>Titre</a:t>
            </a:r>
          </a:p>
          <a:p>
            <a:pPr lvl="0"/>
            <a:r>
              <a:rPr lang="fr-FR"/>
              <a:t>intercalaire</a:t>
            </a:r>
          </a:p>
        </p:txBody>
      </p:sp>
    </p:spTree>
    <p:extLst>
      <p:ext uri="{BB962C8B-B14F-4D97-AF65-F5344CB8AC3E}">
        <p14:creationId xmlns:p14="http://schemas.microsoft.com/office/powerpoint/2010/main" val="888171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calair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 13">
            <a:extLst>
              <a:ext uri="{FF2B5EF4-FFF2-40B4-BE49-F238E27FC236}">
                <a16:creationId xmlns:a16="http://schemas.microsoft.com/office/drawing/2014/main" id="{5ABF9AA9-B850-4C77-A0C6-0403E09774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344985" y="-6440208"/>
            <a:ext cx="20959864" cy="2015243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36D5990-149B-4764-B431-25C2F6C755C3}"/>
              </a:ext>
            </a:extLst>
          </p:cNvPr>
          <p:cNvSpPr/>
          <p:nvPr userDrawn="1"/>
        </p:nvSpPr>
        <p:spPr>
          <a:xfrm>
            <a:off x="216000" y="211668"/>
            <a:ext cx="11760000" cy="6434664"/>
          </a:xfrm>
          <a:prstGeom prst="rect">
            <a:avLst/>
          </a:prstGeom>
          <a:solidFill>
            <a:schemeClr val="tx1"/>
          </a:solidFill>
          <a:ln w="9525">
            <a:solidFill>
              <a:srgbClr val="A68B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8B10F08-0DC4-47AC-946F-E3BFE31243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9542" y="409289"/>
            <a:ext cx="4272916" cy="5451475"/>
          </a:xfrm>
        </p:spPr>
        <p:txBody>
          <a:bodyPr wrap="square" bIns="0">
            <a:noAutofit/>
          </a:bodyPr>
          <a:lstStyle>
            <a:lvl1pPr algn="ctr">
              <a:defRPr sz="40000">
                <a:solidFill>
                  <a:schemeClr val="bg1">
                    <a:alpha val="30000"/>
                  </a:schemeClr>
                </a:solidFill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FA303689-EAD2-4664-9B6D-CC3995AF99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74419" y="325945"/>
            <a:ext cx="2443162" cy="166688"/>
          </a:xfrm>
        </p:spPr>
        <p:txBody>
          <a:bodyPr anchor="ctr" anchorCtr="0">
            <a:noAutofit/>
          </a:bodyPr>
          <a:lstStyle>
            <a:lvl1pPr algn="ctr"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/>
              <a:t>Titre de la présentation</a:t>
            </a:r>
          </a:p>
        </p:txBody>
      </p:sp>
      <p:sp>
        <p:nvSpPr>
          <p:cNvPr id="18" name="Espace réservé du texte 16">
            <a:extLst>
              <a:ext uri="{FF2B5EF4-FFF2-40B4-BE49-F238E27FC236}">
                <a16:creationId xmlns:a16="http://schemas.microsoft.com/office/drawing/2014/main" id="{C2C42C35-2203-453E-8846-A139565C6A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74419" y="6448711"/>
            <a:ext cx="2443162" cy="166688"/>
          </a:xfrm>
        </p:spPr>
        <p:txBody>
          <a:bodyPr anchor="ctr" anchorCtr="0">
            <a:noAutofit/>
          </a:bodyPr>
          <a:lstStyle>
            <a:lvl1pPr algn="ctr"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8" name="Espace réservé du texte 12">
            <a:extLst>
              <a:ext uri="{FF2B5EF4-FFF2-40B4-BE49-F238E27FC236}">
                <a16:creationId xmlns:a16="http://schemas.microsoft.com/office/drawing/2014/main" id="{53E1BF43-D888-4094-9C2B-DA097FD766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42381" y="2339014"/>
            <a:ext cx="7107238" cy="2105986"/>
          </a:xfrm>
        </p:spPr>
        <p:txBody>
          <a:bodyPr bIns="0" anchor="ctr" anchorCtr="0">
            <a:normAutofit/>
          </a:bodyPr>
          <a:lstStyle>
            <a:lvl1pPr algn="ctr">
              <a:defRPr sz="66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  <a:p>
            <a:pPr lvl="0"/>
            <a:r>
              <a:rPr lang="fr-FR"/>
              <a:t>intercalaire</a:t>
            </a:r>
          </a:p>
        </p:txBody>
      </p:sp>
    </p:spTree>
    <p:extLst>
      <p:ext uri="{BB962C8B-B14F-4D97-AF65-F5344CB8AC3E}">
        <p14:creationId xmlns:p14="http://schemas.microsoft.com/office/powerpoint/2010/main" val="2174356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calair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 13">
            <a:extLst>
              <a:ext uri="{FF2B5EF4-FFF2-40B4-BE49-F238E27FC236}">
                <a16:creationId xmlns:a16="http://schemas.microsoft.com/office/drawing/2014/main" id="{5ABF9AA9-B850-4C77-A0C6-0403E09774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344985" y="-6440208"/>
            <a:ext cx="20959864" cy="2015243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36D5990-149B-4764-B431-25C2F6C755C3}"/>
              </a:ext>
            </a:extLst>
          </p:cNvPr>
          <p:cNvSpPr/>
          <p:nvPr userDrawn="1"/>
        </p:nvSpPr>
        <p:spPr>
          <a:xfrm>
            <a:off x="216000" y="211668"/>
            <a:ext cx="11760000" cy="6434664"/>
          </a:xfrm>
          <a:prstGeom prst="rect">
            <a:avLst/>
          </a:prstGeom>
          <a:solidFill>
            <a:schemeClr val="tx1"/>
          </a:solidFill>
          <a:ln w="9525">
            <a:solidFill>
              <a:srgbClr val="A68B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8B10F08-0DC4-47AC-946F-E3BFE31243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9542" y="409289"/>
            <a:ext cx="4272916" cy="5451475"/>
          </a:xfrm>
        </p:spPr>
        <p:txBody>
          <a:bodyPr wrap="square" bIns="0">
            <a:noAutofit/>
          </a:bodyPr>
          <a:lstStyle>
            <a:lvl1pPr algn="ctr">
              <a:defRPr sz="40000">
                <a:solidFill>
                  <a:schemeClr val="bg1">
                    <a:alpha val="30000"/>
                  </a:schemeClr>
                </a:solidFill>
              </a:defRPr>
            </a:lvl1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FA303689-EAD2-4664-9B6D-CC3995AF99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74419" y="325945"/>
            <a:ext cx="2443162" cy="166688"/>
          </a:xfrm>
        </p:spPr>
        <p:txBody>
          <a:bodyPr anchor="ctr" anchorCtr="0">
            <a:noAutofit/>
          </a:bodyPr>
          <a:lstStyle>
            <a:lvl1pPr algn="ctr"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/>
              <a:t>Titre de la présentation</a:t>
            </a:r>
          </a:p>
        </p:txBody>
      </p:sp>
      <p:sp>
        <p:nvSpPr>
          <p:cNvPr id="18" name="Espace réservé du texte 16">
            <a:extLst>
              <a:ext uri="{FF2B5EF4-FFF2-40B4-BE49-F238E27FC236}">
                <a16:creationId xmlns:a16="http://schemas.microsoft.com/office/drawing/2014/main" id="{C2C42C35-2203-453E-8846-A139565C6A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74419" y="6448711"/>
            <a:ext cx="2443162" cy="166688"/>
          </a:xfrm>
        </p:spPr>
        <p:txBody>
          <a:bodyPr anchor="ctr" anchorCtr="0">
            <a:noAutofit/>
          </a:bodyPr>
          <a:lstStyle>
            <a:lvl1pPr algn="ctr"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8" name="Espace réservé du texte 12">
            <a:extLst>
              <a:ext uri="{FF2B5EF4-FFF2-40B4-BE49-F238E27FC236}">
                <a16:creationId xmlns:a16="http://schemas.microsoft.com/office/drawing/2014/main" id="{53E1BF43-D888-4094-9C2B-DA097FD766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42381" y="2339014"/>
            <a:ext cx="7107238" cy="2105986"/>
          </a:xfrm>
        </p:spPr>
        <p:txBody>
          <a:bodyPr bIns="0" anchor="ctr" anchorCtr="0">
            <a:normAutofit/>
          </a:bodyPr>
          <a:lstStyle>
            <a:lvl1pPr algn="ctr">
              <a:defRPr sz="66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  <a:p>
            <a:pPr lvl="0"/>
            <a:r>
              <a:rPr lang="fr-FR"/>
              <a:t>intercalaire</a:t>
            </a:r>
          </a:p>
        </p:txBody>
      </p:sp>
    </p:spTree>
    <p:extLst>
      <p:ext uri="{BB962C8B-B14F-4D97-AF65-F5344CB8AC3E}">
        <p14:creationId xmlns:p14="http://schemas.microsoft.com/office/powerpoint/2010/main" val="21587998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28D1308F-5AB3-4092-91D0-0DC59ADC3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2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5C099187-7A9C-4FE6-9452-51D4CB057F0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29FA8D36-B856-46A1-99BE-CDB8A6C38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A1AFEE4-A953-4A5B-AB42-BD074F39E929}" type="datetimeFigureOut">
              <a:rPr lang="fr-FR" smtClean="0"/>
              <a:pPr/>
              <a:t>05/08/2025</a:t>
            </a:fld>
            <a:endParaRPr lang="fr-FR"/>
          </a:p>
        </p:txBody>
      </p:sp>
      <p:sp>
        <p:nvSpPr>
          <p:cNvPr id="77" name="Titre 76">
            <a:extLst>
              <a:ext uri="{FF2B5EF4-FFF2-40B4-BE49-F238E27FC236}">
                <a16:creationId xmlns:a16="http://schemas.microsoft.com/office/drawing/2014/main" id="{5AEF270C-EE97-4687-862D-BB037F94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53935106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te Fr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28D1308F-5AB3-4092-91D0-0DC59ADC3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2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5C099187-7A9C-4FE6-9452-51D4CB057F0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29FA8D36-B856-46A1-99BE-CDB8A6C38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A1AFEE4-A953-4A5B-AB42-BD074F39E929}" type="datetimeFigureOut">
              <a:rPr lang="fr-FR" smtClean="0"/>
              <a:pPr/>
              <a:t>05/08/2025</a:t>
            </a:fld>
            <a:endParaRPr lang="fr-FR"/>
          </a:p>
        </p:txBody>
      </p:sp>
      <p:sp>
        <p:nvSpPr>
          <p:cNvPr id="77" name="Titre 76">
            <a:extLst>
              <a:ext uri="{FF2B5EF4-FFF2-40B4-BE49-F238E27FC236}">
                <a16:creationId xmlns:a16="http://schemas.microsoft.com/office/drawing/2014/main" id="{5AEF270C-EE97-4687-862D-BB037F94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133" name="Espace réservé du texte 32">
            <a:extLst>
              <a:ext uri="{FF2B5EF4-FFF2-40B4-BE49-F238E27FC236}">
                <a16:creationId xmlns:a16="http://schemas.microsoft.com/office/drawing/2014/main" id="{BD73563A-FDDF-428B-BF3F-47B2C6E722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769434"/>
            <a:ext cx="5048250" cy="424084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49386791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te Mo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28D1308F-5AB3-4092-91D0-0DC59ADC3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2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5C099187-7A9C-4FE6-9452-51D4CB057F0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29FA8D36-B856-46A1-99BE-CDB8A6C38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A1AFEE4-A953-4A5B-AB42-BD074F39E929}" type="datetimeFigureOut">
              <a:rPr lang="fr-FR" smtClean="0"/>
              <a:pPr/>
              <a:t>05/08/2025</a:t>
            </a:fld>
            <a:endParaRPr lang="fr-FR"/>
          </a:p>
        </p:txBody>
      </p:sp>
      <p:sp>
        <p:nvSpPr>
          <p:cNvPr id="77" name="Titre 76">
            <a:extLst>
              <a:ext uri="{FF2B5EF4-FFF2-40B4-BE49-F238E27FC236}">
                <a16:creationId xmlns:a16="http://schemas.microsoft.com/office/drawing/2014/main" id="{5AEF270C-EE97-4687-862D-BB037F94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133" name="Espace réservé du texte 32">
            <a:extLst>
              <a:ext uri="{FF2B5EF4-FFF2-40B4-BE49-F238E27FC236}">
                <a16:creationId xmlns:a16="http://schemas.microsoft.com/office/drawing/2014/main" id="{BD73563A-FDDF-428B-BF3F-47B2C6E722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769434"/>
            <a:ext cx="3739763" cy="424084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58779645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28D1308F-5AB3-4092-91D0-0DC59ADC3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2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5C099187-7A9C-4FE6-9452-51D4CB057F0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29FA8D36-B856-46A1-99BE-CDB8A6C38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A1AFEE4-A953-4A5B-AB42-BD074F39E929}" type="datetimeFigureOut">
              <a:rPr lang="fr-FR" smtClean="0"/>
              <a:pPr/>
              <a:t>05/08/2025</a:t>
            </a:fld>
            <a:endParaRPr lang="fr-FR"/>
          </a:p>
        </p:txBody>
      </p:sp>
      <p:sp>
        <p:nvSpPr>
          <p:cNvPr id="77" name="Titre 76">
            <a:extLst>
              <a:ext uri="{FF2B5EF4-FFF2-40B4-BE49-F238E27FC236}">
                <a16:creationId xmlns:a16="http://schemas.microsoft.com/office/drawing/2014/main" id="{5AEF270C-EE97-4687-862D-BB037F94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ableau 2">
            <a:extLst>
              <a:ext uri="{FF2B5EF4-FFF2-40B4-BE49-F238E27FC236}">
                <a16:creationId xmlns:a16="http://schemas.microsoft.com/office/drawing/2014/main" id="{3E81AF93-36D8-4EAB-B484-1BA1C65E5608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701800"/>
            <a:ext cx="10515600" cy="4343400"/>
          </a:xfr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71721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oc de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28D1308F-5AB3-4092-91D0-0DC59ADC3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2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5C099187-7A9C-4FE6-9452-51D4CB057F0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29FA8D36-B856-46A1-99BE-CDB8A6C38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A1AFEE4-A953-4A5B-AB42-BD074F39E929}" type="datetimeFigureOut">
              <a:rPr lang="fr-FR" smtClean="0"/>
              <a:pPr/>
              <a:t>05/08/2025</a:t>
            </a:fld>
            <a:endParaRPr lang="fr-FR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8EFA40B1-1CD3-460C-83A6-32D4EA522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669"/>
            <a:ext cx="10515600" cy="1161250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3" name="Espace réservé du texte 32">
            <a:extLst>
              <a:ext uri="{FF2B5EF4-FFF2-40B4-BE49-F238E27FC236}">
                <a16:creationId xmlns:a16="http://schemas.microsoft.com/office/drawing/2014/main" id="{ECE64D52-58B0-468F-ABA6-A5BA154C57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769434"/>
            <a:ext cx="10515599" cy="424084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356093050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bloc de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28D1308F-5AB3-4092-91D0-0DC59ADC3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2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5C099187-7A9C-4FE6-9452-51D4CB057F0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29FA8D36-B856-46A1-99BE-CDB8A6C38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A1AFEE4-A953-4A5B-AB42-BD074F39E929}" type="datetimeFigureOut">
              <a:rPr lang="fr-FR" smtClean="0"/>
              <a:pPr/>
              <a:t>05/08/2025</a:t>
            </a:fld>
            <a:endParaRPr lang="fr-FR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8EFA40B1-1CD3-460C-83A6-32D4EA522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669"/>
            <a:ext cx="10515600" cy="1161250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3" name="Espace réservé du texte 32">
            <a:extLst>
              <a:ext uri="{FF2B5EF4-FFF2-40B4-BE49-F238E27FC236}">
                <a16:creationId xmlns:a16="http://schemas.microsoft.com/office/drawing/2014/main" id="{ECE64D52-58B0-468F-ABA6-A5BA154C57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769434"/>
            <a:ext cx="5048250" cy="424084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4" name="Espace réservé du texte 32">
            <a:extLst>
              <a:ext uri="{FF2B5EF4-FFF2-40B4-BE49-F238E27FC236}">
                <a16:creationId xmlns:a16="http://schemas.microsoft.com/office/drawing/2014/main" id="{18A2D035-95BC-4146-B1E6-D2514AADC0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05550" y="1769434"/>
            <a:ext cx="5048250" cy="424084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045793483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5 entré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28D1308F-5AB3-4092-91D0-0DC59ADC3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2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5C099187-7A9C-4FE6-9452-51D4CB057F0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29FA8D36-B856-46A1-99BE-CDB8A6C38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A1AFEE4-A953-4A5B-AB42-BD074F39E929}" type="datetimeFigureOut">
              <a:rPr lang="fr-FR" smtClean="0"/>
              <a:pPr/>
              <a:t>05/08/2025</a:t>
            </a:fld>
            <a:endParaRPr lang="fr-FR"/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337AF937-1CE0-4838-893C-88F3A9A9CF41}"/>
              </a:ext>
            </a:extLst>
          </p:cNvPr>
          <p:cNvCxnSpPr>
            <a:stCxn id="22" idx="0"/>
          </p:cNvCxnSpPr>
          <p:nvPr userDrawn="1"/>
        </p:nvCxnSpPr>
        <p:spPr>
          <a:xfrm flipV="1">
            <a:off x="1428461" y="4141708"/>
            <a:ext cx="0" cy="156016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365486AF-D3C2-4CB0-A5AC-9A4A08928590}"/>
              </a:ext>
            </a:extLst>
          </p:cNvPr>
          <p:cNvCxnSpPr>
            <a:cxnSpLocks/>
            <a:stCxn id="24" idx="0"/>
            <a:endCxn id="38" idx="4"/>
          </p:cNvCxnSpPr>
          <p:nvPr userDrawn="1"/>
        </p:nvCxnSpPr>
        <p:spPr>
          <a:xfrm flipV="1">
            <a:off x="3759281" y="4847431"/>
            <a:ext cx="625" cy="85444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56C06535-CD4A-44A8-B5DF-625A5BDE4623}"/>
              </a:ext>
            </a:extLst>
          </p:cNvPr>
          <p:cNvCxnSpPr>
            <a:cxnSpLocks/>
            <a:endCxn id="34" idx="4"/>
          </p:cNvCxnSpPr>
          <p:nvPr userDrawn="1"/>
        </p:nvCxnSpPr>
        <p:spPr>
          <a:xfrm flipV="1">
            <a:off x="6099668" y="4141708"/>
            <a:ext cx="0" cy="156016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12719F89-C426-465B-9D1C-91C7094BF432}"/>
              </a:ext>
            </a:extLst>
          </p:cNvPr>
          <p:cNvCxnSpPr>
            <a:cxnSpLocks/>
            <a:endCxn id="42" idx="4"/>
          </p:cNvCxnSpPr>
          <p:nvPr userDrawn="1"/>
        </p:nvCxnSpPr>
        <p:spPr>
          <a:xfrm flipV="1">
            <a:off x="8420921" y="4847431"/>
            <a:ext cx="3065" cy="85444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C368014D-12C8-4672-8DF0-7C256D96D504}"/>
              </a:ext>
            </a:extLst>
          </p:cNvPr>
          <p:cNvCxnSpPr>
            <a:cxnSpLocks/>
            <a:endCxn id="35" idx="4"/>
          </p:cNvCxnSpPr>
          <p:nvPr userDrawn="1"/>
        </p:nvCxnSpPr>
        <p:spPr>
          <a:xfrm flipV="1">
            <a:off x="10754806" y="4141708"/>
            <a:ext cx="0" cy="156016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lipse 21">
            <a:extLst>
              <a:ext uri="{FF2B5EF4-FFF2-40B4-BE49-F238E27FC236}">
                <a16:creationId xmlns:a16="http://schemas.microsoft.com/office/drawing/2014/main" id="{56CD24D7-0284-4267-8A6B-FCE7EB910E68}"/>
              </a:ext>
            </a:extLst>
          </p:cNvPr>
          <p:cNvSpPr/>
          <p:nvPr userDrawn="1"/>
        </p:nvSpPr>
        <p:spPr>
          <a:xfrm>
            <a:off x="1343528" y="5701871"/>
            <a:ext cx="169866" cy="16986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84156466-033D-4FE1-AE39-99745BDD0347}"/>
              </a:ext>
            </a:extLst>
          </p:cNvPr>
          <p:cNvSpPr/>
          <p:nvPr userDrawn="1"/>
        </p:nvSpPr>
        <p:spPr>
          <a:xfrm>
            <a:off x="3674348" y="5701871"/>
            <a:ext cx="169866" cy="16986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C79C67D6-1152-436E-9A09-3556EEEC448B}"/>
              </a:ext>
            </a:extLst>
          </p:cNvPr>
          <p:cNvSpPr/>
          <p:nvPr userDrawn="1"/>
        </p:nvSpPr>
        <p:spPr>
          <a:xfrm>
            <a:off x="6005168" y="5701871"/>
            <a:ext cx="169866" cy="16986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FB3BA2CA-CD7A-4A86-A1EA-25E74E1F4041}"/>
              </a:ext>
            </a:extLst>
          </p:cNvPr>
          <p:cNvSpPr/>
          <p:nvPr userDrawn="1"/>
        </p:nvSpPr>
        <p:spPr>
          <a:xfrm>
            <a:off x="8335988" y="5701871"/>
            <a:ext cx="169866" cy="16986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E1B65DAF-80A5-4616-834C-1A0A339195FD}"/>
              </a:ext>
            </a:extLst>
          </p:cNvPr>
          <p:cNvSpPr/>
          <p:nvPr userDrawn="1"/>
        </p:nvSpPr>
        <p:spPr>
          <a:xfrm>
            <a:off x="10666808" y="5701871"/>
            <a:ext cx="169866" cy="16986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EBEF7C19-F4D3-4200-9BAD-CC91FF5C41BA}"/>
              </a:ext>
            </a:extLst>
          </p:cNvPr>
          <p:cNvCxnSpPr>
            <a:cxnSpLocks/>
          </p:cNvCxnSpPr>
          <p:nvPr userDrawn="1"/>
        </p:nvCxnSpPr>
        <p:spPr>
          <a:xfrm>
            <a:off x="1513395" y="5785325"/>
            <a:ext cx="9241411" cy="0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C4F15EE-8198-46F2-8024-3252796484C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32034" y="3150764"/>
            <a:ext cx="992854" cy="990944"/>
          </a:xfrm>
          <a:prstGeom prst="ellipse">
            <a:avLst/>
          </a:prstGeom>
        </p:spPr>
        <p:txBody>
          <a:bodyPr anchor="ctr" anchorCtr="0">
            <a:noAutofit/>
          </a:bodyPr>
          <a:lstStyle>
            <a:lvl1pPr algn="ctr">
              <a:defRPr sz="800"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34" name="Espace réservé pour une image  2">
            <a:extLst>
              <a:ext uri="{FF2B5EF4-FFF2-40B4-BE49-F238E27FC236}">
                <a16:creationId xmlns:a16="http://schemas.microsoft.com/office/drawing/2014/main" id="{B395DDFE-B565-411C-AA26-FCDFCC69CF4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03241" y="3150764"/>
            <a:ext cx="992854" cy="990944"/>
          </a:xfrm>
          <a:prstGeom prst="ellipse">
            <a:avLst/>
          </a:prstGeom>
        </p:spPr>
        <p:txBody>
          <a:bodyPr vert="horz" lIns="0" tIns="0" rIns="0" bIns="45720" rtlCol="0" anchor="ctr" anchorCtr="0">
            <a:noAutofit/>
          </a:bodyPr>
          <a:lstStyle>
            <a:lvl1pPr algn="ctr">
              <a:defRPr lang="fr-FR" sz="800" dirty="0">
                <a:latin typeface="+mn-lt"/>
              </a:defRPr>
            </a:lvl1pPr>
          </a:lstStyle>
          <a:p>
            <a:pPr lvl="0" algn="ctr"/>
            <a:r>
              <a:rPr lang="fr-FR"/>
              <a:t>image</a:t>
            </a:r>
          </a:p>
        </p:txBody>
      </p:sp>
      <p:sp>
        <p:nvSpPr>
          <p:cNvPr id="35" name="Espace réservé pour une image  2">
            <a:extLst>
              <a:ext uri="{FF2B5EF4-FFF2-40B4-BE49-F238E27FC236}">
                <a16:creationId xmlns:a16="http://schemas.microsoft.com/office/drawing/2014/main" id="{7E61289B-A699-4E12-9D9C-1A57956620C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258379" y="3150764"/>
            <a:ext cx="992854" cy="990944"/>
          </a:xfrm>
          <a:prstGeom prst="ellipse">
            <a:avLst/>
          </a:prstGeom>
        </p:spPr>
        <p:txBody>
          <a:bodyPr vert="horz" lIns="0" tIns="0" rIns="0" bIns="45720" rtlCol="0" anchor="ctr" anchorCtr="0">
            <a:noAutofit/>
          </a:bodyPr>
          <a:lstStyle>
            <a:lvl1pPr algn="ctr">
              <a:defRPr lang="fr-FR" sz="800" dirty="0">
                <a:latin typeface="+mn-lt"/>
              </a:defRPr>
            </a:lvl1pPr>
          </a:lstStyle>
          <a:p>
            <a:pPr lvl="0" algn="ctr"/>
            <a:r>
              <a:rPr lang="fr-FR"/>
              <a:t>image</a:t>
            </a:r>
          </a:p>
        </p:txBody>
      </p:sp>
      <p:sp>
        <p:nvSpPr>
          <p:cNvPr id="38" name="Espace réservé pour une image  2">
            <a:extLst>
              <a:ext uri="{FF2B5EF4-FFF2-40B4-BE49-F238E27FC236}">
                <a16:creationId xmlns:a16="http://schemas.microsoft.com/office/drawing/2014/main" id="{B113FD84-4844-48A4-9FC1-1DB7508C98A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263479" y="3856487"/>
            <a:ext cx="992854" cy="990944"/>
          </a:xfrm>
          <a:prstGeom prst="ellipse">
            <a:avLst/>
          </a:prstGeom>
        </p:spPr>
        <p:txBody>
          <a:bodyPr vert="horz" lIns="0" tIns="0" rIns="0" bIns="45720" rtlCol="0" anchor="ctr" anchorCtr="0">
            <a:noAutofit/>
          </a:bodyPr>
          <a:lstStyle>
            <a:lvl1pPr algn="ctr">
              <a:defRPr lang="fr-FR" sz="800" dirty="0">
                <a:latin typeface="+mn-lt"/>
              </a:defRPr>
            </a:lvl1pPr>
          </a:lstStyle>
          <a:p>
            <a:pPr lvl="0" algn="ctr"/>
            <a:r>
              <a:rPr lang="fr-FR"/>
              <a:t>image</a:t>
            </a:r>
          </a:p>
        </p:txBody>
      </p:sp>
      <p:sp>
        <p:nvSpPr>
          <p:cNvPr id="42" name="Espace réservé pour une image  2">
            <a:extLst>
              <a:ext uri="{FF2B5EF4-FFF2-40B4-BE49-F238E27FC236}">
                <a16:creationId xmlns:a16="http://schemas.microsoft.com/office/drawing/2014/main" id="{16E63D34-96DF-4338-A4B6-8A8F92C28B0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927559" y="3856487"/>
            <a:ext cx="992854" cy="990944"/>
          </a:xfrm>
          <a:prstGeom prst="ellipse">
            <a:avLst/>
          </a:prstGeom>
        </p:spPr>
        <p:txBody>
          <a:bodyPr vert="horz" lIns="0" tIns="0" rIns="0" bIns="45720" rtlCol="0" anchor="ctr" anchorCtr="0">
            <a:noAutofit/>
          </a:bodyPr>
          <a:lstStyle>
            <a:lvl1pPr algn="ctr">
              <a:defRPr lang="fr-FR" sz="800" dirty="0">
                <a:latin typeface="+mn-lt"/>
              </a:defRPr>
            </a:lvl1pPr>
          </a:lstStyle>
          <a:p>
            <a:pPr lvl="0" algn="ctr"/>
            <a:r>
              <a:rPr lang="fr-FR"/>
              <a:t>image</a:t>
            </a:r>
          </a:p>
        </p:txBody>
      </p:sp>
      <p:sp>
        <p:nvSpPr>
          <p:cNvPr id="59" name="Espace réservé du texte 58">
            <a:extLst>
              <a:ext uri="{FF2B5EF4-FFF2-40B4-BE49-F238E27FC236}">
                <a16:creationId xmlns:a16="http://schemas.microsoft.com/office/drawing/2014/main" id="{F2EE8F47-35C6-4FA8-B6DD-291715A515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32034" y="2143866"/>
            <a:ext cx="1198562" cy="37941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Jour Mois Année</a:t>
            </a:r>
          </a:p>
        </p:txBody>
      </p:sp>
      <p:sp>
        <p:nvSpPr>
          <p:cNvPr id="60" name="Espace réservé du texte 58">
            <a:extLst>
              <a:ext uri="{FF2B5EF4-FFF2-40B4-BE49-F238E27FC236}">
                <a16:creationId xmlns:a16="http://schemas.microsoft.com/office/drawing/2014/main" id="{6CDAEF6A-73AE-443C-8A3F-5C27A9A0E2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2034" y="2589898"/>
            <a:ext cx="1198562" cy="379412"/>
          </a:xfrm>
        </p:spPr>
        <p:txBody>
          <a:bodyPr>
            <a:normAutofit/>
          </a:bodyPr>
          <a:lstStyle>
            <a:lvl1pPr>
              <a:defRPr sz="1000">
                <a:latin typeface="+mn-lt"/>
              </a:defRPr>
            </a:lvl1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63" name="Espace réservé du texte 58">
            <a:extLst>
              <a:ext uri="{FF2B5EF4-FFF2-40B4-BE49-F238E27FC236}">
                <a16:creationId xmlns:a16="http://schemas.microsoft.com/office/drawing/2014/main" id="{F1113CAF-E5B1-4401-8F05-34EA54E5E65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03241" y="2143866"/>
            <a:ext cx="1198562" cy="37941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Jour Mois Année</a:t>
            </a:r>
          </a:p>
        </p:txBody>
      </p:sp>
      <p:sp>
        <p:nvSpPr>
          <p:cNvPr id="64" name="Espace réservé du texte 58">
            <a:extLst>
              <a:ext uri="{FF2B5EF4-FFF2-40B4-BE49-F238E27FC236}">
                <a16:creationId xmlns:a16="http://schemas.microsoft.com/office/drawing/2014/main" id="{8DFF9875-9264-44E3-BD83-78472D8D178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603241" y="2589898"/>
            <a:ext cx="1198562" cy="379412"/>
          </a:xfrm>
        </p:spPr>
        <p:txBody>
          <a:bodyPr>
            <a:normAutofit/>
          </a:bodyPr>
          <a:lstStyle>
            <a:lvl1pPr>
              <a:defRPr sz="1000">
                <a:latin typeface="+mn-lt"/>
              </a:defRPr>
            </a:lvl1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65" name="Espace réservé du texte 58">
            <a:extLst>
              <a:ext uri="{FF2B5EF4-FFF2-40B4-BE49-F238E27FC236}">
                <a16:creationId xmlns:a16="http://schemas.microsoft.com/office/drawing/2014/main" id="{38E29919-B400-4BBF-808E-0BEA84CCB9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58379" y="2143866"/>
            <a:ext cx="1198562" cy="37941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Jour Mois Année</a:t>
            </a:r>
          </a:p>
        </p:txBody>
      </p:sp>
      <p:sp>
        <p:nvSpPr>
          <p:cNvPr id="66" name="Espace réservé du texte 58">
            <a:extLst>
              <a:ext uri="{FF2B5EF4-FFF2-40B4-BE49-F238E27FC236}">
                <a16:creationId xmlns:a16="http://schemas.microsoft.com/office/drawing/2014/main" id="{6EDFB74A-0E9E-466B-B392-AE030FDBD24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258379" y="2589898"/>
            <a:ext cx="1198562" cy="379412"/>
          </a:xfrm>
        </p:spPr>
        <p:txBody>
          <a:bodyPr>
            <a:normAutofit/>
          </a:bodyPr>
          <a:lstStyle>
            <a:lvl1pPr>
              <a:defRPr sz="1000">
                <a:latin typeface="+mn-lt"/>
              </a:defRPr>
            </a:lvl1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69" name="Espace réservé du texte 58">
            <a:extLst>
              <a:ext uri="{FF2B5EF4-FFF2-40B4-BE49-F238E27FC236}">
                <a16:creationId xmlns:a16="http://schemas.microsoft.com/office/drawing/2014/main" id="{3329381E-DC0C-42F6-99DF-2504C474DC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65368" y="2849567"/>
            <a:ext cx="1198562" cy="37941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Jour Mois Année</a:t>
            </a:r>
          </a:p>
        </p:txBody>
      </p:sp>
      <p:sp>
        <p:nvSpPr>
          <p:cNvPr id="70" name="Espace réservé du texte 58">
            <a:extLst>
              <a:ext uri="{FF2B5EF4-FFF2-40B4-BE49-F238E27FC236}">
                <a16:creationId xmlns:a16="http://schemas.microsoft.com/office/drawing/2014/main" id="{C8DFBF34-65A4-415E-90CF-9FD0A4D4BF8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65368" y="3295599"/>
            <a:ext cx="1198562" cy="379412"/>
          </a:xfrm>
        </p:spPr>
        <p:txBody>
          <a:bodyPr>
            <a:normAutofit/>
          </a:bodyPr>
          <a:lstStyle>
            <a:lvl1pPr>
              <a:defRPr sz="1000">
                <a:latin typeface="+mn-lt"/>
              </a:defRPr>
            </a:lvl1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71" name="Espace réservé du texte 58">
            <a:extLst>
              <a:ext uri="{FF2B5EF4-FFF2-40B4-BE49-F238E27FC236}">
                <a16:creationId xmlns:a16="http://schemas.microsoft.com/office/drawing/2014/main" id="{E122F7B8-5588-46D9-B006-D95DCD90DF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27559" y="2849567"/>
            <a:ext cx="1198562" cy="37941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Jour Mois Année</a:t>
            </a:r>
          </a:p>
        </p:txBody>
      </p:sp>
      <p:sp>
        <p:nvSpPr>
          <p:cNvPr id="72" name="Espace réservé du texte 58">
            <a:extLst>
              <a:ext uri="{FF2B5EF4-FFF2-40B4-BE49-F238E27FC236}">
                <a16:creationId xmlns:a16="http://schemas.microsoft.com/office/drawing/2014/main" id="{B2E35B54-BD62-4F9C-BD34-6226C82C82E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27559" y="3295599"/>
            <a:ext cx="1198562" cy="379412"/>
          </a:xfrm>
        </p:spPr>
        <p:txBody>
          <a:bodyPr>
            <a:normAutofit/>
          </a:bodyPr>
          <a:lstStyle>
            <a:lvl1pPr>
              <a:defRPr sz="1000">
                <a:latin typeface="+mn-lt"/>
              </a:defRPr>
            </a:lvl1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77" name="Titre 76">
            <a:extLst>
              <a:ext uri="{FF2B5EF4-FFF2-40B4-BE49-F238E27FC236}">
                <a16:creationId xmlns:a16="http://schemas.microsoft.com/office/drawing/2014/main" id="{5AEF270C-EE97-4687-862D-BB037F94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56917288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8 entré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28D1308F-5AB3-4092-91D0-0DC59ADC3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2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5C099187-7A9C-4FE6-9452-51D4CB057F0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29FA8D36-B856-46A1-99BE-CDB8A6C38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A1AFEE4-A953-4A5B-AB42-BD074F39E929}" type="datetimeFigureOut">
              <a:rPr lang="fr-FR" smtClean="0"/>
              <a:pPr/>
              <a:t>05/08/2025</a:t>
            </a:fld>
            <a:endParaRPr lang="fr-FR"/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337AF937-1CE0-4838-893C-88F3A9A9CF41}"/>
              </a:ext>
            </a:extLst>
          </p:cNvPr>
          <p:cNvCxnSpPr>
            <a:stCxn id="22" idx="0"/>
          </p:cNvCxnSpPr>
          <p:nvPr userDrawn="1"/>
        </p:nvCxnSpPr>
        <p:spPr>
          <a:xfrm flipV="1">
            <a:off x="1390361" y="4141708"/>
            <a:ext cx="0" cy="156016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365486AF-D3C2-4CB0-A5AC-9A4A08928590}"/>
              </a:ext>
            </a:extLst>
          </p:cNvPr>
          <p:cNvCxnSpPr>
            <a:cxnSpLocks/>
            <a:stCxn id="24" idx="0"/>
            <a:endCxn id="38" idx="4"/>
          </p:cNvCxnSpPr>
          <p:nvPr userDrawn="1"/>
        </p:nvCxnSpPr>
        <p:spPr>
          <a:xfrm flipV="1">
            <a:off x="2734829" y="4847431"/>
            <a:ext cx="3065" cy="85444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56C06535-CD4A-44A8-B5DF-625A5BDE4623}"/>
              </a:ext>
            </a:extLst>
          </p:cNvPr>
          <p:cNvCxnSpPr>
            <a:cxnSpLocks/>
            <a:endCxn id="34" idx="4"/>
          </p:cNvCxnSpPr>
          <p:nvPr userDrawn="1"/>
        </p:nvCxnSpPr>
        <p:spPr>
          <a:xfrm flipV="1">
            <a:off x="4133199" y="4141708"/>
            <a:ext cx="0" cy="156016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12719F89-C426-465B-9D1C-91C7094BF432}"/>
              </a:ext>
            </a:extLst>
          </p:cNvPr>
          <p:cNvCxnSpPr>
            <a:cxnSpLocks/>
            <a:endCxn id="42" idx="4"/>
          </p:cNvCxnSpPr>
          <p:nvPr userDrawn="1"/>
        </p:nvCxnSpPr>
        <p:spPr>
          <a:xfrm flipV="1">
            <a:off x="5427342" y="4847431"/>
            <a:ext cx="3065" cy="85444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C368014D-12C8-4672-8DF0-7C256D96D504}"/>
              </a:ext>
            </a:extLst>
          </p:cNvPr>
          <p:cNvCxnSpPr>
            <a:cxnSpLocks/>
            <a:endCxn id="35" idx="4"/>
          </p:cNvCxnSpPr>
          <p:nvPr userDrawn="1"/>
        </p:nvCxnSpPr>
        <p:spPr>
          <a:xfrm flipV="1">
            <a:off x="6765168" y="4141708"/>
            <a:ext cx="0" cy="156016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F9D2768F-2CCE-432D-A31F-1A71BDB44689}"/>
              </a:ext>
            </a:extLst>
          </p:cNvPr>
          <p:cNvCxnSpPr>
            <a:cxnSpLocks/>
            <a:stCxn id="28" idx="0"/>
            <a:endCxn id="45" idx="4"/>
          </p:cNvCxnSpPr>
          <p:nvPr userDrawn="1"/>
        </p:nvCxnSpPr>
        <p:spPr>
          <a:xfrm flipV="1">
            <a:off x="8121895" y="4851264"/>
            <a:ext cx="0" cy="85060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04CC53C3-4D85-4385-812F-C479086BB714}"/>
              </a:ext>
            </a:extLst>
          </p:cNvPr>
          <p:cNvCxnSpPr>
            <a:cxnSpLocks/>
            <a:endCxn id="36" idx="4"/>
          </p:cNvCxnSpPr>
          <p:nvPr userDrawn="1"/>
        </p:nvCxnSpPr>
        <p:spPr>
          <a:xfrm flipV="1">
            <a:off x="9457169" y="4141708"/>
            <a:ext cx="3065" cy="156016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EB1B1705-DB94-411C-B4D0-EE3AF6FE01C0}"/>
              </a:ext>
            </a:extLst>
          </p:cNvPr>
          <p:cNvCxnSpPr>
            <a:cxnSpLocks/>
            <a:stCxn id="30" idx="0"/>
            <a:endCxn id="48" idx="4"/>
          </p:cNvCxnSpPr>
          <p:nvPr userDrawn="1"/>
        </p:nvCxnSpPr>
        <p:spPr>
          <a:xfrm flipV="1">
            <a:off x="10795507" y="4847431"/>
            <a:ext cx="0" cy="85444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lipse 21">
            <a:extLst>
              <a:ext uri="{FF2B5EF4-FFF2-40B4-BE49-F238E27FC236}">
                <a16:creationId xmlns:a16="http://schemas.microsoft.com/office/drawing/2014/main" id="{56CD24D7-0284-4267-8A6B-FCE7EB910E68}"/>
              </a:ext>
            </a:extLst>
          </p:cNvPr>
          <p:cNvSpPr/>
          <p:nvPr userDrawn="1"/>
        </p:nvSpPr>
        <p:spPr>
          <a:xfrm>
            <a:off x="1305428" y="5701871"/>
            <a:ext cx="169866" cy="16986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84156466-033D-4FE1-AE39-99745BDD0347}"/>
              </a:ext>
            </a:extLst>
          </p:cNvPr>
          <p:cNvSpPr/>
          <p:nvPr userDrawn="1"/>
        </p:nvSpPr>
        <p:spPr>
          <a:xfrm>
            <a:off x="2649896" y="5701871"/>
            <a:ext cx="169866" cy="16986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C79C67D6-1152-436E-9A09-3556EEEC448B}"/>
              </a:ext>
            </a:extLst>
          </p:cNvPr>
          <p:cNvSpPr/>
          <p:nvPr userDrawn="1"/>
        </p:nvSpPr>
        <p:spPr>
          <a:xfrm>
            <a:off x="3994364" y="5701871"/>
            <a:ext cx="169866" cy="16986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FB3BA2CA-CD7A-4A86-A1EA-25E74E1F4041}"/>
              </a:ext>
            </a:extLst>
          </p:cNvPr>
          <p:cNvSpPr/>
          <p:nvPr userDrawn="1"/>
        </p:nvSpPr>
        <p:spPr>
          <a:xfrm>
            <a:off x="5345474" y="5701871"/>
            <a:ext cx="169866" cy="16986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E1B65DAF-80A5-4616-834C-1A0A339195FD}"/>
              </a:ext>
            </a:extLst>
          </p:cNvPr>
          <p:cNvSpPr/>
          <p:nvPr userDrawn="1"/>
        </p:nvSpPr>
        <p:spPr>
          <a:xfrm>
            <a:off x="6683300" y="5701871"/>
            <a:ext cx="169866" cy="16986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18F03FC2-EE3E-4794-A4E7-16A7C1A6EED2}"/>
              </a:ext>
            </a:extLst>
          </p:cNvPr>
          <p:cNvSpPr/>
          <p:nvPr userDrawn="1"/>
        </p:nvSpPr>
        <p:spPr>
          <a:xfrm>
            <a:off x="8036962" y="5701871"/>
            <a:ext cx="169866" cy="16986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21CF027B-6443-4800-93AD-797D0DDF390C}"/>
              </a:ext>
            </a:extLst>
          </p:cNvPr>
          <p:cNvSpPr/>
          <p:nvPr userDrawn="1"/>
        </p:nvSpPr>
        <p:spPr>
          <a:xfrm>
            <a:off x="9372236" y="5701871"/>
            <a:ext cx="169866" cy="16986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ED4D1FE9-1A8B-40AB-B024-6F5B43571A6C}"/>
              </a:ext>
            </a:extLst>
          </p:cNvPr>
          <p:cNvSpPr/>
          <p:nvPr userDrawn="1"/>
        </p:nvSpPr>
        <p:spPr>
          <a:xfrm>
            <a:off x="10710574" y="5701871"/>
            <a:ext cx="169866" cy="16986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EBEF7C19-F4D3-4200-9BAD-CC91FF5C41BA}"/>
              </a:ext>
            </a:extLst>
          </p:cNvPr>
          <p:cNvCxnSpPr>
            <a:cxnSpLocks/>
          </p:cNvCxnSpPr>
          <p:nvPr userDrawn="1"/>
        </p:nvCxnSpPr>
        <p:spPr>
          <a:xfrm>
            <a:off x="1475295" y="5785325"/>
            <a:ext cx="9241411" cy="0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C4F15EE-8198-46F2-8024-3252796484C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93934" y="3150764"/>
            <a:ext cx="992854" cy="990944"/>
          </a:xfrm>
          <a:prstGeom prst="ellipse">
            <a:avLst/>
          </a:prstGeom>
        </p:spPr>
        <p:txBody>
          <a:bodyPr anchor="ctr" anchorCtr="0">
            <a:noAutofit/>
          </a:bodyPr>
          <a:lstStyle>
            <a:lvl1pPr algn="ctr">
              <a:defRPr sz="800"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34" name="Espace réservé pour une image  2">
            <a:extLst>
              <a:ext uri="{FF2B5EF4-FFF2-40B4-BE49-F238E27FC236}">
                <a16:creationId xmlns:a16="http://schemas.microsoft.com/office/drawing/2014/main" id="{B395DDFE-B565-411C-AA26-FCDFCC69CF4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636772" y="3150764"/>
            <a:ext cx="992854" cy="990944"/>
          </a:xfrm>
          <a:prstGeom prst="ellipse">
            <a:avLst/>
          </a:prstGeom>
        </p:spPr>
        <p:txBody>
          <a:bodyPr vert="horz" lIns="0" tIns="0" rIns="0" bIns="45720" rtlCol="0" anchor="ctr" anchorCtr="0">
            <a:noAutofit/>
          </a:bodyPr>
          <a:lstStyle>
            <a:lvl1pPr algn="ctr">
              <a:defRPr lang="fr-FR" sz="800" dirty="0">
                <a:latin typeface="+mn-lt"/>
              </a:defRPr>
            </a:lvl1pPr>
          </a:lstStyle>
          <a:p>
            <a:pPr lvl="0" algn="ctr"/>
            <a:r>
              <a:rPr lang="fr-FR"/>
              <a:t>image</a:t>
            </a:r>
          </a:p>
        </p:txBody>
      </p:sp>
      <p:sp>
        <p:nvSpPr>
          <p:cNvPr id="35" name="Espace réservé pour une image  2">
            <a:extLst>
              <a:ext uri="{FF2B5EF4-FFF2-40B4-BE49-F238E27FC236}">
                <a16:creationId xmlns:a16="http://schemas.microsoft.com/office/drawing/2014/main" id="{7E61289B-A699-4E12-9D9C-1A57956620C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68741" y="3150764"/>
            <a:ext cx="992854" cy="990944"/>
          </a:xfrm>
          <a:prstGeom prst="ellipse">
            <a:avLst/>
          </a:prstGeom>
        </p:spPr>
        <p:txBody>
          <a:bodyPr vert="horz" lIns="0" tIns="0" rIns="0" bIns="45720" rtlCol="0" anchor="ctr" anchorCtr="0">
            <a:noAutofit/>
          </a:bodyPr>
          <a:lstStyle>
            <a:lvl1pPr algn="ctr">
              <a:defRPr lang="fr-FR" sz="800" dirty="0">
                <a:latin typeface="+mn-lt"/>
              </a:defRPr>
            </a:lvl1pPr>
          </a:lstStyle>
          <a:p>
            <a:pPr lvl="0" algn="ctr"/>
            <a:r>
              <a:rPr lang="fr-FR"/>
              <a:t>image</a:t>
            </a:r>
          </a:p>
        </p:txBody>
      </p:sp>
      <p:sp>
        <p:nvSpPr>
          <p:cNvPr id="36" name="Espace réservé pour une image  2">
            <a:extLst>
              <a:ext uri="{FF2B5EF4-FFF2-40B4-BE49-F238E27FC236}">
                <a16:creationId xmlns:a16="http://schemas.microsoft.com/office/drawing/2014/main" id="{9011FB87-D370-4A8B-BBB2-3EFC724A4C8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963807" y="3150764"/>
            <a:ext cx="992854" cy="990944"/>
          </a:xfrm>
          <a:prstGeom prst="ellipse">
            <a:avLst/>
          </a:prstGeom>
        </p:spPr>
        <p:txBody>
          <a:bodyPr anchor="ctr" anchorCtr="0">
            <a:normAutofit/>
          </a:bodyPr>
          <a:lstStyle>
            <a:lvl1pPr algn="ctr">
              <a:defRPr lang="fr-FR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38" name="Espace réservé pour une image  2">
            <a:extLst>
              <a:ext uri="{FF2B5EF4-FFF2-40B4-BE49-F238E27FC236}">
                <a16:creationId xmlns:a16="http://schemas.microsoft.com/office/drawing/2014/main" id="{B113FD84-4844-48A4-9FC1-1DB7508C98A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241467" y="3856487"/>
            <a:ext cx="992854" cy="990944"/>
          </a:xfrm>
          <a:prstGeom prst="ellipse">
            <a:avLst/>
          </a:prstGeom>
        </p:spPr>
        <p:txBody>
          <a:bodyPr vert="horz" lIns="0" tIns="0" rIns="0" bIns="45720" rtlCol="0" anchor="ctr" anchorCtr="0">
            <a:noAutofit/>
          </a:bodyPr>
          <a:lstStyle>
            <a:lvl1pPr algn="ctr">
              <a:defRPr lang="fr-FR" sz="800" dirty="0">
                <a:latin typeface="+mn-lt"/>
              </a:defRPr>
            </a:lvl1pPr>
          </a:lstStyle>
          <a:p>
            <a:pPr lvl="0" algn="ctr"/>
            <a:r>
              <a:rPr lang="fr-FR"/>
              <a:t>image</a:t>
            </a:r>
          </a:p>
        </p:txBody>
      </p:sp>
      <p:sp>
        <p:nvSpPr>
          <p:cNvPr id="42" name="Espace réservé pour une image  2">
            <a:extLst>
              <a:ext uri="{FF2B5EF4-FFF2-40B4-BE49-F238E27FC236}">
                <a16:creationId xmlns:a16="http://schemas.microsoft.com/office/drawing/2014/main" id="{16E63D34-96DF-4338-A4B6-8A8F92C28B0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3980" y="3856487"/>
            <a:ext cx="992854" cy="990944"/>
          </a:xfrm>
          <a:prstGeom prst="ellipse">
            <a:avLst/>
          </a:prstGeom>
        </p:spPr>
        <p:txBody>
          <a:bodyPr vert="horz" lIns="0" tIns="0" rIns="0" bIns="45720" rtlCol="0" anchor="ctr" anchorCtr="0">
            <a:noAutofit/>
          </a:bodyPr>
          <a:lstStyle>
            <a:lvl1pPr algn="ctr">
              <a:defRPr lang="fr-FR" sz="800" dirty="0">
                <a:latin typeface="+mn-lt"/>
              </a:defRPr>
            </a:lvl1pPr>
          </a:lstStyle>
          <a:p>
            <a:pPr lvl="0" algn="ctr"/>
            <a:r>
              <a:rPr lang="fr-FR"/>
              <a:t>image</a:t>
            </a:r>
          </a:p>
        </p:txBody>
      </p:sp>
      <p:sp>
        <p:nvSpPr>
          <p:cNvPr id="45" name="Espace réservé pour une image  2">
            <a:extLst>
              <a:ext uri="{FF2B5EF4-FFF2-40B4-BE49-F238E27FC236}">
                <a16:creationId xmlns:a16="http://schemas.microsoft.com/office/drawing/2014/main" id="{8DAF90DA-9120-4502-A5E7-6F469CA4C81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625468" y="3860320"/>
            <a:ext cx="992854" cy="990944"/>
          </a:xfrm>
          <a:prstGeom prst="ellipse">
            <a:avLst/>
          </a:prstGeom>
        </p:spPr>
        <p:txBody>
          <a:bodyPr anchor="ctr" anchorCtr="0">
            <a:normAutofit/>
          </a:bodyPr>
          <a:lstStyle>
            <a:lvl1pPr algn="ctr">
              <a:defRPr lang="fr-FR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48" name="Espace réservé pour une image  2">
            <a:extLst>
              <a:ext uri="{FF2B5EF4-FFF2-40B4-BE49-F238E27FC236}">
                <a16:creationId xmlns:a16="http://schemas.microsoft.com/office/drawing/2014/main" id="{EF896619-5470-4652-ADA6-F46A0375AC0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0299080" y="3856487"/>
            <a:ext cx="992854" cy="990944"/>
          </a:xfrm>
          <a:prstGeom prst="ellipse">
            <a:avLst/>
          </a:prstGeom>
        </p:spPr>
        <p:txBody>
          <a:bodyPr anchor="ctr" anchorCtr="0">
            <a:normAutofit/>
          </a:bodyPr>
          <a:lstStyle>
            <a:lvl1pPr algn="ctr">
              <a:defRPr lang="fr-FR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59" name="Espace réservé du texte 58">
            <a:extLst>
              <a:ext uri="{FF2B5EF4-FFF2-40B4-BE49-F238E27FC236}">
                <a16:creationId xmlns:a16="http://schemas.microsoft.com/office/drawing/2014/main" id="{F2EE8F47-35C6-4FA8-B6DD-291715A515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3934" y="2143866"/>
            <a:ext cx="1198562" cy="37941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Jour Mois Année</a:t>
            </a:r>
          </a:p>
        </p:txBody>
      </p:sp>
      <p:sp>
        <p:nvSpPr>
          <p:cNvPr id="60" name="Espace réservé du texte 58">
            <a:extLst>
              <a:ext uri="{FF2B5EF4-FFF2-40B4-BE49-F238E27FC236}">
                <a16:creationId xmlns:a16="http://schemas.microsoft.com/office/drawing/2014/main" id="{6CDAEF6A-73AE-443C-8A3F-5C27A9A0E2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3934" y="2589898"/>
            <a:ext cx="1198562" cy="379412"/>
          </a:xfrm>
        </p:spPr>
        <p:txBody>
          <a:bodyPr>
            <a:normAutofit/>
          </a:bodyPr>
          <a:lstStyle>
            <a:lvl1pPr>
              <a:defRPr sz="1000">
                <a:latin typeface="+mn-lt"/>
              </a:defRPr>
            </a:lvl1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63" name="Espace réservé du texte 58">
            <a:extLst>
              <a:ext uri="{FF2B5EF4-FFF2-40B4-BE49-F238E27FC236}">
                <a16:creationId xmlns:a16="http://schemas.microsoft.com/office/drawing/2014/main" id="{F1113CAF-E5B1-4401-8F05-34EA54E5E65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36772" y="2143866"/>
            <a:ext cx="1198562" cy="37941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Jour Mois Année</a:t>
            </a:r>
          </a:p>
        </p:txBody>
      </p:sp>
      <p:sp>
        <p:nvSpPr>
          <p:cNvPr id="64" name="Espace réservé du texte 58">
            <a:extLst>
              <a:ext uri="{FF2B5EF4-FFF2-40B4-BE49-F238E27FC236}">
                <a16:creationId xmlns:a16="http://schemas.microsoft.com/office/drawing/2014/main" id="{8DFF9875-9264-44E3-BD83-78472D8D178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36772" y="2589898"/>
            <a:ext cx="1198562" cy="379412"/>
          </a:xfrm>
        </p:spPr>
        <p:txBody>
          <a:bodyPr>
            <a:normAutofit/>
          </a:bodyPr>
          <a:lstStyle>
            <a:lvl1pPr>
              <a:defRPr sz="1000">
                <a:latin typeface="+mn-lt"/>
              </a:defRPr>
            </a:lvl1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65" name="Espace réservé du texte 58">
            <a:extLst>
              <a:ext uri="{FF2B5EF4-FFF2-40B4-BE49-F238E27FC236}">
                <a16:creationId xmlns:a16="http://schemas.microsoft.com/office/drawing/2014/main" id="{38E29919-B400-4BBF-808E-0BEA84CCB9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8741" y="2143866"/>
            <a:ext cx="1198562" cy="37941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Jour Mois Année</a:t>
            </a:r>
          </a:p>
        </p:txBody>
      </p:sp>
      <p:sp>
        <p:nvSpPr>
          <p:cNvPr id="66" name="Espace réservé du texte 58">
            <a:extLst>
              <a:ext uri="{FF2B5EF4-FFF2-40B4-BE49-F238E27FC236}">
                <a16:creationId xmlns:a16="http://schemas.microsoft.com/office/drawing/2014/main" id="{6EDFB74A-0E9E-466B-B392-AE030FDBD24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68741" y="2589898"/>
            <a:ext cx="1198562" cy="379412"/>
          </a:xfrm>
        </p:spPr>
        <p:txBody>
          <a:bodyPr>
            <a:normAutofit/>
          </a:bodyPr>
          <a:lstStyle>
            <a:lvl1pPr>
              <a:defRPr sz="1000">
                <a:latin typeface="+mn-lt"/>
              </a:defRPr>
            </a:lvl1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67" name="Espace réservé du texte 58">
            <a:extLst>
              <a:ext uri="{FF2B5EF4-FFF2-40B4-BE49-F238E27FC236}">
                <a16:creationId xmlns:a16="http://schemas.microsoft.com/office/drawing/2014/main" id="{F890D6F5-5BCE-4CE0-9E5D-D8E21908C50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63807" y="2143866"/>
            <a:ext cx="1198562" cy="37941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Jour Mois Année</a:t>
            </a:r>
          </a:p>
        </p:txBody>
      </p:sp>
      <p:sp>
        <p:nvSpPr>
          <p:cNvPr id="68" name="Espace réservé du texte 58">
            <a:extLst>
              <a:ext uri="{FF2B5EF4-FFF2-40B4-BE49-F238E27FC236}">
                <a16:creationId xmlns:a16="http://schemas.microsoft.com/office/drawing/2014/main" id="{9F9E583A-2B45-4431-B469-7AD704A0A5E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963807" y="2589898"/>
            <a:ext cx="1198562" cy="379412"/>
          </a:xfrm>
        </p:spPr>
        <p:txBody>
          <a:bodyPr>
            <a:normAutofit/>
          </a:bodyPr>
          <a:lstStyle>
            <a:lvl1pPr>
              <a:defRPr sz="1000">
                <a:latin typeface="+mn-lt"/>
              </a:defRPr>
            </a:lvl1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69" name="Espace réservé du texte 58">
            <a:extLst>
              <a:ext uri="{FF2B5EF4-FFF2-40B4-BE49-F238E27FC236}">
                <a16:creationId xmlns:a16="http://schemas.microsoft.com/office/drawing/2014/main" id="{3329381E-DC0C-42F6-99DF-2504C474DC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43356" y="2849567"/>
            <a:ext cx="1198562" cy="37941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Jour Mois Année</a:t>
            </a:r>
          </a:p>
        </p:txBody>
      </p:sp>
      <p:sp>
        <p:nvSpPr>
          <p:cNvPr id="70" name="Espace réservé du texte 58">
            <a:extLst>
              <a:ext uri="{FF2B5EF4-FFF2-40B4-BE49-F238E27FC236}">
                <a16:creationId xmlns:a16="http://schemas.microsoft.com/office/drawing/2014/main" id="{C8DFBF34-65A4-415E-90CF-9FD0A4D4BF8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43356" y="3295599"/>
            <a:ext cx="1198562" cy="379412"/>
          </a:xfrm>
        </p:spPr>
        <p:txBody>
          <a:bodyPr>
            <a:normAutofit/>
          </a:bodyPr>
          <a:lstStyle>
            <a:lvl1pPr>
              <a:defRPr sz="1000">
                <a:latin typeface="+mn-lt"/>
              </a:defRPr>
            </a:lvl1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71" name="Espace réservé du texte 58">
            <a:extLst>
              <a:ext uri="{FF2B5EF4-FFF2-40B4-BE49-F238E27FC236}">
                <a16:creationId xmlns:a16="http://schemas.microsoft.com/office/drawing/2014/main" id="{E122F7B8-5588-46D9-B006-D95DCD90DF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33980" y="2849567"/>
            <a:ext cx="1198562" cy="37941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Jour Mois Année</a:t>
            </a:r>
          </a:p>
        </p:txBody>
      </p:sp>
      <p:sp>
        <p:nvSpPr>
          <p:cNvPr id="72" name="Espace réservé du texte 58">
            <a:extLst>
              <a:ext uri="{FF2B5EF4-FFF2-40B4-BE49-F238E27FC236}">
                <a16:creationId xmlns:a16="http://schemas.microsoft.com/office/drawing/2014/main" id="{B2E35B54-BD62-4F9C-BD34-6226C82C82E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33980" y="3295599"/>
            <a:ext cx="1198562" cy="379412"/>
          </a:xfrm>
        </p:spPr>
        <p:txBody>
          <a:bodyPr>
            <a:normAutofit/>
          </a:bodyPr>
          <a:lstStyle>
            <a:lvl1pPr>
              <a:defRPr sz="1000">
                <a:latin typeface="+mn-lt"/>
              </a:defRPr>
            </a:lvl1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73" name="Espace réservé du texte 58">
            <a:extLst>
              <a:ext uri="{FF2B5EF4-FFF2-40B4-BE49-F238E27FC236}">
                <a16:creationId xmlns:a16="http://schemas.microsoft.com/office/drawing/2014/main" id="{42FD82CC-F691-4F8E-BE08-3B76EB84824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24604" y="2849567"/>
            <a:ext cx="1198562" cy="37941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Jour Mois Année</a:t>
            </a:r>
          </a:p>
        </p:txBody>
      </p:sp>
      <p:sp>
        <p:nvSpPr>
          <p:cNvPr id="74" name="Espace réservé du texte 58">
            <a:extLst>
              <a:ext uri="{FF2B5EF4-FFF2-40B4-BE49-F238E27FC236}">
                <a16:creationId xmlns:a16="http://schemas.microsoft.com/office/drawing/2014/main" id="{BF1712CC-19CC-4490-A7F4-D6876E821FF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624604" y="3295599"/>
            <a:ext cx="1198562" cy="379412"/>
          </a:xfrm>
        </p:spPr>
        <p:txBody>
          <a:bodyPr>
            <a:normAutofit/>
          </a:bodyPr>
          <a:lstStyle>
            <a:lvl1pPr>
              <a:defRPr sz="1000">
                <a:latin typeface="+mn-lt"/>
              </a:defRPr>
            </a:lvl1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75" name="Espace réservé du texte 58">
            <a:extLst>
              <a:ext uri="{FF2B5EF4-FFF2-40B4-BE49-F238E27FC236}">
                <a16:creationId xmlns:a16="http://schemas.microsoft.com/office/drawing/2014/main" id="{F403AECC-26B0-4C43-AC4B-AF3668E325E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299080" y="2849567"/>
            <a:ext cx="1198562" cy="37941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Jour Mois Année</a:t>
            </a:r>
          </a:p>
        </p:txBody>
      </p:sp>
      <p:sp>
        <p:nvSpPr>
          <p:cNvPr id="76" name="Espace réservé du texte 58">
            <a:extLst>
              <a:ext uri="{FF2B5EF4-FFF2-40B4-BE49-F238E27FC236}">
                <a16:creationId xmlns:a16="http://schemas.microsoft.com/office/drawing/2014/main" id="{84D84DE3-1216-4A41-A4B0-CCBD78DC6C7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299080" y="3295599"/>
            <a:ext cx="1198562" cy="379412"/>
          </a:xfrm>
        </p:spPr>
        <p:txBody>
          <a:bodyPr>
            <a:normAutofit/>
          </a:bodyPr>
          <a:lstStyle>
            <a:lvl1pPr>
              <a:defRPr sz="1000">
                <a:latin typeface="+mn-lt"/>
              </a:defRPr>
            </a:lvl1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77" name="Titre 76">
            <a:extLst>
              <a:ext uri="{FF2B5EF4-FFF2-40B4-BE49-F238E27FC236}">
                <a16:creationId xmlns:a16="http://schemas.microsoft.com/office/drawing/2014/main" id="{5AEF270C-EE97-4687-862D-BB037F94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83081279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 images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28D1308F-5AB3-4092-91D0-0DC59ADC3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2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5C099187-7A9C-4FE6-9452-51D4CB057F0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29FA8D36-B856-46A1-99BE-CDB8A6C38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A1AFEE4-A953-4A5B-AB42-BD074F39E929}" type="datetimeFigureOut">
              <a:rPr lang="fr-FR" smtClean="0"/>
              <a:pPr/>
              <a:t>05/08/2025</a:t>
            </a:fld>
            <a:endParaRPr lang="fr-FR"/>
          </a:p>
        </p:txBody>
      </p:sp>
      <p:sp>
        <p:nvSpPr>
          <p:cNvPr id="77" name="Titre 76">
            <a:extLst>
              <a:ext uri="{FF2B5EF4-FFF2-40B4-BE49-F238E27FC236}">
                <a16:creationId xmlns:a16="http://schemas.microsoft.com/office/drawing/2014/main" id="{5AEF270C-EE97-4687-862D-BB037F94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2" name="Espace réservé pour une image  3">
            <a:extLst>
              <a:ext uri="{FF2B5EF4-FFF2-40B4-BE49-F238E27FC236}">
                <a16:creationId xmlns:a16="http://schemas.microsoft.com/office/drawing/2014/main" id="{8703E5DF-A8D1-4656-AC7D-D085997BF125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882650" y="1802578"/>
            <a:ext cx="1841498" cy="1227664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55" name="Espace réservé du texte 58">
            <a:extLst>
              <a:ext uri="{FF2B5EF4-FFF2-40B4-BE49-F238E27FC236}">
                <a16:creationId xmlns:a16="http://schemas.microsoft.com/office/drawing/2014/main" id="{75F0D076-63F0-4991-82C6-CDB9867317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13146" y="1802577"/>
            <a:ext cx="1371400" cy="122766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  <p:sp>
        <p:nvSpPr>
          <p:cNvPr id="64" name="Espace réservé pour une image  3">
            <a:extLst>
              <a:ext uri="{FF2B5EF4-FFF2-40B4-BE49-F238E27FC236}">
                <a16:creationId xmlns:a16="http://schemas.microsoft.com/office/drawing/2014/main" id="{6E703B9B-2701-4A29-A41D-E28328B70DEC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4489502" y="1802578"/>
            <a:ext cx="1841498" cy="1227664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65" name="Espace réservé du texte 58">
            <a:extLst>
              <a:ext uri="{FF2B5EF4-FFF2-40B4-BE49-F238E27FC236}">
                <a16:creationId xmlns:a16="http://schemas.microsoft.com/office/drawing/2014/main" id="{C23E4FEA-3D87-4C5E-983A-03719878D4A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419998" y="1802577"/>
            <a:ext cx="1371400" cy="122766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  <p:sp>
        <p:nvSpPr>
          <p:cNvPr id="66" name="Espace réservé pour une image  3">
            <a:extLst>
              <a:ext uri="{FF2B5EF4-FFF2-40B4-BE49-F238E27FC236}">
                <a16:creationId xmlns:a16="http://schemas.microsoft.com/office/drawing/2014/main" id="{7F61C2A9-5D66-4B99-8323-A1954ED1A8E2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8096354" y="1802578"/>
            <a:ext cx="1841498" cy="1227664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67" name="Espace réservé du texte 58">
            <a:extLst>
              <a:ext uri="{FF2B5EF4-FFF2-40B4-BE49-F238E27FC236}">
                <a16:creationId xmlns:a16="http://schemas.microsoft.com/office/drawing/2014/main" id="{D52F5022-596A-405B-AF3C-27DD14266327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0026850" y="1802577"/>
            <a:ext cx="1371400" cy="122766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  <p:sp>
        <p:nvSpPr>
          <p:cNvPr id="68" name="Espace réservé pour une image  3">
            <a:extLst>
              <a:ext uri="{FF2B5EF4-FFF2-40B4-BE49-F238E27FC236}">
                <a16:creationId xmlns:a16="http://schemas.microsoft.com/office/drawing/2014/main" id="{A30EFDEE-1C5B-48BF-BB7E-2C1299048F2E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882650" y="3306258"/>
            <a:ext cx="1841498" cy="1227664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69" name="Espace réservé du texte 58">
            <a:extLst>
              <a:ext uri="{FF2B5EF4-FFF2-40B4-BE49-F238E27FC236}">
                <a16:creationId xmlns:a16="http://schemas.microsoft.com/office/drawing/2014/main" id="{8C601B5A-6683-49E0-9696-C28C19F4C6BA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13146" y="3306257"/>
            <a:ext cx="1371400" cy="122766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  <p:sp>
        <p:nvSpPr>
          <p:cNvPr id="70" name="Espace réservé pour une image  3">
            <a:extLst>
              <a:ext uri="{FF2B5EF4-FFF2-40B4-BE49-F238E27FC236}">
                <a16:creationId xmlns:a16="http://schemas.microsoft.com/office/drawing/2014/main" id="{11385016-CD08-4C82-82C8-38770FCBBCC2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4489502" y="3306258"/>
            <a:ext cx="1841498" cy="1227664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71" name="Espace réservé du texte 58">
            <a:extLst>
              <a:ext uri="{FF2B5EF4-FFF2-40B4-BE49-F238E27FC236}">
                <a16:creationId xmlns:a16="http://schemas.microsoft.com/office/drawing/2014/main" id="{8627926E-CC75-40D7-8A7F-10B88FF04DAB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419998" y="3306257"/>
            <a:ext cx="1371400" cy="122766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  <p:sp>
        <p:nvSpPr>
          <p:cNvPr id="72" name="Espace réservé pour une image  3">
            <a:extLst>
              <a:ext uri="{FF2B5EF4-FFF2-40B4-BE49-F238E27FC236}">
                <a16:creationId xmlns:a16="http://schemas.microsoft.com/office/drawing/2014/main" id="{15982FF2-32CD-4BC0-9EBA-7188311414BF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8096354" y="3306258"/>
            <a:ext cx="1841498" cy="1227664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73" name="Espace réservé du texte 58">
            <a:extLst>
              <a:ext uri="{FF2B5EF4-FFF2-40B4-BE49-F238E27FC236}">
                <a16:creationId xmlns:a16="http://schemas.microsoft.com/office/drawing/2014/main" id="{5F47F161-E084-4F55-BE47-3AF09BE23F5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0026850" y="3306257"/>
            <a:ext cx="1371400" cy="122766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  <p:sp>
        <p:nvSpPr>
          <p:cNvPr id="74" name="Espace réservé pour une image  3">
            <a:extLst>
              <a:ext uri="{FF2B5EF4-FFF2-40B4-BE49-F238E27FC236}">
                <a16:creationId xmlns:a16="http://schemas.microsoft.com/office/drawing/2014/main" id="{FB96A3E7-FA6C-4C82-AD27-954B361138FD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882650" y="4809937"/>
            <a:ext cx="1841498" cy="1227664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75" name="Espace réservé du texte 58">
            <a:extLst>
              <a:ext uri="{FF2B5EF4-FFF2-40B4-BE49-F238E27FC236}">
                <a16:creationId xmlns:a16="http://schemas.microsoft.com/office/drawing/2014/main" id="{E5498A5A-7208-4C13-B2D8-F9469E283D73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813146" y="4809936"/>
            <a:ext cx="1371400" cy="122766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  <p:sp>
        <p:nvSpPr>
          <p:cNvPr id="76" name="Espace réservé pour une image  3">
            <a:extLst>
              <a:ext uri="{FF2B5EF4-FFF2-40B4-BE49-F238E27FC236}">
                <a16:creationId xmlns:a16="http://schemas.microsoft.com/office/drawing/2014/main" id="{6F103653-AFE0-429B-94D3-1E741A86E450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4489502" y="4809937"/>
            <a:ext cx="1841498" cy="1227664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78" name="Espace réservé du texte 58">
            <a:extLst>
              <a:ext uri="{FF2B5EF4-FFF2-40B4-BE49-F238E27FC236}">
                <a16:creationId xmlns:a16="http://schemas.microsoft.com/office/drawing/2014/main" id="{CD163551-001C-4553-8D24-274829D1761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419998" y="4809936"/>
            <a:ext cx="1371400" cy="122766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  <p:sp>
        <p:nvSpPr>
          <p:cNvPr id="80" name="Espace réservé pour une image  3">
            <a:extLst>
              <a:ext uri="{FF2B5EF4-FFF2-40B4-BE49-F238E27FC236}">
                <a16:creationId xmlns:a16="http://schemas.microsoft.com/office/drawing/2014/main" id="{645E07B2-91AD-4429-9221-F23288198A77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8096354" y="4809937"/>
            <a:ext cx="1841498" cy="1227664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81" name="Espace réservé du texte 58">
            <a:extLst>
              <a:ext uri="{FF2B5EF4-FFF2-40B4-BE49-F238E27FC236}">
                <a16:creationId xmlns:a16="http://schemas.microsoft.com/office/drawing/2014/main" id="{353D7347-D794-4293-8971-D945DE37FAA3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0026850" y="4809936"/>
            <a:ext cx="1371400" cy="122766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</p:spTree>
    <p:extLst>
      <p:ext uri="{BB962C8B-B14F-4D97-AF65-F5344CB8AC3E}">
        <p14:creationId xmlns:p14="http://schemas.microsoft.com/office/powerpoint/2010/main" val="239135130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lonnes évên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28D1308F-5AB3-4092-91D0-0DC59ADC3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2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5C099187-7A9C-4FE6-9452-51D4CB057F0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29FA8D36-B856-46A1-99BE-CDB8A6C38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A1AFEE4-A953-4A5B-AB42-BD074F39E929}" type="datetimeFigureOut">
              <a:rPr lang="fr-FR" smtClean="0"/>
              <a:pPr/>
              <a:t>05/08/2025</a:t>
            </a:fld>
            <a:endParaRPr lang="fr-FR"/>
          </a:p>
        </p:txBody>
      </p:sp>
      <p:sp>
        <p:nvSpPr>
          <p:cNvPr id="77" name="Titre 76">
            <a:extLst>
              <a:ext uri="{FF2B5EF4-FFF2-40B4-BE49-F238E27FC236}">
                <a16:creationId xmlns:a16="http://schemas.microsoft.com/office/drawing/2014/main" id="{5AEF270C-EE97-4687-862D-BB037F94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D452A3F-44DC-43CA-A78C-42079ECD2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75642" y="2016125"/>
            <a:ext cx="3560717" cy="390525"/>
          </a:xfr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fr-FR"/>
              <a:t>Texte</a:t>
            </a:r>
          </a:p>
        </p:txBody>
      </p: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1EB6825C-9C79-4F73-8DCF-CB284EDBB15B}"/>
              </a:ext>
            </a:extLst>
          </p:cNvPr>
          <p:cNvCxnSpPr/>
          <p:nvPr userDrawn="1"/>
        </p:nvCxnSpPr>
        <p:spPr>
          <a:xfrm>
            <a:off x="6096000" y="2016760"/>
            <a:ext cx="0" cy="407760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space réservé du texte 58">
            <a:extLst>
              <a:ext uri="{FF2B5EF4-FFF2-40B4-BE49-F238E27FC236}">
                <a16:creationId xmlns:a16="http://schemas.microsoft.com/office/drawing/2014/main" id="{349502CD-7C65-45DA-B9B4-132EE91BBB86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2600318" y="2810166"/>
            <a:ext cx="2336043" cy="71490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  <p:sp>
        <p:nvSpPr>
          <p:cNvPr id="68" name="Espace réservé du texte 2">
            <a:extLst>
              <a:ext uri="{FF2B5EF4-FFF2-40B4-BE49-F238E27FC236}">
                <a16:creationId xmlns:a16="http://schemas.microsoft.com/office/drawing/2014/main" id="{4461B78E-2FE1-4925-9BE0-A58C52B08A16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7255641" y="2016125"/>
            <a:ext cx="3560717" cy="390525"/>
          </a:xfr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100" name="Espace réservé du texte 58">
            <a:extLst>
              <a:ext uri="{FF2B5EF4-FFF2-40B4-BE49-F238E27FC236}">
                <a16:creationId xmlns:a16="http://schemas.microsoft.com/office/drawing/2014/main" id="{5ECB9DAD-7E80-4309-AC7A-558781B0360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600318" y="3666596"/>
            <a:ext cx="2336043" cy="71490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  <p:sp>
        <p:nvSpPr>
          <p:cNvPr id="101" name="Espace réservé du texte 58">
            <a:extLst>
              <a:ext uri="{FF2B5EF4-FFF2-40B4-BE49-F238E27FC236}">
                <a16:creationId xmlns:a16="http://schemas.microsoft.com/office/drawing/2014/main" id="{32EC3759-BC64-497D-9C00-96C336EAFA9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600318" y="4525566"/>
            <a:ext cx="2336043" cy="71490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  <p:sp>
        <p:nvSpPr>
          <p:cNvPr id="102" name="Espace réservé du texte 58">
            <a:extLst>
              <a:ext uri="{FF2B5EF4-FFF2-40B4-BE49-F238E27FC236}">
                <a16:creationId xmlns:a16="http://schemas.microsoft.com/office/drawing/2014/main" id="{65088F8B-CCC4-4524-9AB4-4CF192F27B2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600318" y="5379456"/>
            <a:ext cx="2336043" cy="71490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  <p:sp>
        <p:nvSpPr>
          <p:cNvPr id="103" name="Espace réservé du texte 58">
            <a:extLst>
              <a:ext uri="{FF2B5EF4-FFF2-40B4-BE49-F238E27FC236}">
                <a16:creationId xmlns:a16="http://schemas.microsoft.com/office/drawing/2014/main" id="{450170ED-364B-4B9E-AE10-AEDEF2C0942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477250" y="2810166"/>
            <a:ext cx="2339112" cy="71490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  <p:sp>
        <p:nvSpPr>
          <p:cNvPr id="104" name="Espace réservé du texte 58">
            <a:extLst>
              <a:ext uri="{FF2B5EF4-FFF2-40B4-BE49-F238E27FC236}">
                <a16:creationId xmlns:a16="http://schemas.microsoft.com/office/drawing/2014/main" id="{B6AF5B0D-DC6E-43F1-A30F-6054740D557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477250" y="3666596"/>
            <a:ext cx="2339112" cy="71490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  <p:sp>
        <p:nvSpPr>
          <p:cNvPr id="105" name="Espace réservé du texte 58">
            <a:extLst>
              <a:ext uri="{FF2B5EF4-FFF2-40B4-BE49-F238E27FC236}">
                <a16:creationId xmlns:a16="http://schemas.microsoft.com/office/drawing/2014/main" id="{B3E3920F-EBAF-426D-AA90-718743AF281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477250" y="4525566"/>
            <a:ext cx="2339112" cy="71490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  <p:sp>
        <p:nvSpPr>
          <p:cNvPr id="106" name="Espace réservé du texte 58">
            <a:extLst>
              <a:ext uri="{FF2B5EF4-FFF2-40B4-BE49-F238E27FC236}">
                <a16:creationId xmlns:a16="http://schemas.microsoft.com/office/drawing/2014/main" id="{044286D6-8B6A-4A5F-8655-775CA184BB5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477250" y="5379456"/>
            <a:ext cx="2339112" cy="71490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  <p:sp>
        <p:nvSpPr>
          <p:cNvPr id="28" name="Espace réservé pour une image  3">
            <a:extLst>
              <a:ext uri="{FF2B5EF4-FFF2-40B4-BE49-F238E27FC236}">
                <a16:creationId xmlns:a16="http://schemas.microsoft.com/office/drawing/2014/main" id="{197AD628-B4A1-4DB6-9E4E-AACCDF868176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1375638" y="2805877"/>
            <a:ext cx="1074981" cy="716653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29" name="Espace réservé pour une image  3">
            <a:extLst>
              <a:ext uri="{FF2B5EF4-FFF2-40B4-BE49-F238E27FC236}">
                <a16:creationId xmlns:a16="http://schemas.microsoft.com/office/drawing/2014/main" id="{0BD73083-9C9C-4B4B-B12E-C45F3BBD76E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1375638" y="3666596"/>
            <a:ext cx="1074981" cy="716653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30" name="Espace réservé pour une image  3">
            <a:extLst>
              <a:ext uri="{FF2B5EF4-FFF2-40B4-BE49-F238E27FC236}">
                <a16:creationId xmlns:a16="http://schemas.microsoft.com/office/drawing/2014/main" id="{D8963210-491E-48BE-98A6-5DB062C6ABB2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1375638" y="4523026"/>
            <a:ext cx="1074981" cy="716653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31" name="Espace réservé pour une image  3">
            <a:extLst>
              <a:ext uri="{FF2B5EF4-FFF2-40B4-BE49-F238E27FC236}">
                <a16:creationId xmlns:a16="http://schemas.microsoft.com/office/drawing/2014/main" id="{67B0E2FE-ECDA-4F63-AB99-D00A43CEA1A2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375638" y="5377707"/>
            <a:ext cx="1074981" cy="716653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32" name="Espace réservé pour une image  3">
            <a:extLst>
              <a:ext uri="{FF2B5EF4-FFF2-40B4-BE49-F238E27FC236}">
                <a16:creationId xmlns:a16="http://schemas.microsoft.com/office/drawing/2014/main" id="{70C1A413-B42E-43AA-9D32-B97EC81862B8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7255640" y="2805877"/>
            <a:ext cx="1074981" cy="716653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33" name="Espace réservé pour une image  3">
            <a:extLst>
              <a:ext uri="{FF2B5EF4-FFF2-40B4-BE49-F238E27FC236}">
                <a16:creationId xmlns:a16="http://schemas.microsoft.com/office/drawing/2014/main" id="{C003DA44-7065-4C60-A35F-DD52669180DE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7255640" y="3666596"/>
            <a:ext cx="1074981" cy="716653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34" name="Espace réservé pour une image  3">
            <a:extLst>
              <a:ext uri="{FF2B5EF4-FFF2-40B4-BE49-F238E27FC236}">
                <a16:creationId xmlns:a16="http://schemas.microsoft.com/office/drawing/2014/main" id="{48F3ED0E-807E-4FD2-8B04-F68CA81A450E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7255640" y="4523026"/>
            <a:ext cx="1074981" cy="716653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35" name="Espace réservé pour une image  3">
            <a:extLst>
              <a:ext uri="{FF2B5EF4-FFF2-40B4-BE49-F238E27FC236}">
                <a16:creationId xmlns:a16="http://schemas.microsoft.com/office/drawing/2014/main" id="{0AF17ED5-DAAA-4C4A-80AF-CC8C554F38F7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7255640" y="5377707"/>
            <a:ext cx="1074981" cy="716653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07413806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riptyque évênement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28D1308F-5AB3-4092-91D0-0DC59ADC3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2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5C099187-7A9C-4FE6-9452-51D4CB057F0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29FA8D36-B856-46A1-99BE-CDB8A6C38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A1AFEE4-A953-4A5B-AB42-BD074F39E929}" type="datetimeFigureOut">
              <a:rPr lang="fr-FR" smtClean="0"/>
              <a:pPr/>
              <a:t>05/08/2025</a:t>
            </a:fld>
            <a:endParaRPr lang="fr-FR"/>
          </a:p>
        </p:txBody>
      </p:sp>
      <p:sp>
        <p:nvSpPr>
          <p:cNvPr id="77" name="Titre 76">
            <a:extLst>
              <a:ext uri="{FF2B5EF4-FFF2-40B4-BE49-F238E27FC236}">
                <a16:creationId xmlns:a16="http://schemas.microsoft.com/office/drawing/2014/main" id="{5AEF270C-EE97-4687-862D-BB037F94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D452A3F-44DC-43CA-A78C-42079ECD2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638" y="2016125"/>
            <a:ext cx="3560717" cy="390525"/>
          </a:xfr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fr-FR"/>
              <a:t>Texte</a:t>
            </a:r>
          </a:p>
        </p:txBody>
      </p: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1EB6825C-9C79-4F73-8DCF-CB284EDBB15B}"/>
              </a:ext>
            </a:extLst>
          </p:cNvPr>
          <p:cNvCxnSpPr/>
          <p:nvPr userDrawn="1"/>
        </p:nvCxnSpPr>
        <p:spPr>
          <a:xfrm>
            <a:off x="4136000" y="2016760"/>
            <a:ext cx="0" cy="407760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7CA025C0-1D63-4D4C-83C8-159D63CAE99E}"/>
              </a:ext>
            </a:extLst>
          </p:cNvPr>
          <p:cNvCxnSpPr/>
          <p:nvPr userDrawn="1"/>
        </p:nvCxnSpPr>
        <p:spPr>
          <a:xfrm>
            <a:off x="8056000" y="2016760"/>
            <a:ext cx="0" cy="407760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space réservé du texte 58">
            <a:extLst>
              <a:ext uri="{FF2B5EF4-FFF2-40B4-BE49-F238E27FC236}">
                <a16:creationId xmlns:a16="http://schemas.microsoft.com/office/drawing/2014/main" id="{349502CD-7C65-45DA-B9B4-132EE91BBB86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612664" y="2810166"/>
            <a:ext cx="2343698" cy="71490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  <p:sp>
        <p:nvSpPr>
          <p:cNvPr id="68" name="Espace réservé du texte 2">
            <a:extLst>
              <a:ext uri="{FF2B5EF4-FFF2-40B4-BE49-F238E27FC236}">
                <a16:creationId xmlns:a16="http://schemas.microsoft.com/office/drawing/2014/main" id="{4461B78E-2FE1-4925-9BE0-A58C52B08A16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4315637" y="2016125"/>
            <a:ext cx="3560717" cy="390525"/>
          </a:xfr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78" name="Espace réservé du texte 2">
            <a:extLst>
              <a:ext uri="{FF2B5EF4-FFF2-40B4-BE49-F238E27FC236}">
                <a16:creationId xmlns:a16="http://schemas.microsoft.com/office/drawing/2014/main" id="{23B01699-F462-48D9-956A-2360082309D8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8235636" y="2016125"/>
            <a:ext cx="3560717" cy="390525"/>
          </a:xfr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100" name="Espace réservé du texte 58">
            <a:extLst>
              <a:ext uri="{FF2B5EF4-FFF2-40B4-BE49-F238E27FC236}">
                <a16:creationId xmlns:a16="http://schemas.microsoft.com/office/drawing/2014/main" id="{5ECB9DAD-7E80-4309-AC7A-558781B0360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612664" y="3666596"/>
            <a:ext cx="2343698" cy="71490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  <p:sp>
        <p:nvSpPr>
          <p:cNvPr id="101" name="Espace réservé du texte 58">
            <a:extLst>
              <a:ext uri="{FF2B5EF4-FFF2-40B4-BE49-F238E27FC236}">
                <a16:creationId xmlns:a16="http://schemas.microsoft.com/office/drawing/2014/main" id="{32EC3759-BC64-497D-9C00-96C336EAFA9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612664" y="4525566"/>
            <a:ext cx="2343698" cy="71490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  <p:sp>
        <p:nvSpPr>
          <p:cNvPr id="102" name="Espace réservé du texte 58">
            <a:extLst>
              <a:ext uri="{FF2B5EF4-FFF2-40B4-BE49-F238E27FC236}">
                <a16:creationId xmlns:a16="http://schemas.microsoft.com/office/drawing/2014/main" id="{65088F8B-CCC4-4524-9AB4-4CF192F27B2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612664" y="5379456"/>
            <a:ext cx="2343698" cy="71490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  <p:sp>
        <p:nvSpPr>
          <p:cNvPr id="103" name="Espace réservé du texte 58">
            <a:extLst>
              <a:ext uri="{FF2B5EF4-FFF2-40B4-BE49-F238E27FC236}">
                <a16:creationId xmlns:a16="http://schemas.microsoft.com/office/drawing/2014/main" id="{450170ED-364B-4B9E-AE10-AEDEF2C0942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562604" y="2810166"/>
            <a:ext cx="2343698" cy="71490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  <p:sp>
        <p:nvSpPr>
          <p:cNvPr id="104" name="Espace réservé du texte 58">
            <a:extLst>
              <a:ext uri="{FF2B5EF4-FFF2-40B4-BE49-F238E27FC236}">
                <a16:creationId xmlns:a16="http://schemas.microsoft.com/office/drawing/2014/main" id="{B6AF5B0D-DC6E-43F1-A30F-6054740D557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562604" y="3666596"/>
            <a:ext cx="2343698" cy="71490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  <p:sp>
        <p:nvSpPr>
          <p:cNvPr id="105" name="Espace réservé du texte 58">
            <a:extLst>
              <a:ext uri="{FF2B5EF4-FFF2-40B4-BE49-F238E27FC236}">
                <a16:creationId xmlns:a16="http://schemas.microsoft.com/office/drawing/2014/main" id="{B3E3920F-EBAF-426D-AA90-718743AF281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562604" y="4525566"/>
            <a:ext cx="2343698" cy="71490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  <p:sp>
        <p:nvSpPr>
          <p:cNvPr id="106" name="Espace réservé du texte 58">
            <a:extLst>
              <a:ext uri="{FF2B5EF4-FFF2-40B4-BE49-F238E27FC236}">
                <a16:creationId xmlns:a16="http://schemas.microsoft.com/office/drawing/2014/main" id="{044286D6-8B6A-4A5F-8655-775CA184BB5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562604" y="5379456"/>
            <a:ext cx="2343698" cy="71490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  <p:sp>
        <p:nvSpPr>
          <p:cNvPr id="107" name="Espace réservé du texte 58">
            <a:extLst>
              <a:ext uri="{FF2B5EF4-FFF2-40B4-BE49-F238E27FC236}">
                <a16:creationId xmlns:a16="http://schemas.microsoft.com/office/drawing/2014/main" id="{C91DB830-3555-4A42-A5BC-9CC54479A1D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452666" y="2810166"/>
            <a:ext cx="2343698" cy="71490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  <p:sp>
        <p:nvSpPr>
          <p:cNvPr id="108" name="Espace réservé du texte 58">
            <a:extLst>
              <a:ext uri="{FF2B5EF4-FFF2-40B4-BE49-F238E27FC236}">
                <a16:creationId xmlns:a16="http://schemas.microsoft.com/office/drawing/2014/main" id="{8685FA05-6B3C-4025-B943-B8930B68FD9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452666" y="3666596"/>
            <a:ext cx="2343698" cy="71490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  <p:sp>
        <p:nvSpPr>
          <p:cNvPr id="109" name="Espace réservé du texte 58">
            <a:extLst>
              <a:ext uri="{FF2B5EF4-FFF2-40B4-BE49-F238E27FC236}">
                <a16:creationId xmlns:a16="http://schemas.microsoft.com/office/drawing/2014/main" id="{9ADC7D7F-FC5E-4B7A-8450-FC8119A99BD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52666" y="4525566"/>
            <a:ext cx="2343698" cy="71490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  <p:sp>
        <p:nvSpPr>
          <p:cNvPr id="110" name="Espace réservé du texte 58">
            <a:extLst>
              <a:ext uri="{FF2B5EF4-FFF2-40B4-BE49-F238E27FC236}">
                <a16:creationId xmlns:a16="http://schemas.microsoft.com/office/drawing/2014/main" id="{8D11C9E7-A93E-4738-B915-75334410B7B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452666" y="5379456"/>
            <a:ext cx="2343698" cy="71490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1200" b="1">
                <a:latin typeface="+mj-lt"/>
              </a:defRPr>
            </a:lvl1pPr>
            <a:lvl2pPr>
              <a:defRPr sz="1000">
                <a:latin typeface="+mn-lt"/>
              </a:defRPr>
            </a:lvl2pPr>
            <a:lvl3pPr>
              <a:defRPr/>
            </a:lvl3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Légende</a:t>
            </a:r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AA50204B-D4F7-4C55-A980-3F9FDF83238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95637" y="3666595"/>
            <a:ext cx="1074981" cy="716653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36" name="Espace réservé pour une image  3">
            <a:extLst>
              <a:ext uri="{FF2B5EF4-FFF2-40B4-BE49-F238E27FC236}">
                <a16:creationId xmlns:a16="http://schemas.microsoft.com/office/drawing/2014/main" id="{4558778F-7940-4C8E-82F1-284CAB4034ED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95637" y="2805877"/>
            <a:ext cx="1074981" cy="716653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37" name="Espace réservé pour une image  3">
            <a:extLst>
              <a:ext uri="{FF2B5EF4-FFF2-40B4-BE49-F238E27FC236}">
                <a16:creationId xmlns:a16="http://schemas.microsoft.com/office/drawing/2014/main" id="{E95A36EC-7BA0-4985-AC8F-7200F27E38C5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95637" y="5381995"/>
            <a:ext cx="1074981" cy="716653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38" name="Espace réservé pour une image  3">
            <a:extLst>
              <a:ext uri="{FF2B5EF4-FFF2-40B4-BE49-F238E27FC236}">
                <a16:creationId xmlns:a16="http://schemas.microsoft.com/office/drawing/2014/main" id="{26C99A1B-208F-43D9-869C-8CE2CEC30E2B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95637" y="4521277"/>
            <a:ext cx="1074981" cy="716653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39" name="Espace réservé pour une image  3">
            <a:extLst>
              <a:ext uri="{FF2B5EF4-FFF2-40B4-BE49-F238E27FC236}">
                <a16:creationId xmlns:a16="http://schemas.microsoft.com/office/drawing/2014/main" id="{7F502C31-BFD3-4F43-A3FC-A6CACCA0A49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4345573" y="3666595"/>
            <a:ext cx="1074981" cy="716653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40" name="Espace réservé pour une image  3">
            <a:extLst>
              <a:ext uri="{FF2B5EF4-FFF2-40B4-BE49-F238E27FC236}">
                <a16:creationId xmlns:a16="http://schemas.microsoft.com/office/drawing/2014/main" id="{7B35A2DD-56BB-4ACD-9C3E-091005D240B2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4345573" y="2805877"/>
            <a:ext cx="1074981" cy="716653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41" name="Espace réservé pour une image  3">
            <a:extLst>
              <a:ext uri="{FF2B5EF4-FFF2-40B4-BE49-F238E27FC236}">
                <a16:creationId xmlns:a16="http://schemas.microsoft.com/office/drawing/2014/main" id="{B0EEF44C-506A-47C1-A6C8-AD699CA6C687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4345573" y="5381995"/>
            <a:ext cx="1074981" cy="716653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42" name="Espace réservé pour une image  3">
            <a:extLst>
              <a:ext uri="{FF2B5EF4-FFF2-40B4-BE49-F238E27FC236}">
                <a16:creationId xmlns:a16="http://schemas.microsoft.com/office/drawing/2014/main" id="{4EBFBFA4-2011-4E4A-ADA0-885592CDFDAC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4345573" y="4521277"/>
            <a:ext cx="1074981" cy="716653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43" name="Espace réservé pour une image  3">
            <a:extLst>
              <a:ext uri="{FF2B5EF4-FFF2-40B4-BE49-F238E27FC236}">
                <a16:creationId xmlns:a16="http://schemas.microsoft.com/office/drawing/2014/main" id="{0FBC86C1-5A8E-47E0-96CF-D6079F3926B5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8265572" y="3666595"/>
            <a:ext cx="1074981" cy="716653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44" name="Espace réservé pour une image  3">
            <a:extLst>
              <a:ext uri="{FF2B5EF4-FFF2-40B4-BE49-F238E27FC236}">
                <a16:creationId xmlns:a16="http://schemas.microsoft.com/office/drawing/2014/main" id="{869E5D78-4BB2-449D-A07F-98A16C46A18A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8265572" y="2805877"/>
            <a:ext cx="1074981" cy="716653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45" name="Espace réservé pour une image  3">
            <a:extLst>
              <a:ext uri="{FF2B5EF4-FFF2-40B4-BE49-F238E27FC236}">
                <a16:creationId xmlns:a16="http://schemas.microsoft.com/office/drawing/2014/main" id="{93FC7E3A-DBDE-4615-9292-155B9598FEA7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8265572" y="5381995"/>
            <a:ext cx="1074981" cy="716653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46" name="Espace réservé pour une image  3">
            <a:extLst>
              <a:ext uri="{FF2B5EF4-FFF2-40B4-BE49-F238E27FC236}">
                <a16:creationId xmlns:a16="http://schemas.microsoft.com/office/drawing/2014/main" id="{5296D107-1694-4635-8A54-AB6BFD1D5918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8265572" y="4521277"/>
            <a:ext cx="1074981" cy="716653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293229222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28D1308F-5AB3-4092-91D0-0DC59ADC3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2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5C099187-7A9C-4FE6-9452-51D4CB057F0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29FA8D36-B856-46A1-99BE-CDB8A6C38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A1AFEE4-A953-4A5B-AB42-BD074F39E929}" type="datetimeFigureOut">
              <a:rPr lang="fr-FR" smtClean="0"/>
              <a:pPr/>
              <a:t>05/08/2025</a:t>
            </a:fld>
            <a:endParaRPr lang="fr-FR"/>
          </a:p>
        </p:txBody>
      </p:sp>
      <p:sp>
        <p:nvSpPr>
          <p:cNvPr id="77" name="Titre 76">
            <a:extLst>
              <a:ext uri="{FF2B5EF4-FFF2-40B4-BE49-F238E27FC236}">
                <a16:creationId xmlns:a16="http://schemas.microsoft.com/office/drawing/2014/main" id="{5AEF270C-EE97-4687-862D-BB037F94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A90A25D1-E044-4C93-ACEE-9E9676EFF51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4225" y="2011363"/>
            <a:ext cx="4786313" cy="1350962"/>
          </a:xfrm>
        </p:spPr>
        <p:txBody>
          <a:bodyPr anchor="ctr" anchorCtr="0">
            <a:normAutofit/>
          </a:bodyPr>
          <a:lstStyle>
            <a:lvl1pPr algn="ctr">
              <a:defRPr sz="800"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57" name="Espace réservé pour une image  3">
            <a:extLst>
              <a:ext uri="{FF2B5EF4-FFF2-40B4-BE49-F238E27FC236}">
                <a16:creationId xmlns:a16="http://schemas.microsoft.com/office/drawing/2014/main" id="{F841F085-3CC8-43F1-939D-EE5C76DC6F3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09179" y="2011363"/>
            <a:ext cx="4786313" cy="1350962"/>
          </a:xfrm>
        </p:spPr>
        <p:txBody>
          <a:bodyPr anchor="ctr" anchorCtr="0">
            <a:normAutofit/>
          </a:bodyPr>
          <a:lstStyle>
            <a:lvl1pPr algn="ctr">
              <a:defRPr sz="800"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79" name="Espace réservé du texte 58">
            <a:extLst>
              <a:ext uri="{FF2B5EF4-FFF2-40B4-BE49-F238E27FC236}">
                <a16:creationId xmlns:a16="http://schemas.microsoft.com/office/drawing/2014/main" id="{C0EA7FAD-EB47-4870-8D4F-83A644BC04B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4225" y="3495676"/>
            <a:ext cx="4786312" cy="37941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80" name="Espace réservé du texte 58">
            <a:extLst>
              <a:ext uri="{FF2B5EF4-FFF2-40B4-BE49-F238E27FC236}">
                <a16:creationId xmlns:a16="http://schemas.microsoft.com/office/drawing/2014/main" id="{17A6663E-105C-4833-AAF5-80B6F9DFD8F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6966" y="3495676"/>
            <a:ext cx="4786312" cy="37941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19" name="Espace réservé pour une image  3">
            <a:extLst>
              <a:ext uri="{FF2B5EF4-FFF2-40B4-BE49-F238E27FC236}">
                <a16:creationId xmlns:a16="http://schemas.microsoft.com/office/drawing/2014/main" id="{AA461027-3726-4C77-9494-B54C607F5D9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84225" y="4292600"/>
            <a:ext cx="4786313" cy="1350962"/>
          </a:xfrm>
        </p:spPr>
        <p:txBody>
          <a:bodyPr anchor="ctr" anchorCtr="0">
            <a:normAutofit/>
          </a:bodyPr>
          <a:lstStyle>
            <a:lvl1pPr algn="ctr">
              <a:defRPr sz="800"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20" name="Espace réservé pour une image  3">
            <a:extLst>
              <a:ext uri="{FF2B5EF4-FFF2-40B4-BE49-F238E27FC236}">
                <a16:creationId xmlns:a16="http://schemas.microsoft.com/office/drawing/2014/main" id="{1184C83D-9D08-4A40-B97E-11DA1BE7D97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409179" y="4292600"/>
            <a:ext cx="4786313" cy="1350962"/>
          </a:xfrm>
        </p:spPr>
        <p:txBody>
          <a:bodyPr anchor="ctr" anchorCtr="0">
            <a:normAutofit/>
          </a:bodyPr>
          <a:lstStyle>
            <a:lvl1pPr algn="ctr">
              <a:defRPr sz="800"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21" name="Espace réservé du texte 58">
            <a:extLst>
              <a:ext uri="{FF2B5EF4-FFF2-40B4-BE49-F238E27FC236}">
                <a16:creationId xmlns:a16="http://schemas.microsoft.com/office/drawing/2014/main" id="{8020E028-3EBB-4250-8AAF-FF32BECFC4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4225" y="5776913"/>
            <a:ext cx="4786312" cy="37941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22" name="Espace réservé du texte 58">
            <a:extLst>
              <a:ext uri="{FF2B5EF4-FFF2-40B4-BE49-F238E27FC236}">
                <a16:creationId xmlns:a16="http://schemas.microsoft.com/office/drawing/2014/main" id="{3B493C48-CF04-451A-B41D-2E163596B8E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06966" y="5776913"/>
            <a:ext cx="4786312" cy="37941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1774769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mages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28D1308F-5AB3-4092-91D0-0DC59ADC3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2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5C099187-7A9C-4FE6-9452-51D4CB057F0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29FA8D36-B856-46A1-99BE-CDB8A6C38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A1AFEE4-A953-4A5B-AB42-BD074F39E929}" type="datetimeFigureOut">
              <a:rPr lang="fr-FR" smtClean="0"/>
              <a:pPr/>
              <a:t>05/08/2025</a:t>
            </a:fld>
            <a:endParaRPr lang="fr-FR"/>
          </a:p>
        </p:txBody>
      </p:sp>
      <p:sp>
        <p:nvSpPr>
          <p:cNvPr id="77" name="Titre 76">
            <a:extLst>
              <a:ext uri="{FF2B5EF4-FFF2-40B4-BE49-F238E27FC236}">
                <a16:creationId xmlns:a16="http://schemas.microsoft.com/office/drawing/2014/main" id="{5AEF270C-EE97-4687-862D-BB037F94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A90A25D1-E044-4C93-ACEE-9E9676EFF51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4225" y="2011363"/>
            <a:ext cx="4786313" cy="1350962"/>
          </a:xfrm>
        </p:spPr>
        <p:txBody>
          <a:bodyPr anchor="ctr" anchorCtr="0">
            <a:normAutofit/>
          </a:bodyPr>
          <a:lstStyle>
            <a:lvl1pPr algn="ctr">
              <a:defRPr sz="800"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57" name="Espace réservé pour une image  3">
            <a:extLst>
              <a:ext uri="{FF2B5EF4-FFF2-40B4-BE49-F238E27FC236}">
                <a16:creationId xmlns:a16="http://schemas.microsoft.com/office/drawing/2014/main" id="{F841F085-3CC8-43F1-939D-EE5C76DC6F3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09179" y="2011363"/>
            <a:ext cx="4786313" cy="1350962"/>
          </a:xfrm>
        </p:spPr>
        <p:txBody>
          <a:bodyPr anchor="ctr" anchorCtr="0">
            <a:normAutofit/>
          </a:bodyPr>
          <a:lstStyle>
            <a:lvl1pPr algn="ctr">
              <a:defRPr sz="800"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61" name="Espace réservé pour une image  3">
            <a:extLst>
              <a:ext uri="{FF2B5EF4-FFF2-40B4-BE49-F238E27FC236}">
                <a16:creationId xmlns:a16="http://schemas.microsoft.com/office/drawing/2014/main" id="{3B48B88E-1BE4-479E-B06F-F907C4D0B4D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84226" y="4285046"/>
            <a:ext cx="3251214" cy="1350962"/>
          </a:xfrm>
        </p:spPr>
        <p:txBody>
          <a:bodyPr anchor="ctr" anchorCtr="0">
            <a:normAutofit/>
          </a:bodyPr>
          <a:lstStyle>
            <a:lvl1pPr algn="ctr">
              <a:defRPr sz="800"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62" name="Espace réservé pour une image  3">
            <a:extLst>
              <a:ext uri="{FF2B5EF4-FFF2-40B4-BE49-F238E27FC236}">
                <a16:creationId xmlns:a16="http://schemas.microsoft.com/office/drawing/2014/main" id="{2EAA7909-190C-470C-ADD7-74F8ABF7881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70393" y="4285046"/>
            <a:ext cx="3251214" cy="1350962"/>
          </a:xfrm>
        </p:spPr>
        <p:txBody>
          <a:bodyPr anchor="ctr" anchorCtr="0">
            <a:normAutofit/>
          </a:bodyPr>
          <a:lstStyle>
            <a:lvl1pPr algn="ctr">
              <a:defRPr sz="800"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78" name="Espace réservé pour une image  3">
            <a:extLst>
              <a:ext uri="{FF2B5EF4-FFF2-40B4-BE49-F238E27FC236}">
                <a16:creationId xmlns:a16="http://schemas.microsoft.com/office/drawing/2014/main" id="{B59F1A3E-3165-4558-8C12-D87A7D3BD08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942064" y="4285046"/>
            <a:ext cx="3251214" cy="1350962"/>
          </a:xfrm>
        </p:spPr>
        <p:txBody>
          <a:bodyPr anchor="ctr" anchorCtr="0">
            <a:normAutofit/>
          </a:bodyPr>
          <a:lstStyle>
            <a:lvl1pPr algn="ctr">
              <a:defRPr sz="800"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79" name="Espace réservé du texte 58">
            <a:extLst>
              <a:ext uri="{FF2B5EF4-FFF2-40B4-BE49-F238E27FC236}">
                <a16:creationId xmlns:a16="http://schemas.microsoft.com/office/drawing/2014/main" id="{C0EA7FAD-EB47-4870-8D4F-83A644BC04B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4225" y="3495676"/>
            <a:ext cx="4786312" cy="37941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80" name="Espace réservé du texte 58">
            <a:extLst>
              <a:ext uri="{FF2B5EF4-FFF2-40B4-BE49-F238E27FC236}">
                <a16:creationId xmlns:a16="http://schemas.microsoft.com/office/drawing/2014/main" id="{17A6663E-105C-4833-AAF5-80B6F9DFD8F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6966" y="3495676"/>
            <a:ext cx="4786312" cy="37941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81" name="Espace réservé du texte 58">
            <a:extLst>
              <a:ext uri="{FF2B5EF4-FFF2-40B4-BE49-F238E27FC236}">
                <a16:creationId xmlns:a16="http://schemas.microsoft.com/office/drawing/2014/main" id="{6ED67E70-9489-4983-8669-51B410A613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4225" y="5746116"/>
            <a:ext cx="3264537" cy="37941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82" name="Espace réservé du texte 58">
            <a:extLst>
              <a:ext uri="{FF2B5EF4-FFF2-40B4-BE49-F238E27FC236}">
                <a16:creationId xmlns:a16="http://schemas.microsoft.com/office/drawing/2014/main" id="{2A11ACFC-0169-40C8-8D7E-7CFFB98289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70393" y="5746116"/>
            <a:ext cx="3264537" cy="37941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83" name="Espace réservé du texte 58">
            <a:extLst>
              <a:ext uri="{FF2B5EF4-FFF2-40B4-BE49-F238E27FC236}">
                <a16:creationId xmlns:a16="http://schemas.microsoft.com/office/drawing/2014/main" id="{0DB9ECE6-F898-4262-B852-903C341B87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42064" y="5746116"/>
            <a:ext cx="3264537" cy="37941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98250863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s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28D1308F-5AB3-4092-91D0-0DC59ADC3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2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5C099187-7A9C-4FE6-9452-51D4CB057F0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29FA8D36-B856-46A1-99BE-CDB8A6C38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A1AFEE4-A953-4A5B-AB42-BD074F39E929}" type="datetimeFigureOut">
              <a:rPr lang="fr-FR" smtClean="0"/>
              <a:pPr/>
              <a:t>05/08/2025</a:t>
            </a:fld>
            <a:endParaRPr lang="fr-FR"/>
          </a:p>
        </p:txBody>
      </p:sp>
      <p:sp>
        <p:nvSpPr>
          <p:cNvPr id="77" name="Titre 76">
            <a:extLst>
              <a:ext uri="{FF2B5EF4-FFF2-40B4-BE49-F238E27FC236}">
                <a16:creationId xmlns:a16="http://schemas.microsoft.com/office/drawing/2014/main" id="{5AEF270C-EE97-4687-862D-BB037F94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A90A25D1-E044-4C93-ACEE-9E9676EFF51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4226" y="2011363"/>
            <a:ext cx="3251214" cy="1350962"/>
          </a:xfrm>
        </p:spPr>
        <p:txBody>
          <a:bodyPr anchor="ctr" anchorCtr="0">
            <a:normAutofit/>
          </a:bodyPr>
          <a:lstStyle>
            <a:lvl1pPr algn="ctr">
              <a:defRPr sz="800"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57" name="Espace réservé pour une image  3">
            <a:extLst>
              <a:ext uri="{FF2B5EF4-FFF2-40B4-BE49-F238E27FC236}">
                <a16:creationId xmlns:a16="http://schemas.microsoft.com/office/drawing/2014/main" id="{F841F085-3CC8-43F1-939D-EE5C76DC6F3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72607" y="2011363"/>
            <a:ext cx="3262324" cy="1350962"/>
          </a:xfrm>
        </p:spPr>
        <p:txBody>
          <a:bodyPr anchor="ctr" anchorCtr="0">
            <a:normAutofit/>
          </a:bodyPr>
          <a:lstStyle>
            <a:lvl1pPr algn="ctr">
              <a:defRPr sz="800"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61" name="Espace réservé pour une image  3">
            <a:extLst>
              <a:ext uri="{FF2B5EF4-FFF2-40B4-BE49-F238E27FC236}">
                <a16:creationId xmlns:a16="http://schemas.microsoft.com/office/drawing/2014/main" id="{3B48B88E-1BE4-479E-B06F-F907C4D0B4D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84226" y="4285046"/>
            <a:ext cx="3251214" cy="1350962"/>
          </a:xfrm>
        </p:spPr>
        <p:txBody>
          <a:bodyPr anchor="ctr" anchorCtr="0">
            <a:normAutofit/>
          </a:bodyPr>
          <a:lstStyle>
            <a:lvl1pPr algn="ctr">
              <a:defRPr sz="800"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62" name="Espace réservé pour une image  3">
            <a:extLst>
              <a:ext uri="{FF2B5EF4-FFF2-40B4-BE49-F238E27FC236}">
                <a16:creationId xmlns:a16="http://schemas.microsoft.com/office/drawing/2014/main" id="{2EAA7909-190C-470C-ADD7-74F8ABF7881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70393" y="4285046"/>
            <a:ext cx="3251214" cy="1350962"/>
          </a:xfrm>
        </p:spPr>
        <p:txBody>
          <a:bodyPr anchor="ctr" anchorCtr="0">
            <a:normAutofit/>
          </a:bodyPr>
          <a:lstStyle>
            <a:lvl1pPr algn="ctr">
              <a:defRPr sz="800"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78" name="Espace réservé pour une image  3">
            <a:extLst>
              <a:ext uri="{FF2B5EF4-FFF2-40B4-BE49-F238E27FC236}">
                <a16:creationId xmlns:a16="http://schemas.microsoft.com/office/drawing/2014/main" id="{B59F1A3E-3165-4558-8C12-D87A7D3BD08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942064" y="4285046"/>
            <a:ext cx="3251214" cy="1350962"/>
          </a:xfrm>
        </p:spPr>
        <p:txBody>
          <a:bodyPr anchor="ctr" anchorCtr="0">
            <a:normAutofit/>
          </a:bodyPr>
          <a:lstStyle>
            <a:lvl1pPr algn="ctr">
              <a:defRPr sz="800"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79" name="Espace réservé du texte 58">
            <a:extLst>
              <a:ext uri="{FF2B5EF4-FFF2-40B4-BE49-F238E27FC236}">
                <a16:creationId xmlns:a16="http://schemas.microsoft.com/office/drawing/2014/main" id="{C0EA7FAD-EB47-4870-8D4F-83A644BC04B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4225" y="3495676"/>
            <a:ext cx="3251213" cy="37941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80" name="Espace réservé du texte 58">
            <a:extLst>
              <a:ext uri="{FF2B5EF4-FFF2-40B4-BE49-F238E27FC236}">
                <a16:creationId xmlns:a16="http://schemas.microsoft.com/office/drawing/2014/main" id="{17A6663E-105C-4833-AAF5-80B6F9DFD8F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70393" y="3495676"/>
            <a:ext cx="3262323" cy="37941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81" name="Espace réservé du texte 58">
            <a:extLst>
              <a:ext uri="{FF2B5EF4-FFF2-40B4-BE49-F238E27FC236}">
                <a16:creationId xmlns:a16="http://schemas.microsoft.com/office/drawing/2014/main" id="{6ED67E70-9489-4983-8669-51B410A613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4225" y="5746116"/>
            <a:ext cx="3264537" cy="37941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82" name="Espace réservé du texte 58">
            <a:extLst>
              <a:ext uri="{FF2B5EF4-FFF2-40B4-BE49-F238E27FC236}">
                <a16:creationId xmlns:a16="http://schemas.microsoft.com/office/drawing/2014/main" id="{2A11ACFC-0169-40C8-8D7E-7CFFB98289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70393" y="5746116"/>
            <a:ext cx="3264537" cy="37941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83" name="Espace réservé du texte 58">
            <a:extLst>
              <a:ext uri="{FF2B5EF4-FFF2-40B4-BE49-F238E27FC236}">
                <a16:creationId xmlns:a16="http://schemas.microsoft.com/office/drawing/2014/main" id="{0DB9ECE6-F898-4262-B852-903C341B87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42064" y="5746116"/>
            <a:ext cx="3264537" cy="37941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19" name="Espace réservé pour une image  3">
            <a:extLst>
              <a:ext uri="{FF2B5EF4-FFF2-40B4-BE49-F238E27FC236}">
                <a16:creationId xmlns:a16="http://schemas.microsoft.com/office/drawing/2014/main" id="{42DBD718-FD81-4A2C-8D74-C7455DCF938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944278" y="2011363"/>
            <a:ext cx="3262324" cy="1350962"/>
          </a:xfrm>
        </p:spPr>
        <p:txBody>
          <a:bodyPr anchor="ctr" anchorCtr="0">
            <a:normAutofit/>
          </a:bodyPr>
          <a:lstStyle>
            <a:lvl1pPr algn="ctr">
              <a:defRPr sz="800"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20" name="Espace réservé du texte 58">
            <a:extLst>
              <a:ext uri="{FF2B5EF4-FFF2-40B4-BE49-F238E27FC236}">
                <a16:creationId xmlns:a16="http://schemas.microsoft.com/office/drawing/2014/main" id="{0D3752C7-A993-4AEB-A7DA-E9B1E4D3262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42064" y="3495676"/>
            <a:ext cx="3262323" cy="37941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6242453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e à puces + ar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que 23">
            <a:extLst>
              <a:ext uri="{FF2B5EF4-FFF2-40B4-BE49-F238E27FC236}">
                <a16:creationId xmlns:a16="http://schemas.microsoft.com/office/drawing/2014/main" id="{54EE77EA-00F7-4888-8A66-D819D68646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8500" y="1758950"/>
            <a:ext cx="3175000" cy="4181160"/>
          </a:xfrm>
          <a:prstGeom prst="rect">
            <a:avLst/>
          </a:prstGeom>
        </p:spPr>
      </p:pic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28D1308F-5AB3-4092-91D0-0DC59ADC3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2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5C099187-7A9C-4FE6-9452-51D4CB057F0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29FA8D36-B856-46A1-99BE-CDB8A6C38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A1AFEE4-A953-4A5B-AB42-BD074F39E929}" type="datetimeFigureOut">
              <a:rPr lang="fr-FR" smtClean="0"/>
              <a:pPr/>
              <a:t>05/08/2025</a:t>
            </a:fld>
            <a:endParaRPr lang="fr-FR"/>
          </a:p>
        </p:txBody>
      </p:sp>
      <p:sp>
        <p:nvSpPr>
          <p:cNvPr id="77" name="Titre 76">
            <a:extLst>
              <a:ext uri="{FF2B5EF4-FFF2-40B4-BE49-F238E27FC236}">
                <a16:creationId xmlns:a16="http://schemas.microsoft.com/office/drawing/2014/main" id="{5AEF270C-EE97-4687-862D-BB037F94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1DCE924-A210-48FA-A627-01B72E17F0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9324" y="2184400"/>
            <a:ext cx="4693602" cy="33071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27" name="Espace réservé du texte 5">
            <a:extLst>
              <a:ext uri="{FF2B5EF4-FFF2-40B4-BE49-F238E27FC236}">
                <a16:creationId xmlns:a16="http://schemas.microsoft.com/office/drawing/2014/main" id="{3EEE4233-F12F-4FF8-B58F-0DC967B8B8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0198" y="2184400"/>
            <a:ext cx="4693602" cy="33071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28" name="Espace réservé du texte 5">
            <a:extLst>
              <a:ext uri="{FF2B5EF4-FFF2-40B4-BE49-F238E27FC236}">
                <a16:creationId xmlns:a16="http://schemas.microsoft.com/office/drawing/2014/main" id="{0292E81D-2324-441E-A241-FD3D768814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9324" y="2704402"/>
            <a:ext cx="4693602" cy="3332331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latin typeface="+mn-lt"/>
              </a:defRPr>
            </a:lvl1pPr>
          </a:lstStyle>
          <a:p>
            <a:pPr lvl="0"/>
            <a:r>
              <a:rPr lang="fr-FR"/>
              <a:t>Texte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Texte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Texte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Texte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Texte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Texte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Texte</a:t>
            </a:r>
          </a:p>
          <a:p>
            <a:pPr lvl="0"/>
            <a:endParaRPr lang="fr-FR"/>
          </a:p>
        </p:txBody>
      </p:sp>
      <p:sp>
        <p:nvSpPr>
          <p:cNvPr id="30" name="Espace réservé du texte 5">
            <a:extLst>
              <a:ext uri="{FF2B5EF4-FFF2-40B4-BE49-F238E27FC236}">
                <a16:creationId xmlns:a16="http://schemas.microsoft.com/office/drawing/2014/main" id="{21C829C9-8094-4F17-9EC8-CDCE454CAD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0198" y="2704402"/>
            <a:ext cx="4693602" cy="3332331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latin typeface="+mn-lt"/>
              </a:defRPr>
            </a:lvl1pPr>
          </a:lstStyle>
          <a:p>
            <a:pPr lvl="0"/>
            <a:r>
              <a:rPr lang="fr-FR"/>
              <a:t>Texte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Texte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Texte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Texte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Texte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Texte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Texte</a:t>
            </a:r>
          </a:p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649775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e à puces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28D1308F-5AB3-4092-91D0-0DC59ADC3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2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5C099187-7A9C-4FE6-9452-51D4CB057F0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29FA8D36-B856-46A1-99BE-CDB8A6C38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A1AFEE4-A953-4A5B-AB42-BD074F39E929}" type="datetimeFigureOut">
              <a:rPr lang="fr-FR" smtClean="0"/>
              <a:pPr/>
              <a:t>05/08/2025</a:t>
            </a:fld>
            <a:endParaRPr lang="fr-FR"/>
          </a:p>
        </p:txBody>
      </p:sp>
      <p:sp>
        <p:nvSpPr>
          <p:cNvPr id="77" name="Titre 76">
            <a:extLst>
              <a:ext uri="{FF2B5EF4-FFF2-40B4-BE49-F238E27FC236}">
                <a16:creationId xmlns:a16="http://schemas.microsoft.com/office/drawing/2014/main" id="{5AEF270C-EE97-4687-862D-BB037F94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EEFFA23-0EA2-468B-8E1D-97051218497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5099050"/>
            <a:ext cx="12192000" cy="1758950"/>
          </a:xfrm>
        </p:spPr>
        <p:txBody>
          <a:bodyPr anchor="ctr" anchorCtr="0">
            <a:normAutofit/>
          </a:bodyPr>
          <a:lstStyle>
            <a:lvl1pPr algn="ctr">
              <a:defRPr sz="800">
                <a:latin typeface="+mn-lt"/>
              </a:defRPr>
            </a:lvl1pPr>
          </a:lstStyle>
          <a:p>
            <a:r>
              <a:rPr lang="fr-FR"/>
              <a:t>image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1DCE924-A210-48FA-A627-01B72E17F0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9324" y="2184400"/>
            <a:ext cx="4693602" cy="33071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27" name="Espace réservé du texte 5">
            <a:extLst>
              <a:ext uri="{FF2B5EF4-FFF2-40B4-BE49-F238E27FC236}">
                <a16:creationId xmlns:a16="http://schemas.microsoft.com/office/drawing/2014/main" id="{3EEE4233-F12F-4FF8-B58F-0DC967B8B8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0198" y="2184400"/>
            <a:ext cx="4693602" cy="33071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28" name="Espace réservé du texte 5">
            <a:extLst>
              <a:ext uri="{FF2B5EF4-FFF2-40B4-BE49-F238E27FC236}">
                <a16:creationId xmlns:a16="http://schemas.microsoft.com/office/drawing/2014/main" id="{0292E81D-2324-441E-A241-FD3D768814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9324" y="2704403"/>
            <a:ext cx="4693602" cy="2008616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latin typeface="+mn-lt"/>
              </a:defRPr>
            </a:lvl1pPr>
          </a:lstStyle>
          <a:p>
            <a:pPr lvl="0"/>
            <a:r>
              <a:rPr lang="fr-FR"/>
              <a:t>Texte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Texte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Texte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Texte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Texte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Texte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Texte</a:t>
            </a:r>
          </a:p>
          <a:p>
            <a:pPr lvl="0"/>
            <a:endParaRPr lang="fr-FR"/>
          </a:p>
        </p:txBody>
      </p:sp>
      <p:sp>
        <p:nvSpPr>
          <p:cNvPr id="30" name="Espace réservé du texte 5">
            <a:extLst>
              <a:ext uri="{FF2B5EF4-FFF2-40B4-BE49-F238E27FC236}">
                <a16:creationId xmlns:a16="http://schemas.microsoft.com/office/drawing/2014/main" id="{21C829C9-8094-4F17-9EC8-CDCE454CAD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0198" y="2704403"/>
            <a:ext cx="4693602" cy="2008616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latin typeface="+mn-lt"/>
              </a:defRPr>
            </a:lvl1pPr>
          </a:lstStyle>
          <a:p>
            <a:pPr lvl="0"/>
            <a:r>
              <a:rPr lang="fr-FR"/>
              <a:t>Texte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Texte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Texte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Texte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Texte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Texte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Texte</a:t>
            </a:r>
          </a:p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727463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ement 6 entré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28D1308F-5AB3-4092-91D0-0DC59ADC3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2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5C099187-7A9C-4FE6-9452-51D4CB057F0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29FA8D36-B856-46A1-99BE-CDB8A6C38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A1AFEE4-A953-4A5B-AB42-BD074F39E929}" type="datetimeFigureOut">
              <a:rPr lang="fr-FR" smtClean="0"/>
              <a:pPr/>
              <a:t>05/08/2025</a:t>
            </a:fld>
            <a:endParaRPr lang="fr-FR"/>
          </a:p>
        </p:txBody>
      </p:sp>
      <p:sp>
        <p:nvSpPr>
          <p:cNvPr id="77" name="Titre 76">
            <a:extLst>
              <a:ext uri="{FF2B5EF4-FFF2-40B4-BE49-F238E27FC236}">
                <a16:creationId xmlns:a16="http://schemas.microsoft.com/office/drawing/2014/main" id="{5AEF270C-EE97-4687-862D-BB037F94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EEFFA23-0EA2-468B-8E1D-97051218497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5099050"/>
            <a:ext cx="12192000" cy="1758950"/>
          </a:xfrm>
        </p:spPr>
        <p:txBody>
          <a:bodyPr anchor="ctr" anchorCtr="0">
            <a:normAutofit/>
          </a:bodyPr>
          <a:lstStyle>
            <a:lvl1pPr algn="ctr">
              <a:defRPr sz="800">
                <a:latin typeface="+mn-lt"/>
              </a:defRPr>
            </a:lvl1pPr>
          </a:lstStyle>
          <a:p>
            <a:r>
              <a:rPr lang="fr-FR" err="1"/>
              <a:t>imagefdfdfdfdsfzer</a:t>
            </a:r>
            <a:endParaRPr lang="fr-FR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59EFABEA-DBCB-4C8C-B53D-B40EBBDC0D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173" y="2484236"/>
            <a:ext cx="2359031" cy="473004"/>
          </a:xfrm>
          <a:prstGeom prst="rect">
            <a:avLst/>
          </a:prstGeo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D4DFC14-B50A-4DC6-A16E-B96B5C56B7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61707" y="2864371"/>
            <a:ext cx="2239963" cy="322263"/>
          </a:xfrm>
        </p:spPr>
        <p:txBody>
          <a:bodyPr>
            <a:noAutofit/>
          </a:bodyPr>
          <a:lstStyle>
            <a:lvl1pPr algn="ctr">
              <a:defRPr sz="1200">
                <a:latin typeface="+mn-lt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A1BD5C3-F04D-4A10-BC8D-142C37DED6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4177" y="1818449"/>
            <a:ext cx="3355024" cy="326973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Classement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CEFE5610-F935-4DD2-A932-C88FB86BAA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6484" y="2484236"/>
            <a:ext cx="2359031" cy="473004"/>
          </a:xfrm>
          <a:prstGeom prst="rect">
            <a:avLst/>
          </a:prstGeom>
        </p:spPr>
      </p:pic>
      <p:sp>
        <p:nvSpPr>
          <p:cNvPr id="33" name="Espace réservé du texte 4">
            <a:extLst>
              <a:ext uri="{FF2B5EF4-FFF2-40B4-BE49-F238E27FC236}">
                <a16:creationId xmlns:a16="http://schemas.microsoft.com/office/drawing/2014/main" id="{BF927D30-743A-4D6D-8ED4-7B57F34A69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76018" y="2864371"/>
            <a:ext cx="2239963" cy="322263"/>
          </a:xfrm>
        </p:spPr>
        <p:txBody>
          <a:bodyPr>
            <a:noAutofit/>
          </a:bodyPr>
          <a:lstStyle>
            <a:lvl1pPr algn="ctr">
              <a:defRPr sz="1200">
                <a:latin typeface="+mn-lt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34" name="Espace réservé du texte 7">
            <a:extLst>
              <a:ext uri="{FF2B5EF4-FFF2-40B4-BE49-F238E27FC236}">
                <a16:creationId xmlns:a16="http://schemas.microsoft.com/office/drawing/2014/main" id="{0BE37AD4-C22D-43BB-84C0-B9F767D6A9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18488" y="1818449"/>
            <a:ext cx="3355024" cy="326973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Classement</a:t>
            </a:r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92F02D8A-6337-41CF-90F4-4AC7D3E521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0795" y="2484236"/>
            <a:ext cx="2359031" cy="473004"/>
          </a:xfrm>
          <a:prstGeom prst="rect">
            <a:avLst/>
          </a:prstGeom>
        </p:spPr>
      </p:pic>
      <p:sp>
        <p:nvSpPr>
          <p:cNvPr id="37" name="Espace réservé du texte 4">
            <a:extLst>
              <a:ext uri="{FF2B5EF4-FFF2-40B4-BE49-F238E27FC236}">
                <a16:creationId xmlns:a16="http://schemas.microsoft.com/office/drawing/2014/main" id="{A15BCB3B-BAEB-4193-825F-6A5858050F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90329" y="2864371"/>
            <a:ext cx="2239963" cy="322263"/>
          </a:xfrm>
        </p:spPr>
        <p:txBody>
          <a:bodyPr>
            <a:noAutofit/>
          </a:bodyPr>
          <a:lstStyle>
            <a:lvl1pPr algn="ctr">
              <a:defRPr sz="1200">
                <a:latin typeface="+mn-lt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38" name="Espace réservé du texte 7">
            <a:extLst>
              <a:ext uri="{FF2B5EF4-FFF2-40B4-BE49-F238E27FC236}">
                <a16:creationId xmlns:a16="http://schemas.microsoft.com/office/drawing/2014/main" id="{AF1762D1-E51D-4E2B-B67C-B0929D06D3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32799" y="1818449"/>
            <a:ext cx="3355024" cy="326973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Classement</a:t>
            </a:r>
          </a:p>
        </p:txBody>
      </p:sp>
      <p:pic>
        <p:nvPicPr>
          <p:cNvPr id="52" name="Image 51">
            <a:extLst>
              <a:ext uri="{FF2B5EF4-FFF2-40B4-BE49-F238E27FC236}">
                <a16:creationId xmlns:a16="http://schemas.microsoft.com/office/drawing/2014/main" id="{480D43D0-BCAA-4DDB-A2DF-59E836C2BB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173" y="4125122"/>
            <a:ext cx="2359031" cy="473004"/>
          </a:xfrm>
          <a:prstGeom prst="rect">
            <a:avLst/>
          </a:prstGeom>
        </p:spPr>
      </p:pic>
      <p:sp>
        <p:nvSpPr>
          <p:cNvPr id="53" name="Espace réservé du texte 4">
            <a:extLst>
              <a:ext uri="{FF2B5EF4-FFF2-40B4-BE49-F238E27FC236}">
                <a16:creationId xmlns:a16="http://schemas.microsoft.com/office/drawing/2014/main" id="{51EC6805-8D45-430B-9C13-BA0D6911F1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1707" y="4505257"/>
            <a:ext cx="2239963" cy="322263"/>
          </a:xfrm>
        </p:spPr>
        <p:txBody>
          <a:bodyPr>
            <a:noAutofit/>
          </a:bodyPr>
          <a:lstStyle>
            <a:lvl1pPr algn="ctr">
              <a:defRPr sz="1200">
                <a:latin typeface="+mn-lt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54" name="Espace réservé du texte 7">
            <a:extLst>
              <a:ext uri="{FF2B5EF4-FFF2-40B4-BE49-F238E27FC236}">
                <a16:creationId xmlns:a16="http://schemas.microsoft.com/office/drawing/2014/main" id="{9ACEBFB1-AAC9-403A-BF20-3F406FA62F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4177" y="3459335"/>
            <a:ext cx="3355024" cy="326973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Classement</a:t>
            </a:r>
          </a:p>
        </p:txBody>
      </p:sp>
      <p:pic>
        <p:nvPicPr>
          <p:cNvPr id="56" name="Image 55">
            <a:extLst>
              <a:ext uri="{FF2B5EF4-FFF2-40B4-BE49-F238E27FC236}">
                <a16:creationId xmlns:a16="http://schemas.microsoft.com/office/drawing/2014/main" id="{2569A577-044C-4752-A726-4E6DE7A6CE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6484" y="4125122"/>
            <a:ext cx="2359031" cy="473004"/>
          </a:xfrm>
          <a:prstGeom prst="rect">
            <a:avLst/>
          </a:prstGeom>
        </p:spPr>
      </p:pic>
      <p:sp>
        <p:nvSpPr>
          <p:cNvPr id="57" name="Espace réservé du texte 4">
            <a:extLst>
              <a:ext uri="{FF2B5EF4-FFF2-40B4-BE49-F238E27FC236}">
                <a16:creationId xmlns:a16="http://schemas.microsoft.com/office/drawing/2014/main" id="{F839DCE0-959D-44E7-A965-CFD18226F5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76018" y="4505257"/>
            <a:ext cx="2239963" cy="322263"/>
          </a:xfrm>
        </p:spPr>
        <p:txBody>
          <a:bodyPr>
            <a:noAutofit/>
          </a:bodyPr>
          <a:lstStyle>
            <a:lvl1pPr algn="ctr">
              <a:defRPr sz="1200">
                <a:latin typeface="+mn-lt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58" name="Espace réservé du texte 7">
            <a:extLst>
              <a:ext uri="{FF2B5EF4-FFF2-40B4-BE49-F238E27FC236}">
                <a16:creationId xmlns:a16="http://schemas.microsoft.com/office/drawing/2014/main" id="{D83C0736-9AF5-4BDB-9A7E-B8BE58D38FE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18488" y="3459335"/>
            <a:ext cx="3355024" cy="326973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Classement</a:t>
            </a:r>
          </a:p>
        </p:txBody>
      </p:sp>
      <p:pic>
        <p:nvPicPr>
          <p:cNvPr id="60" name="Image 59">
            <a:extLst>
              <a:ext uri="{FF2B5EF4-FFF2-40B4-BE49-F238E27FC236}">
                <a16:creationId xmlns:a16="http://schemas.microsoft.com/office/drawing/2014/main" id="{148F355C-E65E-457A-AB55-F70245F302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0795" y="4125122"/>
            <a:ext cx="2359031" cy="473004"/>
          </a:xfrm>
          <a:prstGeom prst="rect">
            <a:avLst/>
          </a:prstGeom>
        </p:spPr>
      </p:pic>
      <p:sp>
        <p:nvSpPr>
          <p:cNvPr id="61" name="Espace réservé du texte 4">
            <a:extLst>
              <a:ext uri="{FF2B5EF4-FFF2-40B4-BE49-F238E27FC236}">
                <a16:creationId xmlns:a16="http://schemas.microsoft.com/office/drawing/2014/main" id="{7D6D1634-FFE4-422F-99BC-C4FC693AF2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90329" y="4505257"/>
            <a:ext cx="2239963" cy="322263"/>
          </a:xfrm>
        </p:spPr>
        <p:txBody>
          <a:bodyPr>
            <a:noAutofit/>
          </a:bodyPr>
          <a:lstStyle>
            <a:lvl1pPr algn="ctr">
              <a:defRPr sz="1200">
                <a:latin typeface="+mn-lt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62" name="Espace réservé du texte 7">
            <a:extLst>
              <a:ext uri="{FF2B5EF4-FFF2-40B4-BE49-F238E27FC236}">
                <a16:creationId xmlns:a16="http://schemas.microsoft.com/office/drawing/2014/main" id="{6B4EBD24-F915-4087-85FF-FAD6B3BF58A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32799" y="3459335"/>
            <a:ext cx="3355024" cy="326973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Classement</a:t>
            </a:r>
          </a:p>
        </p:txBody>
      </p:sp>
      <p:sp>
        <p:nvSpPr>
          <p:cNvPr id="40" name="Espace réservé du texte 7">
            <a:extLst>
              <a:ext uri="{FF2B5EF4-FFF2-40B4-BE49-F238E27FC236}">
                <a16:creationId xmlns:a16="http://schemas.microsoft.com/office/drawing/2014/main" id="{46E6D575-3938-446F-9A94-04AB3C62673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0728" y="2223912"/>
            <a:ext cx="2681922" cy="36704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fr-FR"/>
              <a:t>Catégorie</a:t>
            </a:r>
          </a:p>
        </p:txBody>
      </p:sp>
      <p:sp>
        <p:nvSpPr>
          <p:cNvPr id="41" name="Espace réservé du texte 7">
            <a:extLst>
              <a:ext uri="{FF2B5EF4-FFF2-40B4-BE49-F238E27FC236}">
                <a16:creationId xmlns:a16="http://schemas.microsoft.com/office/drawing/2014/main" id="{376A92CA-AEC1-4872-826F-067F89CF2D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55038" y="2223912"/>
            <a:ext cx="2681922" cy="36704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fr-FR"/>
              <a:t>Catégorie</a:t>
            </a:r>
          </a:p>
        </p:txBody>
      </p:sp>
      <p:sp>
        <p:nvSpPr>
          <p:cNvPr id="42" name="Espace réservé du texte 7">
            <a:extLst>
              <a:ext uri="{FF2B5EF4-FFF2-40B4-BE49-F238E27FC236}">
                <a16:creationId xmlns:a16="http://schemas.microsoft.com/office/drawing/2014/main" id="{A60F062B-CF8B-4807-8AFB-5FA9773FF7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769348" y="2223912"/>
            <a:ext cx="2681922" cy="36704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fr-FR"/>
              <a:t>Catégorie</a:t>
            </a:r>
          </a:p>
        </p:txBody>
      </p:sp>
      <p:sp>
        <p:nvSpPr>
          <p:cNvPr id="43" name="Espace réservé du texte 7">
            <a:extLst>
              <a:ext uri="{FF2B5EF4-FFF2-40B4-BE49-F238E27FC236}">
                <a16:creationId xmlns:a16="http://schemas.microsoft.com/office/drawing/2014/main" id="{1BB6D59A-4567-4EED-9463-9306038FD3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0728" y="3866687"/>
            <a:ext cx="2681922" cy="36704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fr-FR"/>
              <a:t>Catégorie</a:t>
            </a:r>
          </a:p>
        </p:txBody>
      </p:sp>
      <p:sp>
        <p:nvSpPr>
          <p:cNvPr id="44" name="Espace réservé du texte 7">
            <a:extLst>
              <a:ext uri="{FF2B5EF4-FFF2-40B4-BE49-F238E27FC236}">
                <a16:creationId xmlns:a16="http://schemas.microsoft.com/office/drawing/2014/main" id="{DE79D9C6-B59D-4DAC-9665-EF7CF2676F0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55038" y="3866687"/>
            <a:ext cx="2681922" cy="36704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fr-FR"/>
              <a:t>Catégorie</a:t>
            </a:r>
          </a:p>
        </p:txBody>
      </p:sp>
      <p:sp>
        <p:nvSpPr>
          <p:cNvPr id="45" name="Espace réservé du texte 7">
            <a:extLst>
              <a:ext uri="{FF2B5EF4-FFF2-40B4-BE49-F238E27FC236}">
                <a16:creationId xmlns:a16="http://schemas.microsoft.com/office/drawing/2014/main" id="{8C0A8F5B-1D1B-422E-B12B-DA8FFEBD19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769348" y="3866687"/>
            <a:ext cx="2681922" cy="36704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fr-FR"/>
              <a:t>Catégorie</a:t>
            </a:r>
          </a:p>
        </p:txBody>
      </p:sp>
    </p:spTree>
    <p:extLst>
      <p:ext uri="{BB962C8B-B14F-4D97-AF65-F5344CB8AC3E}">
        <p14:creationId xmlns:p14="http://schemas.microsoft.com/office/powerpoint/2010/main" val="170740078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ement 9 entré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28D1308F-5AB3-4092-91D0-0DC59ADC3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2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5C099187-7A9C-4FE6-9452-51D4CB057F0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29FA8D36-B856-46A1-99BE-CDB8A6C38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A1AFEE4-A953-4A5B-AB42-BD074F39E929}" type="datetimeFigureOut">
              <a:rPr lang="fr-FR" smtClean="0"/>
              <a:pPr/>
              <a:t>05/08/2025</a:t>
            </a:fld>
            <a:endParaRPr lang="fr-FR"/>
          </a:p>
        </p:txBody>
      </p:sp>
      <p:sp>
        <p:nvSpPr>
          <p:cNvPr id="77" name="Titre 76">
            <a:extLst>
              <a:ext uri="{FF2B5EF4-FFF2-40B4-BE49-F238E27FC236}">
                <a16:creationId xmlns:a16="http://schemas.microsoft.com/office/drawing/2014/main" id="{5AEF270C-EE97-4687-862D-BB037F94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59EFABEA-DBCB-4C8C-B53D-B40EBBDC0D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173" y="2256800"/>
            <a:ext cx="2359031" cy="473004"/>
          </a:xfrm>
          <a:prstGeom prst="rect">
            <a:avLst/>
          </a:prstGeo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D4DFC14-B50A-4DC6-A16E-B96B5C56B7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61707" y="2636935"/>
            <a:ext cx="2239963" cy="322263"/>
          </a:xfrm>
        </p:spPr>
        <p:txBody>
          <a:bodyPr>
            <a:noAutofit/>
          </a:bodyPr>
          <a:lstStyle>
            <a:lvl1pPr algn="ctr">
              <a:defRPr sz="1200">
                <a:latin typeface="+mn-lt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A1BD5C3-F04D-4A10-BC8D-142C37DED6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4177" y="1591013"/>
            <a:ext cx="3355024" cy="326973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Classement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CEFE5610-F935-4DD2-A932-C88FB86BAA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6484" y="2256800"/>
            <a:ext cx="2359031" cy="473004"/>
          </a:xfrm>
          <a:prstGeom prst="rect">
            <a:avLst/>
          </a:prstGeom>
        </p:spPr>
      </p:pic>
      <p:sp>
        <p:nvSpPr>
          <p:cNvPr id="33" name="Espace réservé du texte 4">
            <a:extLst>
              <a:ext uri="{FF2B5EF4-FFF2-40B4-BE49-F238E27FC236}">
                <a16:creationId xmlns:a16="http://schemas.microsoft.com/office/drawing/2014/main" id="{BF927D30-743A-4D6D-8ED4-7B57F34A69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76018" y="2636935"/>
            <a:ext cx="2239963" cy="322263"/>
          </a:xfrm>
        </p:spPr>
        <p:txBody>
          <a:bodyPr>
            <a:noAutofit/>
          </a:bodyPr>
          <a:lstStyle>
            <a:lvl1pPr algn="ctr">
              <a:defRPr sz="1200">
                <a:latin typeface="+mn-lt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34" name="Espace réservé du texte 7">
            <a:extLst>
              <a:ext uri="{FF2B5EF4-FFF2-40B4-BE49-F238E27FC236}">
                <a16:creationId xmlns:a16="http://schemas.microsoft.com/office/drawing/2014/main" id="{0BE37AD4-C22D-43BB-84C0-B9F767D6A9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18488" y="1591013"/>
            <a:ext cx="3355024" cy="326973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Classement</a:t>
            </a:r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92F02D8A-6337-41CF-90F4-4AC7D3E521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0795" y="2256800"/>
            <a:ext cx="2359031" cy="473004"/>
          </a:xfrm>
          <a:prstGeom prst="rect">
            <a:avLst/>
          </a:prstGeom>
        </p:spPr>
      </p:pic>
      <p:sp>
        <p:nvSpPr>
          <p:cNvPr id="37" name="Espace réservé du texte 4">
            <a:extLst>
              <a:ext uri="{FF2B5EF4-FFF2-40B4-BE49-F238E27FC236}">
                <a16:creationId xmlns:a16="http://schemas.microsoft.com/office/drawing/2014/main" id="{A15BCB3B-BAEB-4193-825F-6A5858050F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90329" y="2636935"/>
            <a:ext cx="2239963" cy="322263"/>
          </a:xfrm>
        </p:spPr>
        <p:txBody>
          <a:bodyPr>
            <a:noAutofit/>
          </a:bodyPr>
          <a:lstStyle>
            <a:lvl1pPr algn="ctr">
              <a:defRPr sz="1200">
                <a:latin typeface="+mn-lt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38" name="Espace réservé du texte 7">
            <a:extLst>
              <a:ext uri="{FF2B5EF4-FFF2-40B4-BE49-F238E27FC236}">
                <a16:creationId xmlns:a16="http://schemas.microsoft.com/office/drawing/2014/main" id="{AF1762D1-E51D-4E2B-B67C-B0929D06D3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32799" y="1591013"/>
            <a:ext cx="3355024" cy="326973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Classement</a:t>
            </a:r>
          </a:p>
        </p:txBody>
      </p:sp>
      <p:pic>
        <p:nvPicPr>
          <p:cNvPr id="52" name="Image 51">
            <a:extLst>
              <a:ext uri="{FF2B5EF4-FFF2-40B4-BE49-F238E27FC236}">
                <a16:creationId xmlns:a16="http://schemas.microsoft.com/office/drawing/2014/main" id="{480D43D0-BCAA-4DDB-A2DF-59E836C2BB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173" y="3845037"/>
            <a:ext cx="2359031" cy="473004"/>
          </a:xfrm>
          <a:prstGeom prst="rect">
            <a:avLst/>
          </a:prstGeom>
        </p:spPr>
      </p:pic>
      <p:sp>
        <p:nvSpPr>
          <p:cNvPr id="53" name="Espace réservé du texte 4">
            <a:extLst>
              <a:ext uri="{FF2B5EF4-FFF2-40B4-BE49-F238E27FC236}">
                <a16:creationId xmlns:a16="http://schemas.microsoft.com/office/drawing/2014/main" id="{51EC6805-8D45-430B-9C13-BA0D6911F1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1707" y="4225172"/>
            <a:ext cx="2239963" cy="322263"/>
          </a:xfrm>
        </p:spPr>
        <p:txBody>
          <a:bodyPr>
            <a:noAutofit/>
          </a:bodyPr>
          <a:lstStyle>
            <a:lvl1pPr algn="ctr">
              <a:defRPr sz="1200">
                <a:latin typeface="+mn-lt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54" name="Espace réservé du texte 7">
            <a:extLst>
              <a:ext uri="{FF2B5EF4-FFF2-40B4-BE49-F238E27FC236}">
                <a16:creationId xmlns:a16="http://schemas.microsoft.com/office/drawing/2014/main" id="{9ACEBFB1-AAC9-403A-BF20-3F406FA62F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4177" y="3179250"/>
            <a:ext cx="3355024" cy="326973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Classement</a:t>
            </a:r>
          </a:p>
        </p:txBody>
      </p:sp>
      <p:pic>
        <p:nvPicPr>
          <p:cNvPr id="56" name="Image 55">
            <a:extLst>
              <a:ext uri="{FF2B5EF4-FFF2-40B4-BE49-F238E27FC236}">
                <a16:creationId xmlns:a16="http://schemas.microsoft.com/office/drawing/2014/main" id="{2569A577-044C-4752-A726-4E6DE7A6CE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6484" y="3845037"/>
            <a:ext cx="2359031" cy="473004"/>
          </a:xfrm>
          <a:prstGeom prst="rect">
            <a:avLst/>
          </a:prstGeom>
        </p:spPr>
      </p:pic>
      <p:sp>
        <p:nvSpPr>
          <p:cNvPr id="57" name="Espace réservé du texte 4">
            <a:extLst>
              <a:ext uri="{FF2B5EF4-FFF2-40B4-BE49-F238E27FC236}">
                <a16:creationId xmlns:a16="http://schemas.microsoft.com/office/drawing/2014/main" id="{F839DCE0-959D-44E7-A965-CFD18226F5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76018" y="4225172"/>
            <a:ext cx="2239963" cy="322263"/>
          </a:xfrm>
        </p:spPr>
        <p:txBody>
          <a:bodyPr>
            <a:noAutofit/>
          </a:bodyPr>
          <a:lstStyle>
            <a:lvl1pPr algn="ctr">
              <a:defRPr sz="1200">
                <a:latin typeface="+mn-lt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58" name="Espace réservé du texte 7">
            <a:extLst>
              <a:ext uri="{FF2B5EF4-FFF2-40B4-BE49-F238E27FC236}">
                <a16:creationId xmlns:a16="http://schemas.microsoft.com/office/drawing/2014/main" id="{D83C0736-9AF5-4BDB-9A7E-B8BE58D38FE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18488" y="3179250"/>
            <a:ext cx="3355024" cy="326973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Classement</a:t>
            </a:r>
          </a:p>
        </p:txBody>
      </p:sp>
      <p:pic>
        <p:nvPicPr>
          <p:cNvPr id="60" name="Image 59">
            <a:extLst>
              <a:ext uri="{FF2B5EF4-FFF2-40B4-BE49-F238E27FC236}">
                <a16:creationId xmlns:a16="http://schemas.microsoft.com/office/drawing/2014/main" id="{148F355C-E65E-457A-AB55-F70245F302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0795" y="3845037"/>
            <a:ext cx="2359031" cy="473004"/>
          </a:xfrm>
          <a:prstGeom prst="rect">
            <a:avLst/>
          </a:prstGeom>
        </p:spPr>
      </p:pic>
      <p:sp>
        <p:nvSpPr>
          <p:cNvPr id="61" name="Espace réservé du texte 4">
            <a:extLst>
              <a:ext uri="{FF2B5EF4-FFF2-40B4-BE49-F238E27FC236}">
                <a16:creationId xmlns:a16="http://schemas.microsoft.com/office/drawing/2014/main" id="{7D6D1634-FFE4-422F-99BC-C4FC693AF2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90329" y="4225172"/>
            <a:ext cx="2239963" cy="322263"/>
          </a:xfrm>
        </p:spPr>
        <p:txBody>
          <a:bodyPr>
            <a:noAutofit/>
          </a:bodyPr>
          <a:lstStyle>
            <a:lvl1pPr algn="ctr">
              <a:defRPr sz="1200">
                <a:latin typeface="+mn-lt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62" name="Espace réservé du texte 7">
            <a:extLst>
              <a:ext uri="{FF2B5EF4-FFF2-40B4-BE49-F238E27FC236}">
                <a16:creationId xmlns:a16="http://schemas.microsoft.com/office/drawing/2014/main" id="{6B4EBD24-F915-4087-85FF-FAD6B3BF58A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32799" y="3179250"/>
            <a:ext cx="3355024" cy="326973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Classement</a:t>
            </a:r>
          </a:p>
        </p:txBody>
      </p:sp>
      <p:sp>
        <p:nvSpPr>
          <p:cNvPr id="40" name="Espace réservé du texte 7">
            <a:extLst>
              <a:ext uri="{FF2B5EF4-FFF2-40B4-BE49-F238E27FC236}">
                <a16:creationId xmlns:a16="http://schemas.microsoft.com/office/drawing/2014/main" id="{46E6D575-3938-446F-9A94-04AB3C62673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0728" y="1996476"/>
            <a:ext cx="2681922" cy="36704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fr-FR"/>
              <a:t>Catégorie</a:t>
            </a:r>
          </a:p>
        </p:txBody>
      </p:sp>
      <p:sp>
        <p:nvSpPr>
          <p:cNvPr id="41" name="Espace réservé du texte 7">
            <a:extLst>
              <a:ext uri="{FF2B5EF4-FFF2-40B4-BE49-F238E27FC236}">
                <a16:creationId xmlns:a16="http://schemas.microsoft.com/office/drawing/2014/main" id="{376A92CA-AEC1-4872-826F-067F89CF2D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55038" y="1996476"/>
            <a:ext cx="2681922" cy="36704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fr-FR"/>
              <a:t>Catégorie</a:t>
            </a:r>
          </a:p>
        </p:txBody>
      </p:sp>
      <p:sp>
        <p:nvSpPr>
          <p:cNvPr id="42" name="Espace réservé du texte 7">
            <a:extLst>
              <a:ext uri="{FF2B5EF4-FFF2-40B4-BE49-F238E27FC236}">
                <a16:creationId xmlns:a16="http://schemas.microsoft.com/office/drawing/2014/main" id="{A60F062B-CF8B-4807-8AFB-5FA9773FF7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769348" y="1996476"/>
            <a:ext cx="2681922" cy="36704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fr-FR"/>
              <a:t>Catégorie</a:t>
            </a:r>
          </a:p>
        </p:txBody>
      </p:sp>
      <p:sp>
        <p:nvSpPr>
          <p:cNvPr id="43" name="Espace réservé du texte 7">
            <a:extLst>
              <a:ext uri="{FF2B5EF4-FFF2-40B4-BE49-F238E27FC236}">
                <a16:creationId xmlns:a16="http://schemas.microsoft.com/office/drawing/2014/main" id="{1BB6D59A-4567-4EED-9463-9306038FD3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0728" y="3586602"/>
            <a:ext cx="2681922" cy="36704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fr-FR"/>
              <a:t>Catégorie</a:t>
            </a:r>
          </a:p>
        </p:txBody>
      </p:sp>
      <p:sp>
        <p:nvSpPr>
          <p:cNvPr id="44" name="Espace réservé du texte 7">
            <a:extLst>
              <a:ext uri="{FF2B5EF4-FFF2-40B4-BE49-F238E27FC236}">
                <a16:creationId xmlns:a16="http://schemas.microsoft.com/office/drawing/2014/main" id="{DE79D9C6-B59D-4DAC-9665-EF7CF2676F0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55038" y="3586602"/>
            <a:ext cx="2681922" cy="36704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fr-FR"/>
              <a:t>Catégorie</a:t>
            </a:r>
          </a:p>
        </p:txBody>
      </p:sp>
      <p:sp>
        <p:nvSpPr>
          <p:cNvPr id="45" name="Espace réservé du texte 7">
            <a:extLst>
              <a:ext uri="{FF2B5EF4-FFF2-40B4-BE49-F238E27FC236}">
                <a16:creationId xmlns:a16="http://schemas.microsoft.com/office/drawing/2014/main" id="{8C0A8F5B-1D1B-422E-B12B-DA8FFEBD19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769348" y="3586602"/>
            <a:ext cx="2681922" cy="36704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fr-FR"/>
              <a:t>Catégorie</a:t>
            </a:r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B4EDEB5A-CF80-45CF-B17D-B8521C93AA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173" y="5435858"/>
            <a:ext cx="2359031" cy="473004"/>
          </a:xfrm>
          <a:prstGeom prst="rect">
            <a:avLst/>
          </a:prstGeom>
        </p:spPr>
      </p:pic>
      <p:sp>
        <p:nvSpPr>
          <p:cNvPr id="39" name="Espace réservé du texte 4">
            <a:extLst>
              <a:ext uri="{FF2B5EF4-FFF2-40B4-BE49-F238E27FC236}">
                <a16:creationId xmlns:a16="http://schemas.microsoft.com/office/drawing/2014/main" id="{34B968D2-42BA-4E38-8228-F59D2320AD8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1707" y="5815993"/>
            <a:ext cx="2239963" cy="322263"/>
          </a:xfrm>
        </p:spPr>
        <p:txBody>
          <a:bodyPr>
            <a:noAutofit/>
          </a:bodyPr>
          <a:lstStyle>
            <a:lvl1pPr algn="ctr">
              <a:defRPr sz="1200">
                <a:latin typeface="+mn-lt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46" name="Espace réservé du texte 7">
            <a:extLst>
              <a:ext uri="{FF2B5EF4-FFF2-40B4-BE49-F238E27FC236}">
                <a16:creationId xmlns:a16="http://schemas.microsoft.com/office/drawing/2014/main" id="{87356F09-603B-4E8D-91BF-662DD7A102F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4177" y="4770071"/>
            <a:ext cx="3355024" cy="326973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Classement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B681247C-CEFF-4932-8A71-CC0566ACE8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6484" y="5435858"/>
            <a:ext cx="2359031" cy="473004"/>
          </a:xfrm>
          <a:prstGeom prst="rect">
            <a:avLst/>
          </a:prstGeom>
        </p:spPr>
      </p:pic>
      <p:sp>
        <p:nvSpPr>
          <p:cNvPr id="48" name="Espace réservé du texte 4">
            <a:extLst>
              <a:ext uri="{FF2B5EF4-FFF2-40B4-BE49-F238E27FC236}">
                <a16:creationId xmlns:a16="http://schemas.microsoft.com/office/drawing/2014/main" id="{5671FB4B-0244-4BF6-A099-5E05EF3366F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976018" y="5815993"/>
            <a:ext cx="2239963" cy="322263"/>
          </a:xfrm>
        </p:spPr>
        <p:txBody>
          <a:bodyPr>
            <a:noAutofit/>
          </a:bodyPr>
          <a:lstStyle>
            <a:lvl1pPr algn="ctr">
              <a:defRPr sz="1200">
                <a:latin typeface="+mn-lt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49" name="Espace réservé du texte 7">
            <a:extLst>
              <a:ext uri="{FF2B5EF4-FFF2-40B4-BE49-F238E27FC236}">
                <a16:creationId xmlns:a16="http://schemas.microsoft.com/office/drawing/2014/main" id="{CCD01ED0-A7D7-462D-A7EC-5081A35C545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18488" y="4770071"/>
            <a:ext cx="3355024" cy="326973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Classement</a:t>
            </a:r>
          </a:p>
        </p:txBody>
      </p:sp>
      <p:pic>
        <p:nvPicPr>
          <p:cNvPr id="50" name="Image 49">
            <a:extLst>
              <a:ext uri="{FF2B5EF4-FFF2-40B4-BE49-F238E27FC236}">
                <a16:creationId xmlns:a16="http://schemas.microsoft.com/office/drawing/2014/main" id="{FA850963-D900-4CA0-8D32-6CF9823C88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0795" y="5435858"/>
            <a:ext cx="2359031" cy="473004"/>
          </a:xfrm>
          <a:prstGeom prst="rect">
            <a:avLst/>
          </a:prstGeom>
        </p:spPr>
      </p:pic>
      <p:sp>
        <p:nvSpPr>
          <p:cNvPr id="51" name="Espace réservé du texte 4">
            <a:extLst>
              <a:ext uri="{FF2B5EF4-FFF2-40B4-BE49-F238E27FC236}">
                <a16:creationId xmlns:a16="http://schemas.microsoft.com/office/drawing/2014/main" id="{7A80DB67-C424-4C95-89DE-DA01616A68E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990329" y="5815993"/>
            <a:ext cx="2239963" cy="322263"/>
          </a:xfrm>
        </p:spPr>
        <p:txBody>
          <a:bodyPr>
            <a:noAutofit/>
          </a:bodyPr>
          <a:lstStyle>
            <a:lvl1pPr algn="ctr">
              <a:defRPr sz="1200">
                <a:latin typeface="+mn-lt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55" name="Espace réservé du texte 7">
            <a:extLst>
              <a:ext uri="{FF2B5EF4-FFF2-40B4-BE49-F238E27FC236}">
                <a16:creationId xmlns:a16="http://schemas.microsoft.com/office/drawing/2014/main" id="{F7C721BA-A486-40C1-B6FB-4316395FA32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432799" y="4770071"/>
            <a:ext cx="3355024" cy="326973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/>
              <a:t>Classement</a:t>
            </a:r>
          </a:p>
        </p:txBody>
      </p:sp>
      <p:sp>
        <p:nvSpPr>
          <p:cNvPr id="59" name="Espace réservé du texte 7">
            <a:extLst>
              <a:ext uri="{FF2B5EF4-FFF2-40B4-BE49-F238E27FC236}">
                <a16:creationId xmlns:a16="http://schemas.microsoft.com/office/drawing/2014/main" id="{580454F6-6675-4DA8-B78D-7888D3B8D65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40728" y="5177423"/>
            <a:ext cx="2681922" cy="36704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fr-FR"/>
              <a:t>Catégorie</a:t>
            </a:r>
          </a:p>
        </p:txBody>
      </p:sp>
      <p:sp>
        <p:nvSpPr>
          <p:cNvPr id="63" name="Espace réservé du texte 7">
            <a:extLst>
              <a:ext uri="{FF2B5EF4-FFF2-40B4-BE49-F238E27FC236}">
                <a16:creationId xmlns:a16="http://schemas.microsoft.com/office/drawing/2014/main" id="{F35437AD-7239-4FC7-B59A-222DDDDDC21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755038" y="5177423"/>
            <a:ext cx="2681922" cy="36704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fr-FR"/>
              <a:t>Catégorie</a:t>
            </a:r>
          </a:p>
        </p:txBody>
      </p:sp>
      <p:sp>
        <p:nvSpPr>
          <p:cNvPr id="64" name="Espace réservé du texte 7">
            <a:extLst>
              <a:ext uri="{FF2B5EF4-FFF2-40B4-BE49-F238E27FC236}">
                <a16:creationId xmlns:a16="http://schemas.microsoft.com/office/drawing/2014/main" id="{8ED35C31-4E6E-4974-8F23-5C378EDBCC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769348" y="5177423"/>
            <a:ext cx="2681922" cy="36704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fr-FR"/>
              <a:t>Catégorie</a:t>
            </a:r>
          </a:p>
        </p:txBody>
      </p:sp>
    </p:spTree>
    <p:extLst>
      <p:ext uri="{BB962C8B-B14F-4D97-AF65-F5344CB8AC3E}">
        <p14:creationId xmlns:p14="http://schemas.microsoft.com/office/powerpoint/2010/main" val="268454459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aro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llipse 21">
            <a:extLst>
              <a:ext uri="{FF2B5EF4-FFF2-40B4-BE49-F238E27FC236}">
                <a16:creationId xmlns:a16="http://schemas.microsoft.com/office/drawing/2014/main" id="{C69FC4EE-B392-4B41-8366-C1A1913F35DE}"/>
              </a:ext>
            </a:extLst>
          </p:cNvPr>
          <p:cNvSpPr/>
          <p:nvPr userDrawn="1"/>
        </p:nvSpPr>
        <p:spPr>
          <a:xfrm>
            <a:off x="1459898" y="1866577"/>
            <a:ext cx="1054702" cy="1054702"/>
          </a:xfrm>
          <a:prstGeom prst="ellipse">
            <a:avLst/>
          </a:prstGeom>
          <a:solidFill>
            <a:schemeClr val="tx1">
              <a:alpha val="9000"/>
            </a:schemeClr>
          </a:solidFill>
          <a:ln w="127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2400" b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28D1308F-5AB3-4092-91D0-0DC59ADC3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2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5C099187-7A9C-4FE6-9452-51D4CB057F0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29FA8D36-B856-46A1-99BE-CDB8A6C38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A1AFEE4-A953-4A5B-AB42-BD074F39E929}" type="datetimeFigureOut">
              <a:rPr lang="fr-FR" smtClean="0"/>
              <a:pPr/>
              <a:t>05/08/2025</a:t>
            </a:fld>
            <a:endParaRPr lang="fr-FR"/>
          </a:p>
        </p:txBody>
      </p:sp>
      <p:sp>
        <p:nvSpPr>
          <p:cNvPr id="77" name="Titre 76">
            <a:extLst>
              <a:ext uri="{FF2B5EF4-FFF2-40B4-BE49-F238E27FC236}">
                <a16:creationId xmlns:a16="http://schemas.microsoft.com/office/drawing/2014/main" id="{5AEF270C-EE97-4687-862D-BB037F94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70432B5D-0897-49E1-AA79-1D2970AC9142}"/>
              </a:ext>
            </a:extLst>
          </p:cNvPr>
          <p:cNvSpPr/>
          <p:nvPr userDrawn="1"/>
        </p:nvSpPr>
        <p:spPr>
          <a:xfrm>
            <a:off x="1524157" y="1930836"/>
            <a:ext cx="926184" cy="92618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400" b="0">
                <a:solidFill>
                  <a:schemeClr val="accent1"/>
                </a:solidFill>
                <a:latin typeface="+mj-lt"/>
              </a:rPr>
              <a:t>1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22BA616-B258-43F7-9B21-01FE264B40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6949" y="3167807"/>
            <a:ext cx="2260600" cy="558800"/>
          </a:xfrm>
        </p:spPr>
        <p:txBody>
          <a:bodyPr>
            <a:normAutofit/>
          </a:bodyPr>
          <a:lstStyle>
            <a:lvl1pPr algn="ctr">
              <a:defRPr sz="1200" b="1">
                <a:latin typeface="+mj-lt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25" name="Espace réservé du texte 3">
            <a:extLst>
              <a:ext uri="{FF2B5EF4-FFF2-40B4-BE49-F238E27FC236}">
                <a16:creationId xmlns:a16="http://schemas.microsoft.com/office/drawing/2014/main" id="{D59EBB7B-9951-4F0D-8D29-BFD45A954E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32212" y="3167807"/>
            <a:ext cx="2260600" cy="558800"/>
          </a:xfrm>
        </p:spPr>
        <p:txBody>
          <a:bodyPr>
            <a:normAutofit/>
          </a:bodyPr>
          <a:lstStyle>
            <a:lvl1pPr algn="ctr">
              <a:defRPr sz="1200" b="1">
                <a:latin typeface="+mj-lt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26" name="Espace réservé du texte 3">
            <a:extLst>
              <a:ext uri="{FF2B5EF4-FFF2-40B4-BE49-F238E27FC236}">
                <a16:creationId xmlns:a16="http://schemas.microsoft.com/office/drawing/2014/main" id="{183B699C-8BCD-47FB-B99F-9F04668AD7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76909" y="3167807"/>
            <a:ext cx="2260600" cy="558800"/>
          </a:xfrm>
        </p:spPr>
        <p:txBody>
          <a:bodyPr>
            <a:normAutofit/>
          </a:bodyPr>
          <a:lstStyle>
            <a:lvl1pPr algn="ctr">
              <a:defRPr sz="1200" b="1">
                <a:latin typeface="+mj-lt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29" name="Espace réservé du texte 3">
            <a:extLst>
              <a:ext uri="{FF2B5EF4-FFF2-40B4-BE49-F238E27FC236}">
                <a16:creationId xmlns:a16="http://schemas.microsoft.com/office/drawing/2014/main" id="{AF34217B-654A-4B65-B57B-83ABFAC63D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6949" y="5210708"/>
            <a:ext cx="2260600" cy="558800"/>
          </a:xfrm>
        </p:spPr>
        <p:txBody>
          <a:bodyPr>
            <a:normAutofit/>
          </a:bodyPr>
          <a:lstStyle>
            <a:lvl1pPr algn="ctr">
              <a:defRPr sz="1200" b="1">
                <a:latin typeface="+mj-lt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31" name="Espace réservé du texte 3">
            <a:extLst>
              <a:ext uri="{FF2B5EF4-FFF2-40B4-BE49-F238E27FC236}">
                <a16:creationId xmlns:a16="http://schemas.microsoft.com/office/drawing/2014/main" id="{973B75A2-0458-4DEB-BF77-1E3619522C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32212" y="5210708"/>
            <a:ext cx="2260600" cy="558800"/>
          </a:xfrm>
        </p:spPr>
        <p:txBody>
          <a:bodyPr>
            <a:normAutofit/>
          </a:bodyPr>
          <a:lstStyle>
            <a:lvl1pPr algn="ctr">
              <a:defRPr sz="1200" b="1">
                <a:latin typeface="+mj-lt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32" name="Espace réservé du texte 3">
            <a:extLst>
              <a:ext uri="{FF2B5EF4-FFF2-40B4-BE49-F238E27FC236}">
                <a16:creationId xmlns:a16="http://schemas.microsoft.com/office/drawing/2014/main" id="{5D161180-3812-4F03-BDC8-680947903A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76909" y="5210708"/>
            <a:ext cx="2260600" cy="558800"/>
          </a:xfrm>
        </p:spPr>
        <p:txBody>
          <a:bodyPr>
            <a:normAutofit/>
          </a:bodyPr>
          <a:lstStyle>
            <a:lvl1pPr algn="ctr">
              <a:defRPr sz="1200" b="1">
                <a:latin typeface="+mj-lt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423DCFA8-B447-47F1-9DEF-3D17666A6AC7}"/>
              </a:ext>
            </a:extLst>
          </p:cNvPr>
          <p:cNvSpPr/>
          <p:nvPr userDrawn="1"/>
        </p:nvSpPr>
        <p:spPr>
          <a:xfrm>
            <a:off x="5499420" y="1866577"/>
            <a:ext cx="1054702" cy="1054702"/>
          </a:xfrm>
          <a:prstGeom prst="ellipse">
            <a:avLst/>
          </a:prstGeom>
          <a:solidFill>
            <a:schemeClr val="tx1">
              <a:alpha val="9000"/>
            </a:schemeClr>
          </a:solidFill>
          <a:ln w="127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2400" b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87CCBAE2-8630-4CCA-B3F9-3399032E2023}"/>
              </a:ext>
            </a:extLst>
          </p:cNvPr>
          <p:cNvSpPr/>
          <p:nvPr userDrawn="1"/>
        </p:nvSpPr>
        <p:spPr>
          <a:xfrm>
            <a:off x="5563679" y="1930836"/>
            <a:ext cx="926184" cy="92618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400" b="0">
                <a:solidFill>
                  <a:schemeClr val="accent1"/>
                </a:solidFill>
                <a:latin typeface="+mj-lt"/>
              </a:rPr>
              <a:t>1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ADD96079-CCFD-4B1C-8351-880D95610AD6}"/>
              </a:ext>
            </a:extLst>
          </p:cNvPr>
          <p:cNvSpPr/>
          <p:nvPr userDrawn="1"/>
        </p:nvSpPr>
        <p:spPr>
          <a:xfrm>
            <a:off x="9304340" y="1866577"/>
            <a:ext cx="1054702" cy="1054702"/>
          </a:xfrm>
          <a:prstGeom prst="ellipse">
            <a:avLst/>
          </a:prstGeom>
          <a:solidFill>
            <a:schemeClr val="tx1">
              <a:alpha val="9000"/>
            </a:schemeClr>
          </a:solidFill>
          <a:ln w="127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2400" b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C133D8D4-F49F-4B2B-B3F5-2182E769AF67}"/>
              </a:ext>
            </a:extLst>
          </p:cNvPr>
          <p:cNvSpPr/>
          <p:nvPr userDrawn="1"/>
        </p:nvSpPr>
        <p:spPr>
          <a:xfrm>
            <a:off x="9368599" y="1930836"/>
            <a:ext cx="926184" cy="92618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400" b="0">
                <a:solidFill>
                  <a:schemeClr val="accent1"/>
                </a:solidFill>
                <a:latin typeface="+mj-lt"/>
              </a:rPr>
              <a:t>1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BD2EC4BA-4B68-420B-8FB8-4C0499BCF00D}"/>
              </a:ext>
            </a:extLst>
          </p:cNvPr>
          <p:cNvSpPr/>
          <p:nvPr userDrawn="1"/>
        </p:nvSpPr>
        <p:spPr>
          <a:xfrm>
            <a:off x="1459898" y="3938403"/>
            <a:ext cx="1054702" cy="1054702"/>
          </a:xfrm>
          <a:prstGeom prst="ellipse">
            <a:avLst/>
          </a:prstGeom>
          <a:solidFill>
            <a:schemeClr val="tx1">
              <a:alpha val="9000"/>
            </a:schemeClr>
          </a:solidFill>
          <a:ln w="127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2400" b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22231E7C-0263-45A5-882B-281304EBE6CD}"/>
              </a:ext>
            </a:extLst>
          </p:cNvPr>
          <p:cNvSpPr/>
          <p:nvPr userDrawn="1"/>
        </p:nvSpPr>
        <p:spPr>
          <a:xfrm>
            <a:off x="1524157" y="4002662"/>
            <a:ext cx="926184" cy="92618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400" b="0">
                <a:solidFill>
                  <a:schemeClr val="accent1"/>
                </a:solidFill>
                <a:latin typeface="+mj-lt"/>
              </a:rPr>
              <a:t>1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245B2744-E1D9-46F9-8FFB-5C89A41212A5}"/>
              </a:ext>
            </a:extLst>
          </p:cNvPr>
          <p:cNvSpPr/>
          <p:nvPr userDrawn="1"/>
        </p:nvSpPr>
        <p:spPr>
          <a:xfrm>
            <a:off x="5499420" y="3938403"/>
            <a:ext cx="1054702" cy="1054702"/>
          </a:xfrm>
          <a:prstGeom prst="ellipse">
            <a:avLst/>
          </a:prstGeom>
          <a:solidFill>
            <a:schemeClr val="tx1">
              <a:alpha val="9000"/>
            </a:schemeClr>
          </a:solidFill>
          <a:ln w="127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2400" b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D81704EB-6A96-42D5-AE3E-E3CA0B98404B}"/>
              </a:ext>
            </a:extLst>
          </p:cNvPr>
          <p:cNvSpPr/>
          <p:nvPr userDrawn="1"/>
        </p:nvSpPr>
        <p:spPr>
          <a:xfrm>
            <a:off x="5563679" y="4002662"/>
            <a:ext cx="926184" cy="92618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400" b="0">
                <a:solidFill>
                  <a:schemeClr val="accent1"/>
                </a:solidFill>
                <a:latin typeface="+mj-lt"/>
              </a:rPr>
              <a:t>1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AAB49B44-9335-4D35-9A5C-04F9D40E97A9}"/>
              </a:ext>
            </a:extLst>
          </p:cNvPr>
          <p:cNvSpPr/>
          <p:nvPr userDrawn="1"/>
        </p:nvSpPr>
        <p:spPr>
          <a:xfrm>
            <a:off x="9304340" y="3938403"/>
            <a:ext cx="1054702" cy="1054702"/>
          </a:xfrm>
          <a:prstGeom prst="ellipse">
            <a:avLst/>
          </a:prstGeom>
          <a:solidFill>
            <a:schemeClr val="tx1">
              <a:alpha val="9000"/>
            </a:schemeClr>
          </a:solidFill>
          <a:ln w="127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2400" b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D3CBF19D-91EB-4F8C-80B5-62E3DC95CB09}"/>
              </a:ext>
            </a:extLst>
          </p:cNvPr>
          <p:cNvSpPr/>
          <p:nvPr userDrawn="1"/>
        </p:nvSpPr>
        <p:spPr>
          <a:xfrm>
            <a:off x="9368599" y="4002662"/>
            <a:ext cx="926184" cy="92618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400" b="0">
                <a:solidFill>
                  <a:schemeClr val="accent1"/>
                </a:solidFill>
                <a:latin typeface="+mj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8614353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28D1308F-5AB3-4092-91D0-0DC59ADC3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2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5C099187-7A9C-4FE6-9452-51D4CB057F0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29FA8D36-B856-46A1-99BE-CDB8A6C38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A1AFEE4-A953-4A5B-AB42-BD074F39E929}" type="datetimeFigureOut">
              <a:rPr lang="fr-FR" smtClean="0"/>
              <a:pPr/>
              <a:t>05/08/2025</a:t>
            </a:fld>
            <a:endParaRPr lang="fr-FR"/>
          </a:p>
        </p:txBody>
      </p:sp>
      <p:sp>
        <p:nvSpPr>
          <p:cNvPr id="77" name="Titre 76">
            <a:extLst>
              <a:ext uri="{FF2B5EF4-FFF2-40B4-BE49-F238E27FC236}">
                <a16:creationId xmlns:a16="http://schemas.microsoft.com/office/drawing/2014/main" id="{5AEF270C-EE97-4687-862D-BB037F944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669"/>
            <a:ext cx="10515600" cy="1161250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F94AFF4-AAFD-4776-88A4-ED6242042BF7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5376000" y="1577445"/>
            <a:ext cx="1440000" cy="1440000"/>
          </a:xfrm>
          <a:prstGeom prst="ellipse">
            <a:avLst/>
          </a:prstGeom>
        </p:spPr>
        <p:txBody>
          <a:bodyPr bIns="0"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sz="800">
                <a:latin typeface="+mn-lt"/>
              </a:rPr>
              <a:t>image</a:t>
            </a:r>
            <a:endParaRPr lang="fr-FR"/>
          </a:p>
        </p:txBody>
      </p:sp>
      <p:sp>
        <p:nvSpPr>
          <p:cNvPr id="40" name="Espace réservé pour une image  2">
            <a:extLst>
              <a:ext uri="{FF2B5EF4-FFF2-40B4-BE49-F238E27FC236}">
                <a16:creationId xmlns:a16="http://schemas.microsoft.com/office/drawing/2014/main" id="{FD3A9172-4FD5-4B6A-B66F-5F27D08DEDEE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3251066" y="2874034"/>
            <a:ext cx="1440000" cy="1440000"/>
          </a:xfrm>
          <a:prstGeom prst="ellipse">
            <a:avLst/>
          </a:prstGeom>
        </p:spPr>
        <p:txBody>
          <a:bodyPr bIns="0"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sz="800">
                <a:latin typeface="+mn-lt"/>
              </a:rPr>
              <a:t>image</a:t>
            </a:r>
            <a:endParaRPr lang="fr-FR"/>
          </a:p>
        </p:txBody>
      </p:sp>
      <p:sp>
        <p:nvSpPr>
          <p:cNvPr id="41" name="Espace réservé pour une image  2">
            <a:extLst>
              <a:ext uri="{FF2B5EF4-FFF2-40B4-BE49-F238E27FC236}">
                <a16:creationId xmlns:a16="http://schemas.microsoft.com/office/drawing/2014/main" id="{34E1E896-0610-4DB8-9008-8DAD4864A17A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377883" y="3996666"/>
            <a:ext cx="1440000" cy="1440000"/>
          </a:xfrm>
          <a:prstGeom prst="ellipse">
            <a:avLst/>
          </a:prstGeom>
        </p:spPr>
        <p:txBody>
          <a:bodyPr bIns="0"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sz="800">
                <a:latin typeface="+mn-lt"/>
              </a:rPr>
              <a:t>image</a:t>
            </a:r>
            <a:endParaRPr lang="fr-FR"/>
          </a:p>
        </p:txBody>
      </p:sp>
      <p:sp>
        <p:nvSpPr>
          <p:cNvPr id="42" name="Espace réservé pour une image  2">
            <a:extLst>
              <a:ext uri="{FF2B5EF4-FFF2-40B4-BE49-F238E27FC236}">
                <a16:creationId xmlns:a16="http://schemas.microsoft.com/office/drawing/2014/main" id="{E5A09D0A-B211-4887-9CF9-468CD1ABE04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500934" y="2874034"/>
            <a:ext cx="1440000" cy="1440000"/>
          </a:xfrm>
          <a:prstGeom prst="ellipse">
            <a:avLst/>
          </a:prstGeom>
        </p:spPr>
        <p:txBody>
          <a:bodyPr bIns="0"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sz="800">
                <a:latin typeface="+mn-lt"/>
              </a:rPr>
              <a:t>image</a:t>
            </a:r>
            <a:endParaRPr lang="fr-FR"/>
          </a:p>
        </p:txBody>
      </p:sp>
      <p:sp>
        <p:nvSpPr>
          <p:cNvPr id="44" name="Espace réservé pour une image  2">
            <a:extLst>
              <a:ext uri="{FF2B5EF4-FFF2-40B4-BE49-F238E27FC236}">
                <a16:creationId xmlns:a16="http://schemas.microsoft.com/office/drawing/2014/main" id="{5192263C-BF60-4E13-B8C1-3913B8B19A1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274749" y="3987872"/>
            <a:ext cx="1440000" cy="1440000"/>
          </a:xfrm>
          <a:prstGeom prst="ellipse">
            <a:avLst/>
          </a:prstGeom>
        </p:spPr>
        <p:txBody>
          <a:bodyPr bIns="0"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sz="800">
                <a:latin typeface="+mn-lt"/>
              </a:rPr>
              <a:t>image</a:t>
            </a:r>
            <a:endParaRPr lang="fr-FR"/>
          </a:p>
        </p:txBody>
      </p:sp>
      <p:sp>
        <p:nvSpPr>
          <p:cNvPr id="45" name="Espace réservé pour une image  2">
            <a:extLst>
              <a:ext uri="{FF2B5EF4-FFF2-40B4-BE49-F238E27FC236}">
                <a16:creationId xmlns:a16="http://schemas.microsoft.com/office/drawing/2014/main" id="{152D5EAD-2EB8-4E9E-A110-6CE0A8C5A6BA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9481017" y="3987872"/>
            <a:ext cx="1440000" cy="1440000"/>
          </a:xfrm>
          <a:prstGeom prst="ellipse">
            <a:avLst/>
          </a:prstGeom>
        </p:spPr>
        <p:txBody>
          <a:bodyPr bIns="0"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sz="800">
                <a:latin typeface="+mn-lt"/>
              </a:rPr>
              <a:t>image</a:t>
            </a:r>
            <a:endParaRPr lang="fr-FR"/>
          </a:p>
        </p:txBody>
      </p:sp>
      <p:sp>
        <p:nvSpPr>
          <p:cNvPr id="46" name="Espace réservé du texte 58">
            <a:extLst>
              <a:ext uri="{FF2B5EF4-FFF2-40B4-BE49-F238E27FC236}">
                <a16:creationId xmlns:a16="http://schemas.microsoft.com/office/drawing/2014/main" id="{C01DEB5B-CEF6-4FB9-B038-B42FD04AEFF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1481" y="5549988"/>
            <a:ext cx="1946536" cy="21410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47" name="Espace réservé du texte 58">
            <a:extLst>
              <a:ext uri="{FF2B5EF4-FFF2-40B4-BE49-F238E27FC236}">
                <a16:creationId xmlns:a16="http://schemas.microsoft.com/office/drawing/2014/main" id="{842BAB74-BE45-4141-9FAA-CEFE5BAA744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95468" y="5886205"/>
            <a:ext cx="1198562" cy="307567"/>
          </a:xfrm>
        </p:spPr>
        <p:txBody>
          <a:bodyPr>
            <a:normAutofit/>
          </a:bodyPr>
          <a:lstStyle>
            <a:lvl1pPr algn="ctr">
              <a:defRPr sz="1000">
                <a:latin typeface="+mn-lt"/>
              </a:defRPr>
            </a:lvl1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Poste</a:t>
            </a:r>
          </a:p>
        </p:txBody>
      </p:sp>
      <p:sp>
        <p:nvSpPr>
          <p:cNvPr id="48" name="Espace réservé du texte 58">
            <a:extLst>
              <a:ext uri="{FF2B5EF4-FFF2-40B4-BE49-F238E27FC236}">
                <a16:creationId xmlns:a16="http://schemas.microsoft.com/office/drawing/2014/main" id="{8E1300C5-5B67-45E9-93F7-6C3EB0D9962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22732" y="3139561"/>
            <a:ext cx="1946536" cy="21410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49" name="Espace réservé du texte 58">
            <a:extLst>
              <a:ext uri="{FF2B5EF4-FFF2-40B4-BE49-F238E27FC236}">
                <a16:creationId xmlns:a16="http://schemas.microsoft.com/office/drawing/2014/main" id="{73E4084D-255E-4889-A899-D3DA296BB7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96719" y="3475778"/>
            <a:ext cx="1198562" cy="307567"/>
          </a:xfrm>
        </p:spPr>
        <p:txBody>
          <a:bodyPr>
            <a:normAutofit/>
          </a:bodyPr>
          <a:lstStyle>
            <a:lvl1pPr algn="ctr">
              <a:defRPr sz="1000">
                <a:latin typeface="+mn-lt"/>
              </a:defRPr>
            </a:lvl1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Poste</a:t>
            </a:r>
          </a:p>
        </p:txBody>
      </p:sp>
      <p:sp>
        <p:nvSpPr>
          <p:cNvPr id="50" name="Espace réservé du texte 58">
            <a:extLst>
              <a:ext uri="{FF2B5EF4-FFF2-40B4-BE49-F238E27FC236}">
                <a16:creationId xmlns:a16="http://schemas.microsoft.com/office/drawing/2014/main" id="{9CB315C5-BAA3-4EE4-85F5-EC95182E89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27749" y="5549988"/>
            <a:ext cx="1946536" cy="21410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51" name="Espace réservé du texte 58">
            <a:extLst>
              <a:ext uri="{FF2B5EF4-FFF2-40B4-BE49-F238E27FC236}">
                <a16:creationId xmlns:a16="http://schemas.microsoft.com/office/drawing/2014/main" id="{7ECDD607-65C2-4B42-96BB-ABD88C7806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601736" y="5886205"/>
            <a:ext cx="1198562" cy="307567"/>
          </a:xfrm>
        </p:spPr>
        <p:txBody>
          <a:bodyPr>
            <a:normAutofit/>
          </a:bodyPr>
          <a:lstStyle>
            <a:lvl1pPr algn="ctr">
              <a:defRPr sz="1000">
                <a:latin typeface="+mn-lt"/>
              </a:defRPr>
            </a:lvl1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Poste</a:t>
            </a:r>
          </a:p>
        </p:txBody>
      </p:sp>
      <p:sp>
        <p:nvSpPr>
          <p:cNvPr id="56" name="Espace réservé du texte 58">
            <a:extLst>
              <a:ext uri="{FF2B5EF4-FFF2-40B4-BE49-F238E27FC236}">
                <a16:creationId xmlns:a16="http://schemas.microsoft.com/office/drawing/2014/main" id="{A3655228-E002-464B-905F-D34734BB8B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97798" y="4448766"/>
            <a:ext cx="1946536" cy="21410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57" name="Espace réservé du texte 58">
            <a:extLst>
              <a:ext uri="{FF2B5EF4-FFF2-40B4-BE49-F238E27FC236}">
                <a16:creationId xmlns:a16="http://schemas.microsoft.com/office/drawing/2014/main" id="{3653D8CC-A324-4BD6-9717-2DBFA0F0A97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71785" y="4784983"/>
            <a:ext cx="1198562" cy="307567"/>
          </a:xfrm>
        </p:spPr>
        <p:txBody>
          <a:bodyPr>
            <a:normAutofit/>
          </a:bodyPr>
          <a:lstStyle>
            <a:lvl1pPr algn="ctr">
              <a:defRPr sz="1000">
                <a:latin typeface="+mn-lt"/>
              </a:defRPr>
            </a:lvl1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Poste</a:t>
            </a:r>
          </a:p>
        </p:txBody>
      </p:sp>
      <p:sp>
        <p:nvSpPr>
          <p:cNvPr id="58" name="Espace réservé du texte 58">
            <a:extLst>
              <a:ext uri="{FF2B5EF4-FFF2-40B4-BE49-F238E27FC236}">
                <a16:creationId xmlns:a16="http://schemas.microsoft.com/office/drawing/2014/main" id="{0909B6F9-CBC9-4056-942B-DF37EC1D81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47666" y="4448766"/>
            <a:ext cx="1946536" cy="21410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59" name="Espace réservé du texte 58">
            <a:extLst>
              <a:ext uri="{FF2B5EF4-FFF2-40B4-BE49-F238E27FC236}">
                <a16:creationId xmlns:a16="http://schemas.microsoft.com/office/drawing/2014/main" id="{D2819201-9571-424E-8472-294B73C4F25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1653" y="4784983"/>
            <a:ext cx="1198562" cy="307567"/>
          </a:xfrm>
        </p:spPr>
        <p:txBody>
          <a:bodyPr>
            <a:normAutofit/>
          </a:bodyPr>
          <a:lstStyle>
            <a:lvl1pPr algn="ctr">
              <a:defRPr sz="1000">
                <a:latin typeface="+mn-lt"/>
              </a:defRPr>
            </a:lvl1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Poste</a:t>
            </a:r>
          </a:p>
        </p:txBody>
      </p:sp>
      <p:sp>
        <p:nvSpPr>
          <p:cNvPr id="60" name="Espace réservé du texte 58">
            <a:extLst>
              <a:ext uri="{FF2B5EF4-FFF2-40B4-BE49-F238E27FC236}">
                <a16:creationId xmlns:a16="http://schemas.microsoft.com/office/drawing/2014/main" id="{3E63BE3B-9F5B-42A3-929D-B921A7D0D7C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24615" y="5561854"/>
            <a:ext cx="1946536" cy="21410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1200" b="1"/>
            </a:lvl1pPr>
            <a:lvl3pPr>
              <a:defRPr/>
            </a:lvl3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61" name="Espace réservé du texte 58">
            <a:extLst>
              <a:ext uri="{FF2B5EF4-FFF2-40B4-BE49-F238E27FC236}">
                <a16:creationId xmlns:a16="http://schemas.microsoft.com/office/drawing/2014/main" id="{C3EE5B30-D145-4C68-80E9-C9072C2676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98602" y="5898071"/>
            <a:ext cx="1198562" cy="307567"/>
          </a:xfrm>
        </p:spPr>
        <p:txBody>
          <a:bodyPr>
            <a:normAutofit/>
          </a:bodyPr>
          <a:lstStyle>
            <a:lvl1pPr algn="ctr">
              <a:defRPr sz="1000">
                <a:latin typeface="+mn-lt"/>
              </a:defRPr>
            </a:lvl1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Poste</a:t>
            </a:r>
          </a:p>
        </p:txBody>
      </p:sp>
    </p:spTree>
    <p:extLst>
      <p:ext uri="{BB962C8B-B14F-4D97-AF65-F5344CB8AC3E}">
        <p14:creationId xmlns:p14="http://schemas.microsoft.com/office/powerpoint/2010/main" val="208869873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que 23">
            <a:extLst>
              <a:ext uri="{FF2B5EF4-FFF2-40B4-BE49-F238E27FC236}">
                <a16:creationId xmlns:a16="http://schemas.microsoft.com/office/drawing/2014/main" id="{840E6C15-719F-4381-8E25-23A1F1311D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344985" y="-6440208"/>
            <a:ext cx="20959864" cy="2015243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22D3DCC-28F9-4FAE-B6A1-E6112452DF6D}"/>
              </a:ext>
            </a:extLst>
          </p:cNvPr>
          <p:cNvSpPr/>
          <p:nvPr userDrawn="1"/>
        </p:nvSpPr>
        <p:spPr>
          <a:xfrm>
            <a:off x="216000" y="211668"/>
            <a:ext cx="11760000" cy="6434664"/>
          </a:xfrm>
          <a:prstGeom prst="rect">
            <a:avLst/>
          </a:prstGeom>
          <a:solidFill>
            <a:schemeClr val="bg1"/>
          </a:solidFill>
          <a:ln w="9525">
            <a:solidFill>
              <a:srgbClr val="A68B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28D1308F-5AB3-4092-91D0-0DC59ADC3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2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5C099187-7A9C-4FE6-9452-51D4CB057F0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29FA8D36-B856-46A1-99BE-CDB8A6C38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A1AFEE4-A953-4A5B-AB42-BD074F39E929}" type="datetimeFigureOut">
              <a:rPr lang="fr-FR" smtClean="0"/>
              <a:pPr/>
              <a:t>05/08/2025</a:t>
            </a:fld>
            <a:endParaRPr lang="fr-FR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F94AFF4-AAFD-4776-88A4-ED6242042BF7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2130213" y="2003425"/>
            <a:ext cx="2851150" cy="2851150"/>
          </a:xfrm>
          <a:prstGeom prst="ellipse">
            <a:avLst/>
          </a:prstGeom>
        </p:spPr>
        <p:txBody>
          <a:bodyPr bIns="0" anchor="ctr" anchorCtr="0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fr-FR" sz="800">
                <a:latin typeface="+mn-lt"/>
              </a:rPr>
              <a:t>image</a:t>
            </a:r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F1BC7C2-B081-41BB-AEE0-77A355A1C2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75063" y="2689624"/>
            <a:ext cx="5352203" cy="3651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/>
            </a:lvl4pPr>
            <a:lvl8pPr>
              <a:defRPr>
                <a:solidFill>
                  <a:schemeClr val="accent1"/>
                </a:solidFill>
              </a:defRPr>
            </a:lvl8pPr>
          </a:lstStyle>
          <a:p>
            <a:pPr lvl="0"/>
            <a:r>
              <a:rPr lang="fr-FR"/>
              <a:t>NOM Prénom</a:t>
            </a:r>
          </a:p>
        </p:txBody>
      </p:sp>
      <p:sp>
        <p:nvSpPr>
          <p:cNvPr id="27" name="Espace réservé du texte 3">
            <a:extLst>
              <a:ext uri="{FF2B5EF4-FFF2-40B4-BE49-F238E27FC236}">
                <a16:creationId xmlns:a16="http://schemas.microsoft.com/office/drawing/2014/main" id="{7BCC2BE6-2879-4C7F-BAA9-B1F06636EF9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75063" y="3179762"/>
            <a:ext cx="5352203" cy="365126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/>
            </a:lvl4pPr>
            <a:lvl8pPr>
              <a:defRPr>
                <a:solidFill>
                  <a:schemeClr val="accent1"/>
                </a:solidFill>
              </a:defRPr>
            </a:lvl8pPr>
          </a:lstStyle>
          <a:p>
            <a:pPr lvl="1"/>
            <a:r>
              <a:rPr lang="fr-FR"/>
              <a:t>Poste</a:t>
            </a:r>
          </a:p>
        </p:txBody>
      </p:sp>
      <p:sp>
        <p:nvSpPr>
          <p:cNvPr id="28" name="Espace réservé du texte 3">
            <a:extLst>
              <a:ext uri="{FF2B5EF4-FFF2-40B4-BE49-F238E27FC236}">
                <a16:creationId xmlns:a16="http://schemas.microsoft.com/office/drawing/2014/main" id="{978A3713-50ED-4BF2-8442-917DA8BABE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75063" y="3829977"/>
            <a:ext cx="5352203" cy="148299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/>
            </a:lvl4pPr>
            <a:lvl8pPr>
              <a:defRPr>
                <a:solidFill>
                  <a:schemeClr val="accent1"/>
                </a:solidFill>
              </a:defRPr>
            </a:lvl8pPr>
          </a:lstStyle>
          <a:p>
            <a:pPr lvl="3"/>
            <a:r>
              <a:rPr lang="fr-FR"/>
              <a:t>Mail</a:t>
            </a:r>
          </a:p>
        </p:txBody>
      </p:sp>
      <p:sp>
        <p:nvSpPr>
          <p:cNvPr id="29" name="Espace réservé du texte 3">
            <a:extLst>
              <a:ext uri="{FF2B5EF4-FFF2-40B4-BE49-F238E27FC236}">
                <a16:creationId xmlns:a16="http://schemas.microsoft.com/office/drawing/2014/main" id="{0F3E9062-E3C5-41E7-9518-ED7F1757D2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75063" y="4096677"/>
            <a:ext cx="5352203" cy="148299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/>
            </a:lvl4pPr>
            <a:lvl8pPr>
              <a:defRPr>
                <a:solidFill>
                  <a:schemeClr val="accent1"/>
                </a:solidFill>
              </a:defRPr>
            </a:lvl8pPr>
          </a:lstStyle>
          <a:p>
            <a:pPr lvl="3"/>
            <a:r>
              <a:rPr lang="fr-FR"/>
              <a:t>Téléphone</a:t>
            </a:r>
          </a:p>
        </p:txBody>
      </p:sp>
    </p:spTree>
    <p:extLst>
      <p:ext uri="{BB962C8B-B14F-4D97-AF65-F5344CB8AC3E}">
        <p14:creationId xmlns:p14="http://schemas.microsoft.com/office/powerpoint/2010/main" val="249342034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E186DB2F-7D29-4CE0-87AA-38D858BA50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9C3298E9-4B6B-4DE3-BC1D-DEA3FEBE4A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383933" y="-6442325"/>
            <a:ext cx="20959864" cy="2015243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F9B8327-15DB-4DDC-B928-3349A59828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3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0" b="0">
                <a:solidFill>
                  <a:schemeClr val="bg1"/>
                </a:solidFill>
                <a:latin typeface="+mj-lt"/>
              </a:rPr>
              <a:t>Merci</a:t>
            </a:r>
          </a:p>
        </p:txBody>
      </p:sp>
      <p:pic>
        <p:nvPicPr>
          <p:cNvPr id="6" name="Image 5" descr="Une image contenant bâtiment, dessin, fenêtre, table&#10;&#10;Description générée automatiquement">
            <a:extLst>
              <a:ext uri="{FF2B5EF4-FFF2-40B4-BE49-F238E27FC236}">
                <a16:creationId xmlns:a16="http://schemas.microsoft.com/office/drawing/2014/main" id="{E8A4FE6D-A8FC-4CCE-BCD0-291E67D4AF8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04710" y="5657850"/>
            <a:ext cx="158258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421604"/>
      </p:ext>
    </p:extLst>
  </p:cSld>
  <p:clrMapOvr>
    <a:masterClrMapping/>
  </p:clrMapOvr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4e de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E186DB2F-7D29-4CE0-87AA-38D858BA50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01" y="-1"/>
            <a:ext cx="10530131" cy="6843253"/>
          </a:xfrm>
          <a:prstGeom prst="rect">
            <a:avLst/>
          </a:prstGeom>
        </p:spPr>
      </p:pic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C935135B-FA35-4CDA-89B2-FDA8DD9660F0}"/>
              </a:ext>
            </a:extLst>
          </p:cNvPr>
          <p:cNvSpPr/>
          <p:nvPr userDrawn="1"/>
        </p:nvSpPr>
        <p:spPr>
          <a:xfrm rot="10800000">
            <a:off x="6564428" y="-1"/>
            <a:ext cx="5627569" cy="6858000"/>
          </a:xfrm>
          <a:custGeom>
            <a:avLst/>
            <a:gdLst>
              <a:gd name="connsiteX0" fmla="*/ 0 w 10340208"/>
              <a:gd name="connsiteY0" fmla="*/ 0 h 6858000"/>
              <a:gd name="connsiteX1" fmla="*/ 10340208 w 10340208"/>
              <a:gd name="connsiteY1" fmla="*/ 0 h 6858000"/>
              <a:gd name="connsiteX2" fmla="*/ 3482209 w 10340208"/>
              <a:gd name="connsiteY2" fmla="*/ 6858000 h 6858000"/>
              <a:gd name="connsiteX3" fmla="*/ 0 w 1034020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40208" h="6858000">
                <a:moveTo>
                  <a:pt x="0" y="0"/>
                </a:moveTo>
                <a:lnTo>
                  <a:pt x="10340208" y="0"/>
                </a:lnTo>
                <a:lnTo>
                  <a:pt x="348220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15900" dist="1143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09C90A18-458A-4B99-A8FC-8537D1152B40}"/>
              </a:ext>
            </a:extLst>
          </p:cNvPr>
          <p:cNvSpPr/>
          <p:nvPr userDrawn="1"/>
        </p:nvSpPr>
        <p:spPr>
          <a:xfrm rot="10800000">
            <a:off x="-1" y="-1"/>
            <a:ext cx="1703672" cy="3137265"/>
          </a:xfrm>
          <a:custGeom>
            <a:avLst/>
            <a:gdLst>
              <a:gd name="connsiteX0" fmla="*/ 2156047 w 2156047"/>
              <a:gd name="connsiteY0" fmla="*/ 0 h 2156048"/>
              <a:gd name="connsiteX1" fmla="*/ 2156047 w 2156047"/>
              <a:gd name="connsiteY1" fmla="*/ 2156048 h 2156048"/>
              <a:gd name="connsiteX2" fmla="*/ 0 w 2156047"/>
              <a:gd name="connsiteY2" fmla="*/ 2156048 h 2156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6047" h="2156048">
                <a:moveTo>
                  <a:pt x="2156047" y="0"/>
                </a:moveTo>
                <a:lnTo>
                  <a:pt x="2156047" y="2156048"/>
                </a:lnTo>
                <a:lnTo>
                  <a:pt x="0" y="2156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15900" dist="114300" dir="10800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1" name="Graphique 7">
            <a:extLst>
              <a:ext uri="{FF2B5EF4-FFF2-40B4-BE49-F238E27FC236}">
                <a16:creationId xmlns:a16="http://schemas.microsoft.com/office/drawing/2014/main" id="{83C1AD44-A9CD-4E4B-A88B-D70D591C767B}"/>
              </a:ext>
            </a:extLst>
          </p:cNvPr>
          <p:cNvGrpSpPr/>
          <p:nvPr/>
        </p:nvGrpSpPr>
        <p:grpSpPr>
          <a:xfrm>
            <a:off x="10473539" y="6364958"/>
            <a:ext cx="193675" cy="193675"/>
            <a:chOff x="10490472" y="6375399"/>
            <a:chExt cx="193675" cy="193675"/>
          </a:xfrm>
          <a:solidFill>
            <a:schemeClr val="accent1"/>
          </a:solidFill>
        </p:grpSpPr>
        <p:grpSp>
          <p:nvGrpSpPr>
            <p:cNvPr id="12" name="Graphique 7">
              <a:extLst>
                <a:ext uri="{FF2B5EF4-FFF2-40B4-BE49-F238E27FC236}">
                  <a16:creationId xmlns:a16="http://schemas.microsoft.com/office/drawing/2014/main" id="{83C1AD44-A9CD-4E4B-A88B-D70D591C767B}"/>
                </a:ext>
              </a:extLst>
            </p:cNvPr>
            <p:cNvGrpSpPr/>
            <p:nvPr/>
          </p:nvGrpSpPr>
          <p:grpSpPr>
            <a:xfrm>
              <a:off x="10490472" y="6375399"/>
              <a:ext cx="193746" cy="193746"/>
              <a:chOff x="10490472" y="6375399"/>
              <a:chExt cx="193746" cy="193746"/>
            </a:xfrm>
            <a:grpFill/>
          </p:grpSpPr>
          <p:sp>
            <p:nvSpPr>
              <p:cNvPr id="16" name="Forme libre : forme 15">
                <a:extLst>
                  <a:ext uri="{FF2B5EF4-FFF2-40B4-BE49-F238E27FC236}">
                    <a16:creationId xmlns:a16="http://schemas.microsoft.com/office/drawing/2014/main" id="{20F63E40-D19C-40E2-AAE5-B404CAAA0623}"/>
                  </a:ext>
                </a:extLst>
              </p:cNvPr>
              <p:cNvSpPr/>
              <p:nvPr/>
            </p:nvSpPr>
            <p:spPr>
              <a:xfrm>
                <a:off x="10490472" y="6375399"/>
                <a:ext cx="193746" cy="193746"/>
              </a:xfrm>
              <a:custGeom>
                <a:avLst/>
                <a:gdLst>
                  <a:gd name="connsiteX0" fmla="*/ 140278 w 193746"/>
                  <a:gd name="connsiteY0" fmla="*/ 0 h 193746"/>
                  <a:gd name="connsiteX1" fmla="*/ 53466 w 193746"/>
                  <a:gd name="connsiteY1" fmla="*/ 0 h 193746"/>
                  <a:gd name="connsiteX2" fmla="*/ 0 w 193746"/>
                  <a:gd name="connsiteY2" fmla="*/ 53467 h 193746"/>
                  <a:gd name="connsiteX3" fmla="*/ 0 w 193746"/>
                  <a:gd name="connsiteY3" fmla="*/ 140279 h 193746"/>
                  <a:gd name="connsiteX4" fmla="*/ 53466 w 193746"/>
                  <a:gd name="connsiteY4" fmla="*/ 193746 h 193746"/>
                  <a:gd name="connsiteX5" fmla="*/ 140278 w 193746"/>
                  <a:gd name="connsiteY5" fmla="*/ 193746 h 193746"/>
                  <a:gd name="connsiteX6" fmla="*/ 193746 w 193746"/>
                  <a:gd name="connsiteY6" fmla="*/ 140279 h 193746"/>
                  <a:gd name="connsiteX7" fmla="*/ 193746 w 193746"/>
                  <a:gd name="connsiteY7" fmla="*/ 53467 h 193746"/>
                  <a:gd name="connsiteX8" fmla="*/ 140278 w 193746"/>
                  <a:gd name="connsiteY8" fmla="*/ 0 h 193746"/>
                  <a:gd name="connsiteX9" fmla="*/ 176557 w 193746"/>
                  <a:gd name="connsiteY9" fmla="*/ 140279 h 193746"/>
                  <a:gd name="connsiteX10" fmla="*/ 140279 w 193746"/>
                  <a:gd name="connsiteY10" fmla="*/ 176556 h 193746"/>
                  <a:gd name="connsiteX11" fmla="*/ 53466 w 193746"/>
                  <a:gd name="connsiteY11" fmla="*/ 176556 h 193746"/>
                  <a:gd name="connsiteX12" fmla="*/ 17190 w 193746"/>
                  <a:gd name="connsiteY12" fmla="*/ 140279 h 193746"/>
                  <a:gd name="connsiteX13" fmla="*/ 17190 w 193746"/>
                  <a:gd name="connsiteY13" fmla="*/ 53467 h 193746"/>
                  <a:gd name="connsiteX14" fmla="*/ 53466 w 193746"/>
                  <a:gd name="connsiteY14" fmla="*/ 17190 h 193746"/>
                  <a:gd name="connsiteX15" fmla="*/ 140278 w 193746"/>
                  <a:gd name="connsiteY15" fmla="*/ 17190 h 193746"/>
                  <a:gd name="connsiteX16" fmla="*/ 176556 w 193746"/>
                  <a:gd name="connsiteY16" fmla="*/ 53467 h 193746"/>
                  <a:gd name="connsiteX17" fmla="*/ 176556 w 193746"/>
                  <a:gd name="connsiteY17" fmla="*/ 140279 h 193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3746" h="193746">
                    <a:moveTo>
                      <a:pt x="140278" y="0"/>
                    </a:moveTo>
                    <a:lnTo>
                      <a:pt x="53466" y="0"/>
                    </a:lnTo>
                    <a:cubicBezTo>
                      <a:pt x="23985" y="0"/>
                      <a:pt x="0" y="23986"/>
                      <a:pt x="0" y="53467"/>
                    </a:cubicBezTo>
                    <a:lnTo>
                      <a:pt x="0" y="140279"/>
                    </a:lnTo>
                    <a:cubicBezTo>
                      <a:pt x="0" y="169761"/>
                      <a:pt x="23985" y="193746"/>
                      <a:pt x="53466" y="193746"/>
                    </a:cubicBezTo>
                    <a:lnTo>
                      <a:pt x="140278" y="193746"/>
                    </a:lnTo>
                    <a:cubicBezTo>
                      <a:pt x="169761" y="193746"/>
                      <a:pt x="193746" y="169760"/>
                      <a:pt x="193746" y="140279"/>
                    </a:cubicBezTo>
                    <a:lnTo>
                      <a:pt x="193746" y="53467"/>
                    </a:lnTo>
                    <a:cubicBezTo>
                      <a:pt x="193747" y="23986"/>
                      <a:pt x="169761" y="0"/>
                      <a:pt x="140278" y="0"/>
                    </a:cubicBezTo>
                    <a:close/>
                    <a:moveTo>
                      <a:pt x="176557" y="140279"/>
                    </a:moveTo>
                    <a:cubicBezTo>
                      <a:pt x="176557" y="160283"/>
                      <a:pt x="160283" y="176556"/>
                      <a:pt x="140279" y="176556"/>
                    </a:cubicBezTo>
                    <a:lnTo>
                      <a:pt x="53466" y="176556"/>
                    </a:lnTo>
                    <a:cubicBezTo>
                      <a:pt x="33463" y="176557"/>
                      <a:pt x="17190" y="160283"/>
                      <a:pt x="17190" y="140279"/>
                    </a:cubicBezTo>
                    <a:lnTo>
                      <a:pt x="17190" y="53467"/>
                    </a:lnTo>
                    <a:cubicBezTo>
                      <a:pt x="17190" y="33465"/>
                      <a:pt x="33463" y="17190"/>
                      <a:pt x="53466" y="17190"/>
                    </a:cubicBezTo>
                    <a:lnTo>
                      <a:pt x="140278" y="17190"/>
                    </a:lnTo>
                    <a:cubicBezTo>
                      <a:pt x="160282" y="17190"/>
                      <a:pt x="176556" y="33465"/>
                      <a:pt x="176556" y="53467"/>
                    </a:cubicBezTo>
                    <a:lnTo>
                      <a:pt x="176556" y="140279"/>
                    </a:lnTo>
                    <a:close/>
                  </a:path>
                </a:pathLst>
              </a:custGeom>
              <a:grpFill/>
              <a:ln w="11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8" name="Forme libre : forme 17">
                <a:extLst>
                  <a:ext uri="{FF2B5EF4-FFF2-40B4-BE49-F238E27FC236}">
                    <a16:creationId xmlns:a16="http://schemas.microsoft.com/office/drawing/2014/main" id="{CDF3FEA9-C68D-4EA9-BC06-F3A9A4B6417C}"/>
                  </a:ext>
                </a:extLst>
              </p:cNvPr>
              <p:cNvSpPr/>
              <p:nvPr/>
            </p:nvSpPr>
            <p:spPr>
              <a:xfrm>
                <a:off x="10537421" y="6422350"/>
                <a:ext cx="99846" cy="99844"/>
              </a:xfrm>
              <a:custGeom>
                <a:avLst/>
                <a:gdLst>
                  <a:gd name="connsiteX0" fmla="*/ 49923 w 99846"/>
                  <a:gd name="connsiteY0" fmla="*/ 0 h 99844"/>
                  <a:gd name="connsiteX1" fmla="*/ 0 w 99846"/>
                  <a:gd name="connsiteY1" fmla="*/ 49923 h 99844"/>
                  <a:gd name="connsiteX2" fmla="*/ 49923 w 99846"/>
                  <a:gd name="connsiteY2" fmla="*/ 99845 h 99844"/>
                  <a:gd name="connsiteX3" fmla="*/ 99847 w 99846"/>
                  <a:gd name="connsiteY3" fmla="*/ 49923 h 99844"/>
                  <a:gd name="connsiteX4" fmla="*/ 49923 w 99846"/>
                  <a:gd name="connsiteY4" fmla="*/ 0 h 99844"/>
                  <a:gd name="connsiteX5" fmla="*/ 49923 w 99846"/>
                  <a:gd name="connsiteY5" fmla="*/ 82653 h 99844"/>
                  <a:gd name="connsiteX6" fmla="*/ 17190 w 99846"/>
                  <a:gd name="connsiteY6" fmla="*/ 49922 h 99844"/>
                  <a:gd name="connsiteX7" fmla="*/ 49923 w 99846"/>
                  <a:gd name="connsiteY7" fmla="*/ 17189 h 99844"/>
                  <a:gd name="connsiteX8" fmla="*/ 82657 w 99846"/>
                  <a:gd name="connsiteY8" fmla="*/ 49922 h 99844"/>
                  <a:gd name="connsiteX9" fmla="*/ 49923 w 99846"/>
                  <a:gd name="connsiteY9" fmla="*/ 82653 h 99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9846" h="99844">
                    <a:moveTo>
                      <a:pt x="49923" y="0"/>
                    </a:moveTo>
                    <a:cubicBezTo>
                      <a:pt x="22395" y="0"/>
                      <a:pt x="0" y="22395"/>
                      <a:pt x="0" y="49923"/>
                    </a:cubicBezTo>
                    <a:cubicBezTo>
                      <a:pt x="0" y="77451"/>
                      <a:pt x="22395" y="99845"/>
                      <a:pt x="49923" y="99845"/>
                    </a:cubicBezTo>
                    <a:cubicBezTo>
                      <a:pt x="77452" y="99845"/>
                      <a:pt x="99847" y="77451"/>
                      <a:pt x="99847" y="49923"/>
                    </a:cubicBezTo>
                    <a:cubicBezTo>
                      <a:pt x="99847" y="22395"/>
                      <a:pt x="77452" y="0"/>
                      <a:pt x="49923" y="0"/>
                    </a:cubicBezTo>
                    <a:close/>
                    <a:moveTo>
                      <a:pt x="49923" y="82653"/>
                    </a:moveTo>
                    <a:cubicBezTo>
                      <a:pt x="31875" y="82653"/>
                      <a:pt x="17190" y="67971"/>
                      <a:pt x="17190" y="49922"/>
                    </a:cubicBezTo>
                    <a:cubicBezTo>
                      <a:pt x="17190" y="31873"/>
                      <a:pt x="31874" y="17189"/>
                      <a:pt x="49923" y="17189"/>
                    </a:cubicBezTo>
                    <a:cubicBezTo>
                      <a:pt x="67973" y="17189"/>
                      <a:pt x="82657" y="31873"/>
                      <a:pt x="82657" y="49922"/>
                    </a:cubicBezTo>
                    <a:cubicBezTo>
                      <a:pt x="82657" y="67971"/>
                      <a:pt x="67972" y="82653"/>
                      <a:pt x="49923" y="82653"/>
                    </a:cubicBezTo>
                    <a:close/>
                  </a:path>
                </a:pathLst>
              </a:custGeom>
              <a:grpFill/>
              <a:ln w="11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9" name="Forme libre : forme 18">
                <a:extLst>
                  <a:ext uri="{FF2B5EF4-FFF2-40B4-BE49-F238E27FC236}">
                    <a16:creationId xmlns:a16="http://schemas.microsoft.com/office/drawing/2014/main" id="{7770CCC7-F398-4AF3-AF14-C67614F38069}"/>
                  </a:ext>
                </a:extLst>
              </p:cNvPr>
              <p:cNvSpPr/>
              <p:nvPr/>
            </p:nvSpPr>
            <p:spPr>
              <a:xfrm>
                <a:off x="10626756" y="6407774"/>
                <a:ext cx="25212" cy="25212"/>
              </a:xfrm>
              <a:custGeom>
                <a:avLst/>
                <a:gdLst>
                  <a:gd name="connsiteX0" fmla="*/ 12606 w 25212"/>
                  <a:gd name="connsiteY0" fmla="*/ 0 h 25212"/>
                  <a:gd name="connsiteX1" fmla="*/ 3702 w 25212"/>
                  <a:gd name="connsiteY1" fmla="*/ 3690 h 25212"/>
                  <a:gd name="connsiteX2" fmla="*/ 0 w 25212"/>
                  <a:gd name="connsiteY2" fmla="*/ 12606 h 25212"/>
                  <a:gd name="connsiteX3" fmla="*/ 3702 w 25212"/>
                  <a:gd name="connsiteY3" fmla="*/ 21522 h 25212"/>
                  <a:gd name="connsiteX4" fmla="*/ 12606 w 25212"/>
                  <a:gd name="connsiteY4" fmla="*/ 25212 h 25212"/>
                  <a:gd name="connsiteX5" fmla="*/ 21522 w 25212"/>
                  <a:gd name="connsiteY5" fmla="*/ 21522 h 25212"/>
                  <a:gd name="connsiteX6" fmla="*/ 25212 w 25212"/>
                  <a:gd name="connsiteY6" fmla="*/ 12606 h 25212"/>
                  <a:gd name="connsiteX7" fmla="*/ 21522 w 25212"/>
                  <a:gd name="connsiteY7" fmla="*/ 3690 h 25212"/>
                  <a:gd name="connsiteX8" fmla="*/ 12606 w 25212"/>
                  <a:gd name="connsiteY8" fmla="*/ 0 h 25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212" h="25212">
                    <a:moveTo>
                      <a:pt x="12606" y="0"/>
                    </a:moveTo>
                    <a:cubicBezTo>
                      <a:pt x="9294" y="0"/>
                      <a:pt x="6041" y="1341"/>
                      <a:pt x="3702" y="3690"/>
                    </a:cubicBezTo>
                    <a:cubicBezTo>
                      <a:pt x="1351" y="6028"/>
                      <a:pt x="0" y="9283"/>
                      <a:pt x="0" y="12606"/>
                    </a:cubicBezTo>
                    <a:cubicBezTo>
                      <a:pt x="0" y="15919"/>
                      <a:pt x="1352" y="19173"/>
                      <a:pt x="3702" y="21522"/>
                    </a:cubicBezTo>
                    <a:cubicBezTo>
                      <a:pt x="6039" y="23860"/>
                      <a:pt x="9294" y="25212"/>
                      <a:pt x="12606" y="25212"/>
                    </a:cubicBezTo>
                    <a:cubicBezTo>
                      <a:pt x="15929" y="25212"/>
                      <a:pt x="19173" y="23860"/>
                      <a:pt x="21522" y="21522"/>
                    </a:cubicBezTo>
                    <a:cubicBezTo>
                      <a:pt x="23871" y="19173"/>
                      <a:pt x="25212" y="15918"/>
                      <a:pt x="25212" y="12606"/>
                    </a:cubicBezTo>
                    <a:cubicBezTo>
                      <a:pt x="25212" y="9283"/>
                      <a:pt x="23871" y="6028"/>
                      <a:pt x="21522" y="3690"/>
                    </a:cubicBezTo>
                    <a:cubicBezTo>
                      <a:pt x="19184" y="1341"/>
                      <a:pt x="15929" y="0"/>
                      <a:pt x="12606" y="0"/>
                    </a:cubicBezTo>
                    <a:close/>
                  </a:path>
                </a:pathLst>
              </a:custGeom>
              <a:grpFill/>
              <a:ln w="11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</p:grpSp>
      <p:grpSp>
        <p:nvGrpSpPr>
          <p:cNvPr id="20" name="Graphique 2">
            <a:extLst>
              <a:ext uri="{FF2B5EF4-FFF2-40B4-BE49-F238E27FC236}">
                <a16:creationId xmlns:a16="http://schemas.microsoft.com/office/drawing/2014/main" id="{9401FED0-1A6E-4FFD-B77B-FE371F0B5CCD}"/>
              </a:ext>
            </a:extLst>
          </p:cNvPr>
          <p:cNvGrpSpPr/>
          <p:nvPr/>
        </p:nvGrpSpPr>
        <p:grpSpPr>
          <a:xfrm>
            <a:off x="10876929" y="6364958"/>
            <a:ext cx="193675" cy="193675"/>
            <a:chOff x="10734728" y="6375399"/>
            <a:chExt cx="193675" cy="193675"/>
          </a:xfrm>
          <a:solidFill>
            <a:schemeClr val="accent1"/>
          </a:solidFill>
        </p:grpSpPr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3A6A225C-B175-4F86-9F2D-FCDC92450AD0}"/>
                </a:ext>
              </a:extLst>
            </p:cNvPr>
            <p:cNvSpPr/>
            <p:nvPr/>
          </p:nvSpPr>
          <p:spPr>
            <a:xfrm>
              <a:off x="10734728" y="6375801"/>
              <a:ext cx="193279" cy="192474"/>
            </a:xfrm>
            <a:custGeom>
              <a:avLst/>
              <a:gdLst>
                <a:gd name="connsiteX0" fmla="*/ 96640 w 193279"/>
                <a:gd name="connsiteY0" fmla="*/ 0 h 192474"/>
                <a:gd name="connsiteX1" fmla="*/ 0 w 193279"/>
                <a:gd name="connsiteY1" fmla="*/ 96640 h 192474"/>
                <a:gd name="connsiteX2" fmla="*/ 80523 w 193279"/>
                <a:gd name="connsiteY2" fmla="*/ 191829 h 192474"/>
                <a:gd name="connsiteX3" fmla="*/ 80523 w 193279"/>
                <a:gd name="connsiteY3" fmla="*/ 116802 h 192474"/>
                <a:gd name="connsiteX4" fmla="*/ 57210 w 193279"/>
                <a:gd name="connsiteY4" fmla="*/ 116802 h 192474"/>
                <a:gd name="connsiteX5" fmla="*/ 57210 w 193279"/>
                <a:gd name="connsiteY5" fmla="*/ 89803 h 192474"/>
                <a:gd name="connsiteX6" fmla="*/ 80523 w 193279"/>
                <a:gd name="connsiteY6" fmla="*/ 89803 h 192474"/>
                <a:gd name="connsiteX7" fmla="*/ 80523 w 193279"/>
                <a:gd name="connsiteY7" fmla="*/ 69895 h 192474"/>
                <a:gd name="connsiteX8" fmla="*/ 115240 w 193279"/>
                <a:gd name="connsiteY8" fmla="*/ 34208 h 192474"/>
                <a:gd name="connsiteX9" fmla="*/ 136056 w 193279"/>
                <a:gd name="connsiteY9" fmla="*/ 35267 h 192474"/>
                <a:gd name="connsiteX10" fmla="*/ 136056 w 193279"/>
                <a:gd name="connsiteY10" fmla="*/ 59412 h 192474"/>
                <a:gd name="connsiteX11" fmla="*/ 121762 w 193279"/>
                <a:gd name="connsiteY11" fmla="*/ 59419 h 192474"/>
                <a:gd name="connsiteX12" fmla="*/ 108396 w 193279"/>
                <a:gd name="connsiteY12" fmla="*/ 72558 h 192474"/>
                <a:gd name="connsiteX13" fmla="*/ 108396 w 193279"/>
                <a:gd name="connsiteY13" fmla="*/ 89789 h 192474"/>
                <a:gd name="connsiteX14" fmla="*/ 135133 w 193279"/>
                <a:gd name="connsiteY14" fmla="*/ 89789 h 192474"/>
                <a:gd name="connsiteX15" fmla="*/ 131646 w 193279"/>
                <a:gd name="connsiteY15" fmla="*/ 116788 h 192474"/>
                <a:gd name="connsiteX16" fmla="*/ 108396 w 193279"/>
                <a:gd name="connsiteY16" fmla="*/ 116788 h 192474"/>
                <a:gd name="connsiteX17" fmla="*/ 108396 w 193279"/>
                <a:gd name="connsiteY17" fmla="*/ 192475 h 192474"/>
                <a:gd name="connsiteX18" fmla="*/ 193280 w 193279"/>
                <a:gd name="connsiteY18" fmla="*/ 96613 h 192474"/>
                <a:gd name="connsiteX19" fmla="*/ 96640 w 193279"/>
                <a:gd name="connsiteY19" fmla="*/ 0 h 19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93279" h="192474">
                  <a:moveTo>
                    <a:pt x="96640" y="0"/>
                  </a:moveTo>
                  <a:cubicBezTo>
                    <a:pt x="43268" y="0"/>
                    <a:pt x="0" y="43268"/>
                    <a:pt x="0" y="96640"/>
                  </a:cubicBezTo>
                  <a:cubicBezTo>
                    <a:pt x="0" y="144509"/>
                    <a:pt x="34841" y="184153"/>
                    <a:pt x="80523" y="191829"/>
                  </a:cubicBezTo>
                  <a:lnTo>
                    <a:pt x="80523" y="116802"/>
                  </a:lnTo>
                  <a:lnTo>
                    <a:pt x="57210" y="116802"/>
                  </a:lnTo>
                  <a:lnTo>
                    <a:pt x="57210" y="89803"/>
                  </a:lnTo>
                  <a:lnTo>
                    <a:pt x="80523" y="89803"/>
                  </a:lnTo>
                  <a:lnTo>
                    <a:pt x="80523" y="69895"/>
                  </a:lnTo>
                  <a:cubicBezTo>
                    <a:pt x="80523" y="46796"/>
                    <a:pt x="94631" y="34208"/>
                    <a:pt x="115240" y="34208"/>
                  </a:cubicBezTo>
                  <a:cubicBezTo>
                    <a:pt x="125111" y="34208"/>
                    <a:pt x="133593" y="34943"/>
                    <a:pt x="136056" y="35267"/>
                  </a:cubicBezTo>
                  <a:lnTo>
                    <a:pt x="136056" y="59412"/>
                  </a:lnTo>
                  <a:lnTo>
                    <a:pt x="121762" y="59419"/>
                  </a:lnTo>
                  <a:cubicBezTo>
                    <a:pt x="110556" y="59419"/>
                    <a:pt x="108396" y="64743"/>
                    <a:pt x="108396" y="72558"/>
                  </a:cubicBezTo>
                  <a:lnTo>
                    <a:pt x="108396" y="89789"/>
                  </a:lnTo>
                  <a:lnTo>
                    <a:pt x="135133" y="89789"/>
                  </a:lnTo>
                  <a:lnTo>
                    <a:pt x="131646" y="116788"/>
                  </a:lnTo>
                  <a:lnTo>
                    <a:pt x="108396" y="116788"/>
                  </a:lnTo>
                  <a:lnTo>
                    <a:pt x="108396" y="192475"/>
                  </a:lnTo>
                  <a:cubicBezTo>
                    <a:pt x="156210" y="186655"/>
                    <a:pt x="193280" y="146002"/>
                    <a:pt x="193280" y="96613"/>
                  </a:cubicBezTo>
                  <a:cubicBezTo>
                    <a:pt x="193280" y="43268"/>
                    <a:pt x="150012" y="0"/>
                    <a:pt x="96640" y="0"/>
                  </a:cubicBezTo>
                  <a:close/>
                </a:path>
              </a:pathLst>
            </a:custGeom>
            <a:grpFill/>
            <a:ln w="11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22" name="Graphique 5">
            <a:extLst>
              <a:ext uri="{FF2B5EF4-FFF2-40B4-BE49-F238E27FC236}">
                <a16:creationId xmlns:a16="http://schemas.microsoft.com/office/drawing/2014/main" id="{049CBD90-75C7-47ED-B496-8C528DE04E0A}"/>
              </a:ext>
            </a:extLst>
          </p:cNvPr>
          <p:cNvGrpSpPr/>
          <p:nvPr/>
        </p:nvGrpSpPr>
        <p:grpSpPr>
          <a:xfrm>
            <a:off x="11280319" y="6364959"/>
            <a:ext cx="193673" cy="193673"/>
            <a:chOff x="11169267" y="6375401"/>
            <a:chExt cx="193673" cy="193673"/>
          </a:xfrm>
          <a:solidFill>
            <a:schemeClr val="accent1"/>
          </a:solidFill>
        </p:grpSpPr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CB030C3D-33EC-4F77-8122-0EF89340D59F}"/>
                </a:ext>
              </a:extLst>
            </p:cNvPr>
            <p:cNvSpPr/>
            <p:nvPr/>
          </p:nvSpPr>
          <p:spPr>
            <a:xfrm>
              <a:off x="11169267" y="6375401"/>
              <a:ext cx="193673" cy="193673"/>
            </a:xfrm>
            <a:custGeom>
              <a:avLst/>
              <a:gdLst>
                <a:gd name="connsiteX0" fmla="*/ 96837 w 193673"/>
                <a:gd name="connsiteY0" fmla="*/ 0 h 193673"/>
                <a:gd name="connsiteX1" fmla="*/ 0 w 193673"/>
                <a:gd name="connsiteY1" fmla="*/ 96837 h 193673"/>
                <a:gd name="connsiteX2" fmla="*/ 96837 w 193673"/>
                <a:gd name="connsiteY2" fmla="*/ 193673 h 193673"/>
                <a:gd name="connsiteX3" fmla="*/ 193673 w 193673"/>
                <a:gd name="connsiteY3" fmla="*/ 96837 h 193673"/>
                <a:gd name="connsiteX4" fmla="*/ 96837 w 193673"/>
                <a:gd name="connsiteY4" fmla="*/ 0 h 193673"/>
                <a:gd name="connsiteX5" fmla="*/ 61104 w 193673"/>
                <a:gd name="connsiteY5" fmla="*/ 125324 h 193673"/>
                <a:gd name="connsiteX6" fmla="*/ 32617 w 193673"/>
                <a:gd name="connsiteY6" fmla="*/ 96831 h 193673"/>
                <a:gd name="connsiteX7" fmla="*/ 61104 w 193673"/>
                <a:gd name="connsiteY7" fmla="*/ 68349 h 193673"/>
                <a:gd name="connsiteX8" fmla="*/ 89591 w 193673"/>
                <a:gd name="connsiteY8" fmla="*/ 96831 h 193673"/>
                <a:gd name="connsiteX9" fmla="*/ 61104 w 193673"/>
                <a:gd name="connsiteY9" fmla="*/ 125324 h 193673"/>
                <a:gd name="connsiteX10" fmla="*/ 132569 w 193673"/>
                <a:gd name="connsiteY10" fmla="*/ 125324 h 193673"/>
                <a:gd name="connsiteX11" fmla="*/ 104088 w 193673"/>
                <a:gd name="connsiteY11" fmla="*/ 96831 h 193673"/>
                <a:gd name="connsiteX12" fmla="*/ 132569 w 193673"/>
                <a:gd name="connsiteY12" fmla="*/ 68349 h 193673"/>
                <a:gd name="connsiteX13" fmla="*/ 161051 w 193673"/>
                <a:gd name="connsiteY13" fmla="*/ 96831 h 193673"/>
                <a:gd name="connsiteX14" fmla="*/ 132569 w 193673"/>
                <a:gd name="connsiteY14" fmla="*/ 125324 h 19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3673" h="193673">
                  <a:moveTo>
                    <a:pt x="96837" y="0"/>
                  </a:moveTo>
                  <a:cubicBezTo>
                    <a:pt x="43354" y="0"/>
                    <a:pt x="0" y="43349"/>
                    <a:pt x="0" y="96837"/>
                  </a:cubicBezTo>
                  <a:cubicBezTo>
                    <a:pt x="0" y="150330"/>
                    <a:pt x="43354" y="193673"/>
                    <a:pt x="96837" y="193673"/>
                  </a:cubicBezTo>
                  <a:cubicBezTo>
                    <a:pt x="150319" y="193673"/>
                    <a:pt x="193673" y="150330"/>
                    <a:pt x="193673" y="96837"/>
                  </a:cubicBezTo>
                  <a:cubicBezTo>
                    <a:pt x="193673" y="43349"/>
                    <a:pt x="150319" y="0"/>
                    <a:pt x="96837" y="0"/>
                  </a:cubicBezTo>
                  <a:close/>
                  <a:moveTo>
                    <a:pt x="61104" y="125324"/>
                  </a:moveTo>
                  <a:cubicBezTo>
                    <a:pt x="45371" y="125324"/>
                    <a:pt x="32617" y="112558"/>
                    <a:pt x="32617" y="96831"/>
                  </a:cubicBezTo>
                  <a:cubicBezTo>
                    <a:pt x="32617" y="81098"/>
                    <a:pt x="45371" y="68349"/>
                    <a:pt x="61104" y="68349"/>
                  </a:cubicBezTo>
                  <a:cubicBezTo>
                    <a:pt x="76831" y="68349"/>
                    <a:pt x="89591" y="81098"/>
                    <a:pt x="89591" y="96831"/>
                  </a:cubicBezTo>
                  <a:cubicBezTo>
                    <a:pt x="89591" y="112558"/>
                    <a:pt x="76831" y="125324"/>
                    <a:pt x="61104" y="125324"/>
                  </a:cubicBezTo>
                  <a:close/>
                  <a:moveTo>
                    <a:pt x="132569" y="125324"/>
                  </a:moveTo>
                  <a:cubicBezTo>
                    <a:pt x="116836" y="125324"/>
                    <a:pt x="104088" y="112558"/>
                    <a:pt x="104088" y="96831"/>
                  </a:cubicBezTo>
                  <a:cubicBezTo>
                    <a:pt x="104088" y="81098"/>
                    <a:pt x="116836" y="68349"/>
                    <a:pt x="132569" y="68349"/>
                  </a:cubicBezTo>
                  <a:cubicBezTo>
                    <a:pt x="148302" y="68349"/>
                    <a:pt x="161051" y="81098"/>
                    <a:pt x="161051" y="96831"/>
                  </a:cubicBezTo>
                  <a:cubicBezTo>
                    <a:pt x="161051" y="112558"/>
                    <a:pt x="148302" y="125324"/>
                    <a:pt x="132569" y="125324"/>
                  </a:cubicBezTo>
                  <a:close/>
                </a:path>
              </a:pathLst>
            </a:custGeom>
            <a:grpFill/>
            <a:ln w="5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24" name="Graphique 9">
            <a:extLst>
              <a:ext uri="{FF2B5EF4-FFF2-40B4-BE49-F238E27FC236}">
                <a16:creationId xmlns:a16="http://schemas.microsoft.com/office/drawing/2014/main" id="{23536F57-EC62-42E4-A6A4-23561A434EBD}"/>
              </a:ext>
            </a:extLst>
          </p:cNvPr>
          <p:cNvGrpSpPr/>
          <p:nvPr/>
        </p:nvGrpSpPr>
        <p:grpSpPr>
          <a:xfrm>
            <a:off x="11683708" y="6364958"/>
            <a:ext cx="193674" cy="193674"/>
            <a:chOff x="11700641" y="6375400"/>
            <a:chExt cx="193674" cy="193674"/>
          </a:xfrm>
          <a:solidFill>
            <a:schemeClr val="accent1"/>
          </a:solidFill>
        </p:grpSpPr>
        <p:grpSp>
          <p:nvGrpSpPr>
            <p:cNvPr id="25" name="Graphique 9">
              <a:extLst>
                <a:ext uri="{FF2B5EF4-FFF2-40B4-BE49-F238E27FC236}">
                  <a16:creationId xmlns:a16="http://schemas.microsoft.com/office/drawing/2014/main" id="{23536F57-EC62-42E4-A6A4-23561A434EBD}"/>
                </a:ext>
              </a:extLst>
            </p:cNvPr>
            <p:cNvGrpSpPr/>
            <p:nvPr/>
          </p:nvGrpSpPr>
          <p:grpSpPr>
            <a:xfrm>
              <a:off x="11717377" y="6375400"/>
              <a:ext cx="160058" cy="193533"/>
              <a:chOff x="11717377" y="6375400"/>
              <a:chExt cx="160058" cy="193533"/>
            </a:xfrm>
            <a:grpFill/>
          </p:grpSpPr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3B5AE801-BA57-494F-AE9A-A5FDC1460DFB}"/>
                  </a:ext>
                </a:extLst>
              </p:cNvPr>
              <p:cNvSpPr/>
              <p:nvPr/>
            </p:nvSpPr>
            <p:spPr>
              <a:xfrm>
                <a:off x="11717377" y="6457479"/>
                <a:ext cx="160058" cy="111454"/>
              </a:xfrm>
              <a:custGeom>
                <a:avLst/>
                <a:gdLst>
                  <a:gd name="connsiteX0" fmla="*/ 157250 w 160058"/>
                  <a:gd name="connsiteY0" fmla="*/ 17926 h 111454"/>
                  <a:gd name="connsiteX1" fmla="*/ 151040 w 160058"/>
                  <a:gd name="connsiteY1" fmla="*/ 7235 h 111454"/>
                  <a:gd name="connsiteX2" fmla="*/ 139968 w 160058"/>
                  <a:gd name="connsiteY2" fmla="*/ 2159 h 111454"/>
                  <a:gd name="connsiteX3" fmla="*/ 80029 w 160058"/>
                  <a:gd name="connsiteY3" fmla="*/ 0 h 111454"/>
                  <a:gd name="connsiteX4" fmla="*/ 20197 w 160058"/>
                  <a:gd name="connsiteY4" fmla="*/ 2159 h 111454"/>
                  <a:gd name="connsiteX5" fmla="*/ 9073 w 160058"/>
                  <a:gd name="connsiteY5" fmla="*/ 7235 h 111454"/>
                  <a:gd name="connsiteX6" fmla="*/ 2808 w 160058"/>
                  <a:gd name="connsiteY6" fmla="*/ 17926 h 111454"/>
                  <a:gd name="connsiteX7" fmla="*/ 0 w 160058"/>
                  <a:gd name="connsiteY7" fmla="*/ 55727 h 111454"/>
                  <a:gd name="connsiteX8" fmla="*/ 2808 w 160058"/>
                  <a:gd name="connsiteY8" fmla="*/ 93528 h 111454"/>
                  <a:gd name="connsiteX9" fmla="*/ 9019 w 160058"/>
                  <a:gd name="connsiteY9" fmla="*/ 104218 h 111454"/>
                  <a:gd name="connsiteX10" fmla="*/ 20089 w 160058"/>
                  <a:gd name="connsiteY10" fmla="*/ 109186 h 111454"/>
                  <a:gd name="connsiteX11" fmla="*/ 80030 w 160058"/>
                  <a:gd name="connsiteY11" fmla="*/ 111454 h 111454"/>
                  <a:gd name="connsiteX12" fmla="*/ 139968 w 160058"/>
                  <a:gd name="connsiteY12" fmla="*/ 109186 h 111454"/>
                  <a:gd name="connsiteX13" fmla="*/ 150985 w 160058"/>
                  <a:gd name="connsiteY13" fmla="*/ 104218 h 111454"/>
                  <a:gd name="connsiteX14" fmla="*/ 157249 w 160058"/>
                  <a:gd name="connsiteY14" fmla="*/ 93528 h 111454"/>
                  <a:gd name="connsiteX15" fmla="*/ 160058 w 160058"/>
                  <a:gd name="connsiteY15" fmla="*/ 55727 h 111454"/>
                  <a:gd name="connsiteX16" fmla="*/ 157250 w 160058"/>
                  <a:gd name="connsiteY16" fmla="*/ 17926 h 111454"/>
                  <a:gd name="connsiteX17" fmla="*/ 45687 w 160058"/>
                  <a:gd name="connsiteY17" fmla="*/ 28836 h 111454"/>
                  <a:gd name="connsiteX18" fmla="*/ 34132 w 160058"/>
                  <a:gd name="connsiteY18" fmla="*/ 28836 h 111454"/>
                  <a:gd name="connsiteX19" fmla="*/ 34132 w 160058"/>
                  <a:gd name="connsiteY19" fmla="*/ 90286 h 111454"/>
                  <a:gd name="connsiteX20" fmla="*/ 23332 w 160058"/>
                  <a:gd name="connsiteY20" fmla="*/ 90286 h 111454"/>
                  <a:gd name="connsiteX21" fmla="*/ 23332 w 160058"/>
                  <a:gd name="connsiteY21" fmla="*/ 28836 h 111454"/>
                  <a:gd name="connsiteX22" fmla="*/ 11992 w 160058"/>
                  <a:gd name="connsiteY22" fmla="*/ 28836 h 111454"/>
                  <a:gd name="connsiteX23" fmla="*/ 11992 w 160058"/>
                  <a:gd name="connsiteY23" fmla="*/ 18685 h 111454"/>
                  <a:gd name="connsiteX24" fmla="*/ 45688 w 160058"/>
                  <a:gd name="connsiteY24" fmla="*/ 18685 h 111454"/>
                  <a:gd name="connsiteX25" fmla="*/ 45688 w 160058"/>
                  <a:gd name="connsiteY25" fmla="*/ 28836 h 111454"/>
                  <a:gd name="connsiteX26" fmla="*/ 74846 w 160058"/>
                  <a:gd name="connsiteY26" fmla="*/ 90286 h 111454"/>
                  <a:gd name="connsiteX27" fmla="*/ 65234 w 160058"/>
                  <a:gd name="connsiteY27" fmla="*/ 90286 h 111454"/>
                  <a:gd name="connsiteX28" fmla="*/ 65234 w 160058"/>
                  <a:gd name="connsiteY28" fmla="*/ 84453 h 111454"/>
                  <a:gd name="connsiteX29" fmla="*/ 54217 w 160058"/>
                  <a:gd name="connsiteY29" fmla="*/ 91042 h 111454"/>
                  <a:gd name="connsiteX30" fmla="*/ 47955 w 160058"/>
                  <a:gd name="connsiteY30" fmla="*/ 87046 h 111454"/>
                  <a:gd name="connsiteX31" fmla="*/ 47090 w 160058"/>
                  <a:gd name="connsiteY31" fmla="*/ 79161 h 111454"/>
                  <a:gd name="connsiteX32" fmla="*/ 47090 w 160058"/>
                  <a:gd name="connsiteY32" fmla="*/ 36935 h 111454"/>
                  <a:gd name="connsiteX33" fmla="*/ 56702 w 160058"/>
                  <a:gd name="connsiteY33" fmla="*/ 36935 h 111454"/>
                  <a:gd name="connsiteX34" fmla="*/ 56702 w 160058"/>
                  <a:gd name="connsiteY34" fmla="*/ 76246 h 111454"/>
                  <a:gd name="connsiteX35" fmla="*/ 56811 w 160058"/>
                  <a:gd name="connsiteY35" fmla="*/ 80026 h 111454"/>
                  <a:gd name="connsiteX36" fmla="*/ 59079 w 160058"/>
                  <a:gd name="connsiteY36" fmla="*/ 82294 h 111454"/>
                  <a:gd name="connsiteX37" fmla="*/ 65235 w 160058"/>
                  <a:gd name="connsiteY37" fmla="*/ 77758 h 111454"/>
                  <a:gd name="connsiteX38" fmla="*/ 65235 w 160058"/>
                  <a:gd name="connsiteY38" fmla="*/ 36935 h 111454"/>
                  <a:gd name="connsiteX39" fmla="*/ 74847 w 160058"/>
                  <a:gd name="connsiteY39" fmla="*/ 36935 h 111454"/>
                  <a:gd name="connsiteX40" fmla="*/ 74847 w 160058"/>
                  <a:gd name="connsiteY40" fmla="*/ 90286 h 111454"/>
                  <a:gd name="connsiteX41" fmla="*/ 111566 w 160058"/>
                  <a:gd name="connsiteY41" fmla="*/ 74302 h 111454"/>
                  <a:gd name="connsiteX42" fmla="*/ 110598 w 160058"/>
                  <a:gd name="connsiteY42" fmla="*/ 85104 h 111454"/>
                  <a:gd name="connsiteX43" fmla="*/ 102929 w 160058"/>
                  <a:gd name="connsiteY43" fmla="*/ 91042 h 111454"/>
                  <a:gd name="connsiteX44" fmla="*/ 92884 w 160058"/>
                  <a:gd name="connsiteY44" fmla="*/ 85104 h 111454"/>
                  <a:gd name="connsiteX45" fmla="*/ 92884 w 160058"/>
                  <a:gd name="connsiteY45" fmla="*/ 90287 h 111454"/>
                  <a:gd name="connsiteX46" fmla="*/ 83273 w 160058"/>
                  <a:gd name="connsiteY46" fmla="*/ 90287 h 111454"/>
                  <a:gd name="connsiteX47" fmla="*/ 83273 w 160058"/>
                  <a:gd name="connsiteY47" fmla="*/ 18685 h 111454"/>
                  <a:gd name="connsiteX48" fmla="*/ 92884 w 160058"/>
                  <a:gd name="connsiteY48" fmla="*/ 18685 h 111454"/>
                  <a:gd name="connsiteX49" fmla="*/ 92884 w 160058"/>
                  <a:gd name="connsiteY49" fmla="*/ 42120 h 111454"/>
                  <a:gd name="connsiteX50" fmla="*/ 102929 w 160058"/>
                  <a:gd name="connsiteY50" fmla="*/ 36290 h 111454"/>
                  <a:gd name="connsiteX51" fmla="*/ 110598 w 160058"/>
                  <a:gd name="connsiteY51" fmla="*/ 42338 h 111454"/>
                  <a:gd name="connsiteX52" fmla="*/ 111566 w 160058"/>
                  <a:gd name="connsiteY52" fmla="*/ 53029 h 111454"/>
                  <a:gd name="connsiteX53" fmla="*/ 111566 w 160058"/>
                  <a:gd name="connsiteY53" fmla="*/ 74302 h 111454"/>
                  <a:gd name="connsiteX54" fmla="*/ 148070 w 160058"/>
                  <a:gd name="connsiteY54" fmla="*/ 65447 h 111454"/>
                  <a:gd name="connsiteX55" fmla="*/ 128739 w 160058"/>
                  <a:gd name="connsiteY55" fmla="*/ 65447 h 111454"/>
                  <a:gd name="connsiteX56" fmla="*/ 128739 w 160058"/>
                  <a:gd name="connsiteY56" fmla="*/ 74843 h 111454"/>
                  <a:gd name="connsiteX57" fmla="*/ 133706 w 160058"/>
                  <a:gd name="connsiteY57" fmla="*/ 82294 h 111454"/>
                  <a:gd name="connsiteX58" fmla="*/ 138026 w 160058"/>
                  <a:gd name="connsiteY58" fmla="*/ 78405 h 111454"/>
                  <a:gd name="connsiteX59" fmla="*/ 138242 w 160058"/>
                  <a:gd name="connsiteY59" fmla="*/ 71819 h 111454"/>
                  <a:gd name="connsiteX60" fmla="*/ 148069 w 160058"/>
                  <a:gd name="connsiteY60" fmla="*/ 71819 h 111454"/>
                  <a:gd name="connsiteX61" fmla="*/ 148069 w 160058"/>
                  <a:gd name="connsiteY61" fmla="*/ 73222 h 111454"/>
                  <a:gd name="connsiteX62" fmla="*/ 147853 w 160058"/>
                  <a:gd name="connsiteY62" fmla="*/ 79487 h 111454"/>
                  <a:gd name="connsiteX63" fmla="*/ 145585 w 160058"/>
                  <a:gd name="connsiteY63" fmla="*/ 85318 h 111454"/>
                  <a:gd name="connsiteX64" fmla="*/ 133919 w 160058"/>
                  <a:gd name="connsiteY64" fmla="*/ 91042 h 111454"/>
                  <a:gd name="connsiteX65" fmla="*/ 122256 w 160058"/>
                  <a:gd name="connsiteY65" fmla="*/ 85535 h 111454"/>
                  <a:gd name="connsiteX66" fmla="*/ 119126 w 160058"/>
                  <a:gd name="connsiteY66" fmla="*/ 73007 h 111454"/>
                  <a:gd name="connsiteX67" fmla="*/ 119126 w 160058"/>
                  <a:gd name="connsiteY67" fmla="*/ 54322 h 111454"/>
                  <a:gd name="connsiteX68" fmla="*/ 122147 w 160058"/>
                  <a:gd name="connsiteY68" fmla="*/ 41794 h 111454"/>
                  <a:gd name="connsiteX69" fmla="*/ 133706 w 160058"/>
                  <a:gd name="connsiteY69" fmla="*/ 36287 h 111454"/>
                  <a:gd name="connsiteX70" fmla="*/ 145153 w 160058"/>
                  <a:gd name="connsiteY70" fmla="*/ 41794 h 111454"/>
                  <a:gd name="connsiteX71" fmla="*/ 148070 w 160058"/>
                  <a:gd name="connsiteY71" fmla="*/ 54322 h 111454"/>
                  <a:gd name="connsiteX72" fmla="*/ 148070 w 160058"/>
                  <a:gd name="connsiteY72" fmla="*/ 65447 h 111454"/>
                  <a:gd name="connsiteX73" fmla="*/ 148070 w 160058"/>
                  <a:gd name="connsiteY73" fmla="*/ 65447 h 1114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</a:cxnLst>
                <a:rect l="l" t="t" r="r" b="b"/>
                <a:pathLst>
                  <a:path w="160058" h="111454">
                    <a:moveTo>
                      <a:pt x="157250" y="17926"/>
                    </a:moveTo>
                    <a:cubicBezTo>
                      <a:pt x="156315" y="13677"/>
                      <a:pt x="154243" y="10114"/>
                      <a:pt x="151040" y="7235"/>
                    </a:cubicBezTo>
                    <a:cubicBezTo>
                      <a:pt x="147835" y="4356"/>
                      <a:pt x="144146" y="2663"/>
                      <a:pt x="139968" y="2159"/>
                    </a:cubicBezTo>
                    <a:cubicBezTo>
                      <a:pt x="126721" y="719"/>
                      <a:pt x="106742" y="0"/>
                      <a:pt x="80029" y="0"/>
                    </a:cubicBezTo>
                    <a:cubicBezTo>
                      <a:pt x="53316" y="0"/>
                      <a:pt x="33373" y="720"/>
                      <a:pt x="20197" y="2159"/>
                    </a:cubicBezTo>
                    <a:cubicBezTo>
                      <a:pt x="15950" y="2663"/>
                      <a:pt x="12242" y="4356"/>
                      <a:pt x="9073" y="7235"/>
                    </a:cubicBezTo>
                    <a:cubicBezTo>
                      <a:pt x="5904" y="10115"/>
                      <a:pt x="3816" y="13679"/>
                      <a:pt x="2808" y="17926"/>
                    </a:cubicBezTo>
                    <a:cubicBezTo>
                      <a:pt x="936" y="26280"/>
                      <a:pt x="0" y="38879"/>
                      <a:pt x="0" y="55727"/>
                    </a:cubicBezTo>
                    <a:cubicBezTo>
                      <a:pt x="0" y="72862"/>
                      <a:pt x="936" y="85463"/>
                      <a:pt x="2808" y="93528"/>
                    </a:cubicBezTo>
                    <a:cubicBezTo>
                      <a:pt x="3745" y="97774"/>
                      <a:pt x="5816" y="101340"/>
                      <a:pt x="9019" y="104218"/>
                    </a:cubicBezTo>
                    <a:cubicBezTo>
                      <a:pt x="12223" y="107098"/>
                      <a:pt x="15913" y="108754"/>
                      <a:pt x="20089" y="109186"/>
                    </a:cubicBezTo>
                    <a:cubicBezTo>
                      <a:pt x="33338" y="110698"/>
                      <a:pt x="53319" y="111454"/>
                      <a:pt x="80030" y="111454"/>
                    </a:cubicBezTo>
                    <a:cubicBezTo>
                      <a:pt x="106739" y="111454"/>
                      <a:pt x="126723" y="110698"/>
                      <a:pt x="139968" y="109186"/>
                    </a:cubicBezTo>
                    <a:cubicBezTo>
                      <a:pt x="144145" y="108754"/>
                      <a:pt x="147816" y="107098"/>
                      <a:pt x="150985" y="104218"/>
                    </a:cubicBezTo>
                    <a:cubicBezTo>
                      <a:pt x="154154" y="101340"/>
                      <a:pt x="156242" y="97774"/>
                      <a:pt x="157249" y="93528"/>
                    </a:cubicBezTo>
                    <a:cubicBezTo>
                      <a:pt x="159121" y="85174"/>
                      <a:pt x="160058" y="72575"/>
                      <a:pt x="160058" y="55727"/>
                    </a:cubicBezTo>
                    <a:cubicBezTo>
                      <a:pt x="160058" y="38591"/>
                      <a:pt x="159121" y="25991"/>
                      <a:pt x="157250" y="17926"/>
                    </a:cubicBezTo>
                    <a:close/>
                    <a:moveTo>
                      <a:pt x="45687" y="28836"/>
                    </a:moveTo>
                    <a:lnTo>
                      <a:pt x="34132" y="28836"/>
                    </a:lnTo>
                    <a:lnTo>
                      <a:pt x="34132" y="90286"/>
                    </a:lnTo>
                    <a:lnTo>
                      <a:pt x="23332" y="90286"/>
                    </a:lnTo>
                    <a:lnTo>
                      <a:pt x="23332" y="28836"/>
                    </a:lnTo>
                    <a:lnTo>
                      <a:pt x="11992" y="28836"/>
                    </a:lnTo>
                    <a:lnTo>
                      <a:pt x="11992" y="18685"/>
                    </a:lnTo>
                    <a:lnTo>
                      <a:pt x="45688" y="18685"/>
                    </a:lnTo>
                    <a:lnTo>
                      <a:pt x="45688" y="28836"/>
                    </a:lnTo>
                    <a:close/>
                    <a:moveTo>
                      <a:pt x="74846" y="90286"/>
                    </a:moveTo>
                    <a:lnTo>
                      <a:pt x="65234" y="90286"/>
                    </a:lnTo>
                    <a:lnTo>
                      <a:pt x="65234" y="84453"/>
                    </a:lnTo>
                    <a:cubicBezTo>
                      <a:pt x="61347" y="88846"/>
                      <a:pt x="57673" y="91042"/>
                      <a:pt x="54217" y="91042"/>
                    </a:cubicBezTo>
                    <a:cubicBezTo>
                      <a:pt x="50906" y="91042"/>
                      <a:pt x="48818" y="89709"/>
                      <a:pt x="47955" y="87046"/>
                    </a:cubicBezTo>
                    <a:cubicBezTo>
                      <a:pt x="47379" y="85318"/>
                      <a:pt x="47090" y="82689"/>
                      <a:pt x="47090" y="79161"/>
                    </a:cubicBezTo>
                    <a:lnTo>
                      <a:pt x="47090" y="36935"/>
                    </a:lnTo>
                    <a:lnTo>
                      <a:pt x="56702" y="36935"/>
                    </a:lnTo>
                    <a:lnTo>
                      <a:pt x="56702" y="76246"/>
                    </a:lnTo>
                    <a:cubicBezTo>
                      <a:pt x="56702" y="78549"/>
                      <a:pt x="56738" y="79810"/>
                      <a:pt x="56811" y="80026"/>
                    </a:cubicBezTo>
                    <a:cubicBezTo>
                      <a:pt x="57027" y="81538"/>
                      <a:pt x="57782" y="82294"/>
                      <a:pt x="59079" y="82294"/>
                    </a:cubicBezTo>
                    <a:cubicBezTo>
                      <a:pt x="61022" y="82294"/>
                      <a:pt x="63076" y="80782"/>
                      <a:pt x="65235" y="77758"/>
                    </a:cubicBezTo>
                    <a:lnTo>
                      <a:pt x="65235" y="36935"/>
                    </a:lnTo>
                    <a:lnTo>
                      <a:pt x="74847" y="36935"/>
                    </a:lnTo>
                    <a:lnTo>
                      <a:pt x="74847" y="90286"/>
                    </a:lnTo>
                    <a:close/>
                    <a:moveTo>
                      <a:pt x="111566" y="74302"/>
                    </a:moveTo>
                    <a:cubicBezTo>
                      <a:pt x="111566" y="79557"/>
                      <a:pt x="111243" y="83160"/>
                      <a:pt x="110598" y="85104"/>
                    </a:cubicBezTo>
                    <a:cubicBezTo>
                      <a:pt x="109371" y="89062"/>
                      <a:pt x="106817" y="91042"/>
                      <a:pt x="102929" y="91042"/>
                    </a:cubicBezTo>
                    <a:cubicBezTo>
                      <a:pt x="99473" y="91042"/>
                      <a:pt x="96125" y="89062"/>
                      <a:pt x="92884" y="85104"/>
                    </a:cubicBezTo>
                    <a:lnTo>
                      <a:pt x="92884" y="90287"/>
                    </a:lnTo>
                    <a:lnTo>
                      <a:pt x="83273" y="90287"/>
                    </a:lnTo>
                    <a:lnTo>
                      <a:pt x="83273" y="18685"/>
                    </a:lnTo>
                    <a:lnTo>
                      <a:pt x="92884" y="18685"/>
                    </a:lnTo>
                    <a:lnTo>
                      <a:pt x="92884" y="42120"/>
                    </a:lnTo>
                    <a:cubicBezTo>
                      <a:pt x="95981" y="38234"/>
                      <a:pt x="99328" y="36290"/>
                      <a:pt x="102929" y="36290"/>
                    </a:cubicBezTo>
                    <a:cubicBezTo>
                      <a:pt x="106817" y="36290"/>
                      <a:pt x="109371" y="38307"/>
                      <a:pt x="110598" y="42338"/>
                    </a:cubicBezTo>
                    <a:cubicBezTo>
                      <a:pt x="111242" y="44210"/>
                      <a:pt x="111566" y="47773"/>
                      <a:pt x="111566" y="53029"/>
                    </a:cubicBezTo>
                    <a:lnTo>
                      <a:pt x="111566" y="74302"/>
                    </a:lnTo>
                    <a:close/>
                    <a:moveTo>
                      <a:pt x="148070" y="65447"/>
                    </a:moveTo>
                    <a:lnTo>
                      <a:pt x="128739" y="65447"/>
                    </a:lnTo>
                    <a:lnTo>
                      <a:pt x="128739" y="74843"/>
                    </a:lnTo>
                    <a:cubicBezTo>
                      <a:pt x="128739" y="79811"/>
                      <a:pt x="130393" y="82294"/>
                      <a:pt x="133706" y="82294"/>
                    </a:cubicBezTo>
                    <a:cubicBezTo>
                      <a:pt x="136081" y="82294"/>
                      <a:pt x="137522" y="80999"/>
                      <a:pt x="138026" y="78405"/>
                    </a:cubicBezTo>
                    <a:cubicBezTo>
                      <a:pt x="138168" y="77686"/>
                      <a:pt x="138242" y="75490"/>
                      <a:pt x="138242" y="71819"/>
                    </a:cubicBezTo>
                    <a:lnTo>
                      <a:pt x="148069" y="71819"/>
                    </a:lnTo>
                    <a:lnTo>
                      <a:pt x="148069" y="73222"/>
                    </a:lnTo>
                    <a:cubicBezTo>
                      <a:pt x="148069" y="76751"/>
                      <a:pt x="147996" y="78838"/>
                      <a:pt x="147853" y="79487"/>
                    </a:cubicBezTo>
                    <a:cubicBezTo>
                      <a:pt x="147639" y="81429"/>
                      <a:pt x="146885" y="83373"/>
                      <a:pt x="145585" y="85318"/>
                    </a:cubicBezTo>
                    <a:cubicBezTo>
                      <a:pt x="142993" y="89134"/>
                      <a:pt x="139102" y="91042"/>
                      <a:pt x="133919" y="91042"/>
                    </a:cubicBezTo>
                    <a:cubicBezTo>
                      <a:pt x="128954" y="91042"/>
                      <a:pt x="125065" y="89205"/>
                      <a:pt x="122256" y="85535"/>
                    </a:cubicBezTo>
                    <a:cubicBezTo>
                      <a:pt x="120169" y="82871"/>
                      <a:pt x="119126" y="78695"/>
                      <a:pt x="119126" y="73007"/>
                    </a:cubicBezTo>
                    <a:lnTo>
                      <a:pt x="119126" y="54322"/>
                    </a:lnTo>
                    <a:cubicBezTo>
                      <a:pt x="119126" y="48634"/>
                      <a:pt x="120133" y="44458"/>
                      <a:pt x="122147" y="41794"/>
                    </a:cubicBezTo>
                    <a:cubicBezTo>
                      <a:pt x="124956" y="38123"/>
                      <a:pt x="128808" y="36287"/>
                      <a:pt x="133706" y="36287"/>
                    </a:cubicBezTo>
                    <a:cubicBezTo>
                      <a:pt x="138531" y="36287"/>
                      <a:pt x="142349" y="38123"/>
                      <a:pt x="145153" y="41794"/>
                    </a:cubicBezTo>
                    <a:cubicBezTo>
                      <a:pt x="147100" y="44458"/>
                      <a:pt x="148070" y="48634"/>
                      <a:pt x="148070" y="54322"/>
                    </a:cubicBezTo>
                    <a:lnTo>
                      <a:pt x="148070" y="65447"/>
                    </a:lnTo>
                    <a:lnTo>
                      <a:pt x="148070" y="65447"/>
                    </a:lnTo>
                    <a:close/>
                  </a:path>
                </a:pathLst>
              </a:custGeom>
              <a:grpFill/>
              <a:ln w="3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C17E9F6C-0389-4F69-87E8-1A7559C1F500}"/>
                  </a:ext>
                </a:extLst>
              </p:cNvPr>
              <p:cNvSpPr/>
              <p:nvPr/>
            </p:nvSpPr>
            <p:spPr>
              <a:xfrm>
                <a:off x="11810258" y="6502514"/>
                <a:ext cx="9073" cy="37258"/>
              </a:xfrm>
              <a:custGeom>
                <a:avLst/>
                <a:gdLst>
                  <a:gd name="connsiteX0" fmla="*/ 4860 w 9073"/>
                  <a:gd name="connsiteY0" fmla="*/ 0 h 37258"/>
                  <a:gd name="connsiteX1" fmla="*/ 0 w 9073"/>
                  <a:gd name="connsiteY1" fmla="*/ 2377 h 37258"/>
                  <a:gd name="connsiteX2" fmla="*/ 0 w 9073"/>
                  <a:gd name="connsiteY2" fmla="*/ 34883 h 37258"/>
                  <a:gd name="connsiteX3" fmla="*/ 4860 w 9073"/>
                  <a:gd name="connsiteY3" fmla="*/ 37258 h 37258"/>
                  <a:gd name="connsiteX4" fmla="*/ 9074 w 9073"/>
                  <a:gd name="connsiteY4" fmla="*/ 30022 h 37258"/>
                  <a:gd name="connsiteX5" fmla="*/ 9074 w 9073"/>
                  <a:gd name="connsiteY5" fmla="*/ 7236 h 37258"/>
                  <a:gd name="connsiteX6" fmla="*/ 4860 w 9073"/>
                  <a:gd name="connsiteY6" fmla="*/ 0 h 372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73" h="37258">
                    <a:moveTo>
                      <a:pt x="4860" y="0"/>
                    </a:moveTo>
                    <a:cubicBezTo>
                      <a:pt x="3203" y="0"/>
                      <a:pt x="1585" y="795"/>
                      <a:pt x="0" y="2377"/>
                    </a:cubicBezTo>
                    <a:lnTo>
                      <a:pt x="0" y="34883"/>
                    </a:lnTo>
                    <a:cubicBezTo>
                      <a:pt x="1584" y="36466"/>
                      <a:pt x="3203" y="37258"/>
                      <a:pt x="4860" y="37258"/>
                    </a:cubicBezTo>
                    <a:cubicBezTo>
                      <a:pt x="7666" y="37258"/>
                      <a:pt x="9074" y="34848"/>
                      <a:pt x="9074" y="30022"/>
                    </a:cubicBezTo>
                    <a:lnTo>
                      <a:pt x="9074" y="7236"/>
                    </a:lnTo>
                    <a:cubicBezTo>
                      <a:pt x="9073" y="2411"/>
                      <a:pt x="7669" y="0"/>
                      <a:pt x="4860" y="0"/>
                    </a:cubicBezTo>
                    <a:close/>
                  </a:path>
                </a:pathLst>
              </a:custGeom>
              <a:grpFill/>
              <a:ln w="3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8" name="Forme libre : forme 27">
                <a:extLst>
                  <a:ext uri="{FF2B5EF4-FFF2-40B4-BE49-F238E27FC236}">
                    <a16:creationId xmlns:a16="http://schemas.microsoft.com/office/drawing/2014/main" id="{E10E328D-2CB6-4D7A-A1B0-8BC484E29D4A}"/>
                  </a:ext>
                </a:extLst>
              </p:cNvPr>
              <p:cNvSpPr/>
              <p:nvPr/>
            </p:nvSpPr>
            <p:spPr>
              <a:xfrm>
                <a:off x="11846116" y="6502514"/>
                <a:ext cx="9718" cy="12310"/>
              </a:xfrm>
              <a:custGeom>
                <a:avLst/>
                <a:gdLst>
                  <a:gd name="connsiteX0" fmla="*/ 4860 w 9718"/>
                  <a:gd name="connsiteY0" fmla="*/ 0 h 12310"/>
                  <a:gd name="connsiteX1" fmla="*/ 0 w 9718"/>
                  <a:gd name="connsiteY1" fmla="*/ 7342 h 12310"/>
                  <a:gd name="connsiteX2" fmla="*/ 0 w 9718"/>
                  <a:gd name="connsiteY2" fmla="*/ 12310 h 12310"/>
                  <a:gd name="connsiteX3" fmla="*/ 9719 w 9718"/>
                  <a:gd name="connsiteY3" fmla="*/ 12310 h 12310"/>
                  <a:gd name="connsiteX4" fmla="*/ 9719 w 9718"/>
                  <a:gd name="connsiteY4" fmla="*/ 7342 h 12310"/>
                  <a:gd name="connsiteX5" fmla="*/ 4860 w 9718"/>
                  <a:gd name="connsiteY5" fmla="*/ 0 h 12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718" h="12310">
                    <a:moveTo>
                      <a:pt x="4860" y="0"/>
                    </a:moveTo>
                    <a:cubicBezTo>
                      <a:pt x="1620" y="0"/>
                      <a:pt x="0" y="2449"/>
                      <a:pt x="0" y="7342"/>
                    </a:cubicBezTo>
                    <a:lnTo>
                      <a:pt x="0" y="12310"/>
                    </a:lnTo>
                    <a:lnTo>
                      <a:pt x="9719" y="12310"/>
                    </a:lnTo>
                    <a:lnTo>
                      <a:pt x="9719" y="7342"/>
                    </a:lnTo>
                    <a:cubicBezTo>
                      <a:pt x="9719" y="2447"/>
                      <a:pt x="8098" y="0"/>
                      <a:pt x="4860" y="0"/>
                    </a:cubicBezTo>
                    <a:close/>
                  </a:path>
                </a:pathLst>
              </a:custGeom>
              <a:grpFill/>
              <a:ln w="3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9" name="Forme libre : forme 28">
                <a:extLst>
                  <a:ext uri="{FF2B5EF4-FFF2-40B4-BE49-F238E27FC236}">
                    <a16:creationId xmlns:a16="http://schemas.microsoft.com/office/drawing/2014/main" id="{5DCD05D9-95BE-4743-8821-9BB14D53FF48}"/>
                  </a:ext>
                </a:extLst>
              </p:cNvPr>
              <p:cNvSpPr/>
              <p:nvPr/>
            </p:nvSpPr>
            <p:spPr>
              <a:xfrm>
                <a:off x="11743195" y="6375400"/>
                <a:ext cx="37473" cy="72359"/>
              </a:xfrm>
              <a:custGeom>
                <a:avLst/>
                <a:gdLst>
                  <a:gd name="connsiteX0" fmla="*/ 13609 w 37473"/>
                  <a:gd name="connsiteY0" fmla="*/ 43091 h 72359"/>
                  <a:gd name="connsiteX1" fmla="*/ 13609 w 37473"/>
                  <a:gd name="connsiteY1" fmla="*/ 72360 h 72359"/>
                  <a:gd name="connsiteX2" fmla="*/ 24408 w 37473"/>
                  <a:gd name="connsiteY2" fmla="*/ 72360 h 72359"/>
                  <a:gd name="connsiteX3" fmla="*/ 24408 w 37473"/>
                  <a:gd name="connsiteY3" fmla="*/ 43091 h 72359"/>
                  <a:gd name="connsiteX4" fmla="*/ 37474 w 37473"/>
                  <a:gd name="connsiteY4" fmla="*/ 0 h 72359"/>
                  <a:gd name="connsiteX5" fmla="*/ 26458 w 37473"/>
                  <a:gd name="connsiteY5" fmla="*/ 0 h 72359"/>
                  <a:gd name="connsiteX6" fmla="*/ 19116 w 37473"/>
                  <a:gd name="connsiteY6" fmla="*/ 28404 h 72359"/>
                  <a:gd name="connsiteX7" fmla="*/ 11447 w 37473"/>
                  <a:gd name="connsiteY7" fmla="*/ 0 h 72359"/>
                  <a:gd name="connsiteX8" fmla="*/ 0 w 37473"/>
                  <a:gd name="connsiteY8" fmla="*/ 0 h 72359"/>
                  <a:gd name="connsiteX9" fmla="*/ 7020 w 37473"/>
                  <a:gd name="connsiteY9" fmla="*/ 20196 h 72359"/>
                  <a:gd name="connsiteX10" fmla="*/ 13609 w 37473"/>
                  <a:gd name="connsiteY10" fmla="*/ 43091 h 72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473" h="72359">
                    <a:moveTo>
                      <a:pt x="13609" y="43091"/>
                    </a:moveTo>
                    <a:lnTo>
                      <a:pt x="13609" y="72360"/>
                    </a:lnTo>
                    <a:lnTo>
                      <a:pt x="24408" y="72360"/>
                    </a:lnTo>
                    <a:lnTo>
                      <a:pt x="24408" y="43091"/>
                    </a:lnTo>
                    <a:lnTo>
                      <a:pt x="37474" y="0"/>
                    </a:lnTo>
                    <a:lnTo>
                      <a:pt x="26458" y="0"/>
                    </a:lnTo>
                    <a:lnTo>
                      <a:pt x="19116" y="28404"/>
                    </a:lnTo>
                    <a:lnTo>
                      <a:pt x="11447" y="0"/>
                    </a:lnTo>
                    <a:lnTo>
                      <a:pt x="0" y="0"/>
                    </a:lnTo>
                    <a:cubicBezTo>
                      <a:pt x="2016" y="6049"/>
                      <a:pt x="4356" y="12780"/>
                      <a:pt x="7020" y="20196"/>
                    </a:cubicBezTo>
                    <a:cubicBezTo>
                      <a:pt x="10405" y="30131"/>
                      <a:pt x="12599" y="37765"/>
                      <a:pt x="13609" y="43091"/>
                    </a:cubicBezTo>
                    <a:close/>
                  </a:path>
                </a:pathLst>
              </a:custGeom>
              <a:grpFill/>
              <a:ln w="3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30" name="Forme libre : forme 29">
                <a:extLst>
                  <a:ext uri="{FF2B5EF4-FFF2-40B4-BE49-F238E27FC236}">
                    <a16:creationId xmlns:a16="http://schemas.microsoft.com/office/drawing/2014/main" id="{C55961F2-FEB0-4CDE-9CB1-0AAFF17E1F1B}"/>
                  </a:ext>
                </a:extLst>
              </p:cNvPr>
              <p:cNvSpPr/>
              <p:nvPr/>
            </p:nvSpPr>
            <p:spPr>
              <a:xfrm>
                <a:off x="11780776" y="6393219"/>
                <a:ext cx="28834" cy="55296"/>
              </a:xfrm>
              <a:custGeom>
                <a:avLst/>
                <a:gdLst>
                  <a:gd name="connsiteX0" fmla="*/ 14364 w 28834"/>
                  <a:gd name="connsiteY0" fmla="*/ 55297 h 55296"/>
                  <a:gd name="connsiteX1" fmla="*/ 25811 w 28834"/>
                  <a:gd name="connsiteY1" fmla="*/ 49789 h 55296"/>
                  <a:gd name="connsiteX2" fmla="*/ 28835 w 28834"/>
                  <a:gd name="connsiteY2" fmla="*/ 37045 h 55296"/>
                  <a:gd name="connsiteX3" fmla="*/ 28835 w 28834"/>
                  <a:gd name="connsiteY3" fmla="*/ 18144 h 55296"/>
                  <a:gd name="connsiteX4" fmla="*/ 25811 w 28834"/>
                  <a:gd name="connsiteY4" fmla="*/ 5508 h 55296"/>
                  <a:gd name="connsiteX5" fmla="*/ 14364 w 28834"/>
                  <a:gd name="connsiteY5" fmla="*/ 0 h 55296"/>
                  <a:gd name="connsiteX6" fmla="*/ 3023 w 28834"/>
                  <a:gd name="connsiteY6" fmla="*/ 5508 h 55296"/>
                  <a:gd name="connsiteX7" fmla="*/ 0 w 28834"/>
                  <a:gd name="connsiteY7" fmla="*/ 18144 h 55296"/>
                  <a:gd name="connsiteX8" fmla="*/ 0 w 28834"/>
                  <a:gd name="connsiteY8" fmla="*/ 37045 h 55296"/>
                  <a:gd name="connsiteX9" fmla="*/ 3023 w 28834"/>
                  <a:gd name="connsiteY9" fmla="*/ 49788 h 55296"/>
                  <a:gd name="connsiteX10" fmla="*/ 14364 w 28834"/>
                  <a:gd name="connsiteY10" fmla="*/ 55297 h 55296"/>
                  <a:gd name="connsiteX11" fmla="*/ 9719 w 28834"/>
                  <a:gd name="connsiteY11" fmla="*/ 16200 h 55296"/>
                  <a:gd name="connsiteX12" fmla="*/ 14364 w 28834"/>
                  <a:gd name="connsiteY12" fmla="*/ 8748 h 55296"/>
                  <a:gd name="connsiteX13" fmla="*/ 19007 w 28834"/>
                  <a:gd name="connsiteY13" fmla="*/ 16200 h 55296"/>
                  <a:gd name="connsiteX14" fmla="*/ 19007 w 28834"/>
                  <a:gd name="connsiteY14" fmla="*/ 38879 h 55296"/>
                  <a:gd name="connsiteX15" fmla="*/ 14364 w 28834"/>
                  <a:gd name="connsiteY15" fmla="*/ 46439 h 55296"/>
                  <a:gd name="connsiteX16" fmla="*/ 9719 w 28834"/>
                  <a:gd name="connsiteY16" fmla="*/ 38879 h 55296"/>
                  <a:gd name="connsiteX17" fmla="*/ 9719 w 28834"/>
                  <a:gd name="connsiteY17" fmla="*/ 16200 h 55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8834" h="55296">
                    <a:moveTo>
                      <a:pt x="14364" y="55297"/>
                    </a:moveTo>
                    <a:cubicBezTo>
                      <a:pt x="19332" y="55297"/>
                      <a:pt x="23147" y="53460"/>
                      <a:pt x="25811" y="49789"/>
                    </a:cubicBezTo>
                    <a:cubicBezTo>
                      <a:pt x="27828" y="47124"/>
                      <a:pt x="28835" y="42876"/>
                      <a:pt x="28835" y="37045"/>
                    </a:cubicBezTo>
                    <a:lnTo>
                      <a:pt x="28835" y="18144"/>
                    </a:lnTo>
                    <a:cubicBezTo>
                      <a:pt x="28835" y="12385"/>
                      <a:pt x="27825" y="8172"/>
                      <a:pt x="25811" y="5508"/>
                    </a:cubicBezTo>
                    <a:cubicBezTo>
                      <a:pt x="23147" y="1836"/>
                      <a:pt x="19332" y="0"/>
                      <a:pt x="14364" y="0"/>
                    </a:cubicBezTo>
                    <a:cubicBezTo>
                      <a:pt x="9538" y="0"/>
                      <a:pt x="5758" y="1836"/>
                      <a:pt x="3023" y="5508"/>
                    </a:cubicBezTo>
                    <a:cubicBezTo>
                      <a:pt x="1008" y="8172"/>
                      <a:pt x="0" y="12385"/>
                      <a:pt x="0" y="18144"/>
                    </a:cubicBezTo>
                    <a:lnTo>
                      <a:pt x="0" y="37045"/>
                    </a:lnTo>
                    <a:cubicBezTo>
                      <a:pt x="0" y="42804"/>
                      <a:pt x="1007" y="47053"/>
                      <a:pt x="3023" y="49788"/>
                    </a:cubicBezTo>
                    <a:cubicBezTo>
                      <a:pt x="5759" y="53460"/>
                      <a:pt x="9538" y="55297"/>
                      <a:pt x="14364" y="55297"/>
                    </a:cubicBezTo>
                    <a:close/>
                    <a:moveTo>
                      <a:pt x="9719" y="16200"/>
                    </a:moveTo>
                    <a:cubicBezTo>
                      <a:pt x="9719" y="11232"/>
                      <a:pt x="11267" y="8748"/>
                      <a:pt x="14364" y="8748"/>
                    </a:cubicBezTo>
                    <a:cubicBezTo>
                      <a:pt x="17460" y="8748"/>
                      <a:pt x="19007" y="11232"/>
                      <a:pt x="19007" y="16200"/>
                    </a:cubicBezTo>
                    <a:lnTo>
                      <a:pt x="19007" y="38879"/>
                    </a:lnTo>
                    <a:cubicBezTo>
                      <a:pt x="19007" y="43921"/>
                      <a:pt x="17460" y="46439"/>
                      <a:pt x="14364" y="46439"/>
                    </a:cubicBezTo>
                    <a:cubicBezTo>
                      <a:pt x="11267" y="46439"/>
                      <a:pt x="9719" y="43919"/>
                      <a:pt x="9719" y="38879"/>
                    </a:cubicBezTo>
                    <a:lnTo>
                      <a:pt x="9719" y="16200"/>
                    </a:lnTo>
                    <a:close/>
                  </a:path>
                </a:pathLst>
              </a:custGeom>
              <a:grpFill/>
              <a:ln w="3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31" name="Forme libre : forme 30">
                <a:extLst>
                  <a:ext uri="{FF2B5EF4-FFF2-40B4-BE49-F238E27FC236}">
                    <a16:creationId xmlns:a16="http://schemas.microsoft.com/office/drawing/2014/main" id="{CEA1102C-244B-447F-8ED8-84EF1E27170E}"/>
                  </a:ext>
                </a:extLst>
              </p:cNvPr>
              <p:cNvSpPr/>
              <p:nvPr/>
            </p:nvSpPr>
            <p:spPr>
              <a:xfrm>
                <a:off x="11817601" y="6393867"/>
                <a:ext cx="28190" cy="54648"/>
              </a:xfrm>
              <a:custGeom>
                <a:avLst/>
                <a:gdLst>
                  <a:gd name="connsiteX0" fmla="*/ 7236 w 28190"/>
                  <a:gd name="connsiteY0" fmla="*/ 54648 h 54648"/>
                  <a:gd name="connsiteX1" fmla="*/ 18362 w 28190"/>
                  <a:gd name="connsiteY1" fmla="*/ 47951 h 54648"/>
                  <a:gd name="connsiteX2" fmla="*/ 18362 w 28190"/>
                  <a:gd name="connsiteY2" fmla="*/ 53891 h 54648"/>
                  <a:gd name="connsiteX3" fmla="*/ 28190 w 28190"/>
                  <a:gd name="connsiteY3" fmla="*/ 53891 h 54648"/>
                  <a:gd name="connsiteX4" fmla="*/ 28190 w 28190"/>
                  <a:gd name="connsiteY4" fmla="*/ 0 h 54648"/>
                  <a:gd name="connsiteX5" fmla="*/ 18362 w 28190"/>
                  <a:gd name="connsiteY5" fmla="*/ 0 h 54648"/>
                  <a:gd name="connsiteX6" fmla="*/ 18362 w 28190"/>
                  <a:gd name="connsiteY6" fmla="*/ 41147 h 54648"/>
                  <a:gd name="connsiteX7" fmla="*/ 12204 w 28190"/>
                  <a:gd name="connsiteY7" fmla="*/ 45790 h 54648"/>
                  <a:gd name="connsiteX8" fmla="*/ 9936 w 28190"/>
                  <a:gd name="connsiteY8" fmla="*/ 43415 h 54648"/>
                  <a:gd name="connsiteX9" fmla="*/ 9828 w 28190"/>
                  <a:gd name="connsiteY9" fmla="*/ 39634 h 54648"/>
                  <a:gd name="connsiteX10" fmla="*/ 9828 w 28190"/>
                  <a:gd name="connsiteY10" fmla="*/ 0 h 54648"/>
                  <a:gd name="connsiteX11" fmla="*/ 0 w 28190"/>
                  <a:gd name="connsiteY11" fmla="*/ 0 h 54648"/>
                  <a:gd name="connsiteX12" fmla="*/ 0 w 28190"/>
                  <a:gd name="connsiteY12" fmla="*/ 42552 h 54648"/>
                  <a:gd name="connsiteX13" fmla="*/ 865 w 28190"/>
                  <a:gd name="connsiteY13" fmla="*/ 50651 h 54648"/>
                  <a:gd name="connsiteX14" fmla="*/ 7236 w 28190"/>
                  <a:gd name="connsiteY14" fmla="*/ 54648 h 54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8190" h="54648">
                    <a:moveTo>
                      <a:pt x="7236" y="54648"/>
                    </a:moveTo>
                    <a:cubicBezTo>
                      <a:pt x="10839" y="54648"/>
                      <a:pt x="14547" y="52416"/>
                      <a:pt x="18362" y="47951"/>
                    </a:cubicBezTo>
                    <a:lnTo>
                      <a:pt x="18362" y="53891"/>
                    </a:lnTo>
                    <a:lnTo>
                      <a:pt x="28190" y="53891"/>
                    </a:lnTo>
                    <a:lnTo>
                      <a:pt x="28190" y="0"/>
                    </a:lnTo>
                    <a:lnTo>
                      <a:pt x="18362" y="0"/>
                    </a:lnTo>
                    <a:lnTo>
                      <a:pt x="18362" y="41147"/>
                    </a:lnTo>
                    <a:cubicBezTo>
                      <a:pt x="16202" y="44244"/>
                      <a:pt x="14151" y="45790"/>
                      <a:pt x="12204" y="45790"/>
                    </a:cubicBezTo>
                    <a:cubicBezTo>
                      <a:pt x="10907" y="45790"/>
                      <a:pt x="10151" y="44999"/>
                      <a:pt x="9936" y="43415"/>
                    </a:cubicBezTo>
                    <a:cubicBezTo>
                      <a:pt x="9864" y="43271"/>
                      <a:pt x="9828" y="42009"/>
                      <a:pt x="9828" y="39634"/>
                    </a:cubicBezTo>
                    <a:lnTo>
                      <a:pt x="9828" y="0"/>
                    </a:lnTo>
                    <a:lnTo>
                      <a:pt x="0" y="0"/>
                    </a:lnTo>
                    <a:lnTo>
                      <a:pt x="0" y="42552"/>
                    </a:lnTo>
                    <a:cubicBezTo>
                      <a:pt x="0" y="46223"/>
                      <a:pt x="290" y="48922"/>
                      <a:pt x="865" y="50651"/>
                    </a:cubicBezTo>
                    <a:cubicBezTo>
                      <a:pt x="1802" y="53316"/>
                      <a:pt x="3925" y="54648"/>
                      <a:pt x="7236" y="54648"/>
                    </a:cubicBezTo>
                    <a:close/>
                  </a:path>
                </a:pathLst>
              </a:custGeom>
              <a:grpFill/>
              <a:ln w="3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</p:grpSp>
      <p:grpSp>
        <p:nvGrpSpPr>
          <p:cNvPr id="36" name="Graphique 34">
            <a:extLst>
              <a:ext uri="{FF2B5EF4-FFF2-40B4-BE49-F238E27FC236}">
                <a16:creationId xmlns:a16="http://schemas.microsoft.com/office/drawing/2014/main" id="{033AD922-7AA4-4889-A4AE-40AD56F87FA3}"/>
              </a:ext>
            </a:extLst>
          </p:cNvPr>
          <p:cNvGrpSpPr/>
          <p:nvPr/>
        </p:nvGrpSpPr>
        <p:grpSpPr>
          <a:xfrm>
            <a:off x="8980406" y="6362240"/>
            <a:ext cx="199111" cy="199111"/>
            <a:chOff x="8204200" y="3295650"/>
            <a:chExt cx="266700" cy="266700"/>
          </a:xfrm>
          <a:solidFill>
            <a:schemeClr val="accent1"/>
          </a:solidFill>
        </p:grpSpPr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DE1A89D0-235D-439D-A6EF-17D7369E6730}"/>
                </a:ext>
              </a:extLst>
            </p:cNvPr>
            <p:cNvSpPr/>
            <p:nvPr/>
          </p:nvSpPr>
          <p:spPr>
            <a:xfrm>
              <a:off x="8204200" y="3320653"/>
              <a:ext cx="266700" cy="216693"/>
            </a:xfrm>
            <a:custGeom>
              <a:avLst/>
              <a:gdLst>
                <a:gd name="connsiteX0" fmla="*/ 266700 w 266700"/>
                <a:gd name="connsiteY0" fmla="*/ 25653 h 216693"/>
                <a:gd name="connsiteX1" fmla="*/ 235196 w 266700"/>
                <a:gd name="connsiteY1" fmla="*/ 34288 h 216693"/>
                <a:gd name="connsiteX2" fmla="*/ 259249 w 266700"/>
                <a:gd name="connsiteY2" fmla="*/ 4067 h 216693"/>
                <a:gd name="connsiteX3" fmla="*/ 224578 w 266700"/>
                <a:gd name="connsiteY3" fmla="*/ 17302 h 216693"/>
                <a:gd name="connsiteX4" fmla="*/ 184640 w 266700"/>
                <a:gd name="connsiteY4" fmla="*/ 0 h 216693"/>
                <a:gd name="connsiteX5" fmla="*/ 130000 w 266700"/>
                <a:gd name="connsiteY5" fmla="*/ 54690 h 216693"/>
                <a:gd name="connsiteX6" fmla="*/ 131266 w 266700"/>
                <a:gd name="connsiteY6" fmla="*/ 67158 h 216693"/>
                <a:gd name="connsiteX7" fmla="*/ 18569 w 266700"/>
                <a:gd name="connsiteY7" fmla="*/ 9968 h 216693"/>
                <a:gd name="connsiteX8" fmla="*/ 11085 w 266700"/>
                <a:gd name="connsiteY8" fmla="*/ 37605 h 216693"/>
                <a:gd name="connsiteX9" fmla="*/ 35371 w 266700"/>
                <a:gd name="connsiteY9" fmla="*/ 83044 h 216693"/>
                <a:gd name="connsiteX10" fmla="*/ 10668 w 266700"/>
                <a:gd name="connsiteY10" fmla="*/ 76310 h 216693"/>
                <a:gd name="connsiteX11" fmla="*/ 10668 w 266700"/>
                <a:gd name="connsiteY11" fmla="*/ 76910 h 216693"/>
                <a:gd name="connsiteX12" fmla="*/ 54473 w 266700"/>
                <a:gd name="connsiteY12" fmla="*/ 130633 h 216693"/>
                <a:gd name="connsiteX13" fmla="*/ 40138 w 266700"/>
                <a:gd name="connsiteY13" fmla="*/ 132433 h 216693"/>
                <a:gd name="connsiteX14" fmla="*/ 29787 w 266700"/>
                <a:gd name="connsiteY14" fmla="*/ 131500 h 216693"/>
                <a:gd name="connsiteX15" fmla="*/ 80877 w 266700"/>
                <a:gd name="connsiteY15" fmla="*/ 169588 h 216693"/>
                <a:gd name="connsiteX16" fmla="*/ 13085 w 266700"/>
                <a:gd name="connsiteY16" fmla="*/ 192907 h 216693"/>
                <a:gd name="connsiteX17" fmla="*/ 0 w 266700"/>
                <a:gd name="connsiteY17" fmla="*/ 192157 h 216693"/>
                <a:gd name="connsiteX18" fmla="*/ 83877 w 266700"/>
                <a:gd name="connsiteY18" fmla="*/ 216694 h 216693"/>
                <a:gd name="connsiteX19" fmla="*/ 239497 w 266700"/>
                <a:gd name="connsiteY19" fmla="*/ 61108 h 216693"/>
                <a:gd name="connsiteX20" fmla="*/ 239297 w 266700"/>
                <a:gd name="connsiteY20" fmla="*/ 54040 h 216693"/>
                <a:gd name="connsiteX21" fmla="*/ 266700 w 266700"/>
                <a:gd name="connsiteY21" fmla="*/ 25653 h 216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66700" h="216693">
                  <a:moveTo>
                    <a:pt x="266700" y="25653"/>
                  </a:moveTo>
                  <a:cubicBezTo>
                    <a:pt x="256782" y="30004"/>
                    <a:pt x="246214" y="32887"/>
                    <a:pt x="235196" y="34288"/>
                  </a:cubicBezTo>
                  <a:cubicBezTo>
                    <a:pt x="246531" y="27520"/>
                    <a:pt x="255182" y="16885"/>
                    <a:pt x="259249" y="4067"/>
                  </a:cubicBezTo>
                  <a:cubicBezTo>
                    <a:pt x="248681" y="10368"/>
                    <a:pt x="237013" y="14819"/>
                    <a:pt x="224578" y="17302"/>
                  </a:cubicBezTo>
                  <a:cubicBezTo>
                    <a:pt x="214543" y="6617"/>
                    <a:pt x="200242" y="0"/>
                    <a:pt x="184640" y="0"/>
                  </a:cubicBezTo>
                  <a:cubicBezTo>
                    <a:pt x="154369" y="0"/>
                    <a:pt x="130000" y="24570"/>
                    <a:pt x="130000" y="54690"/>
                  </a:cubicBezTo>
                  <a:cubicBezTo>
                    <a:pt x="130000" y="59024"/>
                    <a:pt x="130366" y="63191"/>
                    <a:pt x="131266" y="67158"/>
                  </a:cubicBezTo>
                  <a:cubicBezTo>
                    <a:pt x="85811" y="64941"/>
                    <a:pt x="45589" y="43155"/>
                    <a:pt x="18569" y="9968"/>
                  </a:cubicBezTo>
                  <a:cubicBezTo>
                    <a:pt x="13852" y="18152"/>
                    <a:pt x="11085" y="27520"/>
                    <a:pt x="11085" y="37605"/>
                  </a:cubicBezTo>
                  <a:cubicBezTo>
                    <a:pt x="11085" y="56540"/>
                    <a:pt x="20836" y="73326"/>
                    <a:pt x="35371" y="83044"/>
                  </a:cubicBezTo>
                  <a:cubicBezTo>
                    <a:pt x="26587" y="82877"/>
                    <a:pt x="17969" y="80327"/>
                    <a:pt x="10668" y="76310"/>
                  </a:cubicBezTo>
                  <a:cubicBezTo>
                    <a:pt x="10668" y="76476"/>
                    <a:pt x="10668" y="76693"/>
                    <a:pt x="10668" y="76910"/>
                  </a:cubicBezTo>
                  <a:cubicBezTo>
                    <a:pt x="10668" y="103480"/>
                    <a:pt x="29620" y="125549"/>
                    <a:pt x="54473" y="130633"/>
                  </a:cubicBezTo>
                  <a:cubicBezTo>
                    <a:pt x="50023" y="131850"/>
                    <a:pt x="45172" y="132433"/>
                    <a:pt x="40138" y="132433"/>
                  </a:cubicBezTo>
                  <a:cubicBezTo>
                    <a:pt x="36638" y="132433"/>
                    <a:pt x="33104" y="132233"/>
                    <a:pt x="29787" y="131500"/>
                  </a:cubicBezTo>
                  <a:cubicBezTo>
                    <a:pt x="36871" y="153152"/>
                    <a:pt x="56974" y="169071"/>
                    <a:pt x="80877" y="169588"/>
                  </a:cubicBezTo>
                  <a:cubicBezTo>
                    <a:pt x="62274" y="184140"/>
                    <a:pt x="38655" y="192907"/>
                    <a:pt x="13085" y="192907"/>
                  </a:cubicBezTo>
                  <a:cubicBezTo>
                    <a:pt x="8601" y="192907"/>
                    <a:pt x="4301" y="192707"/>
                    <a:pt x="0" y="192157"/>
                  </a:cubicBezTo>
                  <a:cubicBezTo>
                    <a:pt x="24220" y="207776"/>
                    <a:pt x="52923" y="216694"/>
                    <a:pt x="83877" y="216694"/>
                  </a:cubicBezTo>
                  <a:cubicBezTo>
                    <a:pt x="184490" y="216694"/>
                    <a:pt x="239497" y="133350"/>
                    <a:pt x="239497" y="61108"/>
                  </a:cubicBezTo>
                  <a:cubicBezTo>
                    <a:pt x="239497" y="58691"/>
                    <a:pt x="239413" y="56357"/>
                    <a:pt x="239297" y="54040"/>
                  </a:cubicBezTo>
                  <a:cubicBezTo>
                    <a:pt x="250148" y="46339"/>
                    <a:pt x="259266" y="36721"/>
                    <a:pt x="266700" y="25653"/>
                  </a:cubicBezTo>
                  <a:close/>
                </a:path>
              </a:pathLst>
            </a:custGeom>
            <a:grpFill/>
            <a:ln w="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38" name="Graphique 32">
            <a:extLst>
              <a:ext uri="{FF2B5EF4-FFF2-40B4-BE49-F238E27FC236}">
                <a16:creationId xmlns:a16="http://schemas.microsoft.com/office/drawing/2014/main" id="{69FB53BB-344F-4FB8-A41A-86ECDE84C886}"/>
              </a:ext>
            </a:extLst>
          </p:cNvPr>
          <p:cNvGrpSpPr/>
          <p:nvPr/>
        </p:nvGrpSpPr>
        <p:grpSpPr>
          <a:xfrm>
            <a:off x="7210267" y="6362629"/>
            <a:ext cx="198333" cy="198333"/>
            <a:chOff x="2637814" y="3296171"/>
            <a:chExt cx="265658" cy="265658"/>
          </a:xfrm>
          <a:solidFill>
            <a:schemeClr val="accent1"/>
          </a:solidFill>
        </p:grpSpPr>
        <p:sp>
          <p:nvSpPr>
            <p:cNvPr id="39" name="Forme libre : forme 38">
              <a:extLst>
                <a:ext uri="{FF2B5EF4-FFF2-40B4-BE49-F238E27FC236}">
                  <a16:creationId xmlns:a16="http://schemas.microsoft.com/office/drawing/2014/main" id="{54A8E5D0-F1E3-470D-A155-503DBEA51365}"/>
                </a:ext>
              </a:extLst>
            </p:cNvPr>
            <p:cNvSpPr/>
            <p:nvPr/>
          </p:nvSpPr>
          <p:spPr>
            <a:xfrm>
              <a:off x="2637814" y="3296171"/>
              <a:ext cx="265658" cy="265658"/>
            </a:xfrm>
            <a:custGeom>
              <a:avLst/>
              <a:gdLst>
                <a:gd name="connsiteX0" fmla="*/ 239092 w 265658"/>
                <a:gd name="connsiteY0" fmla="*/ 0 h 265658"/>
                <a:gd name="connsiteX1" fmla="*/ 26566 w 265658"/>
                <a:gd name="connsiteY1" fmla="*/ 0 h 265658"/>
                <a:gd name="connsiteX2" fmla="*/ 0 w 265658"/>
                <a:gd name="connsiteY2" fmla="*/ 26566 h 265658"/>
                <a:gd name="connsiteX3" fmla="*/ 0 w 265658"/>
                <a:gd name="connsiteY3" fmla="*/ 239092 h 265658"/>
                <a:gd name="connsiteX4" fmla="*/ 26566 w 265658"/>
                <a:gd name="connsiteY4" fmla="*/ 265658 h 265658"/>
                <a:gd name="connsiteX5" fmla="*/ 239092 w 265658"/>
                <a:gd name="connsiteY5" fmla="*/ 265658 h 265658"/>
                <a:gd name="connsiteX6" fmla="*/ 265658 w 265658"/>
                <a:gd name="connsiteY6" fmla="*/ 239092 h 265658"/>
                <a:gd name="connsiteX7" fmla="*/ 265658 w 265658"/>
                <a:gd name="connsiteY7" fmla="*/ 26566 h 265658"/>
                <a:gd name="connsiteX8" fmla="*/ 239092 w 265658"/>
                <a:gd name="connsiteY8" fmla="*/ 0 h 265658"/>
                <a:gd name="connsiteX9" fmla="*/ 79697 w 265658"/>
                <a:gd name="connsiteY9" fmla="*/ 225809 h 265658"/>
                <a:gd name="connsiteX10" fmla="*/ 39849 w 265658"/>
                <a:gd name="connsiteY10" fmla="*/ 225809 h 265658"/>
                <a:gd name="connsiteX11" fmla="*/ 39849 w 265658"/>
                <a:gd name="connsiteY11" fmla="*/ 106263 h 265658"/>
                <a:gd name="connsiteX12" fmla="*/ 79697 w 265658"/>
                <a:gd name="connsiteY12" fmla="*/ 106263 h 265658"/>
                <a:gd name="connsiteX13" fmla="*/ 79697 w 265658"/>
                <a:gd name="connsiteY13" fmla="*/ 225809 h 265658"/>
                <a:gd name="connsiteX14" fmla="*/ 59773 w 265658"/>
                <a:gd name="connsiteY14" fmla="*/ 83682 h 265658"/>
                <a:gd name="connsiteX15" fmla="*/ 35864 w 265658"/>
                <a:gd name="connsiteY15" fmla="*/ 59773 h 265658"/>
                <a:gd name="connsiteX16" fmla="*/ 59773 w 265658"/>
                <a:gd name="connsiteY16" fmla="*/ 35864 h 265658"/>
                <a:gd name="connsiteX17" fmla="*/ 83682 w 265658"/>
                <a:gd name="connsiteY17" fmla="*/ 59773 h 265658"/>
                <a:gd name="connsiteX18" fmla="*/ 59773 w 265658"/>
                <a:gd name="connsiteY18" fmla="*/ 83682 h 265658"/>
                <a:gd name="connsiteX19" fmla="*/ 225809 w 265658"/>
                <a:gd name="connsiteY19" fmla="*/ 225809 h 265658"/>
                <a:gd name="connsiteX20" fmla="*/ 185961 w 265658"/>
                <a:gd name="connsiteY20" fmla="*/ 225809 h 265658"/>
                <a:gd name="connsiteX21" fmla="*/ 185961 w 265658"/>
                <a:gd name="connsiteY21" fmla="*/ 155410 h 265658"/>
                <a:gd name="connsiteX22" fmla="*/ 166036 w 265658"/>
                <a:gd name="connsiteY22" fmla="*/ 135486 h 265658"/>
                <a:gd name="connsiteX23" fmla="*/ 146112 w 265658"/>
                <a:gd name="connsiteY23" fmla="*/ 155410 h 265658"/>
                <a:gd name="connsiteX24" fmla="*/ 146112 w 265658"/>
                <a:gd name="connsiteY24" fmla="*/ 225809 h 265658"/>
                <a:gd name="connsiteX25" fmla="*/ 106263 w 265658"/>
                <a:gd name="connsiteY25" fmla="*/ 225809 h 265658"/>
                <a:gd name="connsiteX26" fmla="*/ 106263 w 265658"/>
                <a:gd name="connsiteY26" fmla="*/ 106263 h 265658"/>
                <a:gd name="connsiteX27" fmla="*/ 146112 w 265658"/>
                <a:gd name="connsiteY27" fmla="*/ 106263 h 265658"/>
                <a:gd name="connsiteX28" fmla="*/ 146112 w 265658"/>
                <a:gd name="connsiteY28" fmla="*/ 122203 h 265658"/>
                <a:gd name="connsiteX29" fmla="*/ 179319 w 265658"/>
                <a:gd name="connsiteY29" fmla="*/ 103607 h 265658"/>
                <a:gd name="connsiteX30" fmla="*/ 225809 w 265658"/>
                <a:gd name="connsiteY30" fmla="*/ 150097 h 265658"/>
                <a:gd name="connsiteX31" fmla="*/ 225809 w 265658"/>
                <a:gd name="connsiteY31" fmla="*/ 225809 h 265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65658" h="265658">
                  <a:moveTo>
                    <a:pt x="239092" y="0"/>
                  </a:moveTo>
                  <a:lnTo>
                    <a:pt x="26566" y="0"/>
                  </a:lnTo>
                  <a:cubicBezTo>
                    <a:pt x="11955" y="0"/>
                    <a:pt x="0" y="11955"/>
                    <a:pt x="0" y="26566"/>
                  </a:cubicBezTo>
                  <a:lnTo>
                    <a:pt x="0" y="239092"/>
                  </a:lnTo>
                  <a:cubicBezTo>
                    <a:pt x="0" y="253703"/>
                    <a:pt x="11955" y="265658"/>
                    <a:pt x="26566" y="265658"/>
                  </a:cubicBezTo>
                  <a:lnTo>
                    <a:pt x="239092" y="265658"/>
                  </a:lnTo>
                  <a:cubicBezTo>
                    <a:pt x="253703" y="265658"/>
                    <a:pt x="265658" y="253703"/>
                    <a:pt x="265658" y="239092"/>
                  </a:cubicBezTo>
                  <a:lnTo>
                    <a:pt x="265658" y="26566"/>
                  </a:lnTo>
                  <a:cubicBezTo>
                    <a:pt x="265658" y="11955"/>
                    <a:pt x="253703" y="0"/>
                    <a:pt x="239092" y="0"/>
                  </a:cubicBezTo>
                  <a:close/>
                  <a:moveTo>
                    <a:pt x="79697" y="225809"/>
                  </a:moveTo>
                  <a:lnTo>
                    <a:pt x="39849" y="225809"/>
                  </a:lnTo>
                  <a:lnTo>
                    <a:pt x="39849" y="106263"/>
                  </a:lnTo>
                  <a:lnTo>
                    <a:pt x="79697" y="106263"/>
                  </a:lnTo>
                  <a:lnTo>
                    <a:pt x="79697" y="225809"/>
                  </a:lnTo>
                  <a:close/>
                  <a:moveTo>
                    <a:pt x="59773" y="83682"/>
                  </a:moveTo>
                  <a:cubicBezTo>
                    <a:pt x="46490" y="83682"/>
                    <a:pt x="35864" y="73056"/>
                    <a:pt x="35864" y="59773"/>
                  </a:cubicBezTo>
                  <a:cubicBezTo>
                    <a:pt x="35864" y="46490"/>
                    <a:pt x="46490" y="35864"/>
                    <a:pt x="59773" y="35864"/>
                  </a:cubicBezTo>
                  <a:cubicBezTo>
                    <a:pt x="73056" y="35864"/>
                    <a:pt x="83682" y="46490"/>
                    <a:pt x="83682" y="59773"/>
                  </a:cubicBezTo>
                  <a:cubicBezTo>
                    <a:pt x="83682" y="73056"/>
                    <a:pt x="73056" y="83682"/>
                    <a:pt x="59773" y="83682"/>
                  </a:cubicBezTo>
                  <a:close/>
                  <a:moveTo>
                    <a:pt x="225809" y="225809"/>
                  </a:moveTo>
                  <a:lnTo>
                    <a:pt x="185961" y="225809"/>
                  </a:lnTo>
                  <a:lnTo>
                    <a:pt x="185961" y="155410"/>
                  </a:lnTo>
                  <a:cubicBezTo>
                    <a:pt x="185961" y="144784"/>
                    <a:pt x="176663" y="135486"/>
                    <a:pt x="166036" y="135486"/>
                  </a:cubicBezTo>
                  <a:cubicBezTo>
                    <a:pt x="155410" y="135486"/>
                    <a:pt x="146112" y="144784"/>
                    <a:pt x="146112" y="155410"/>
                  </a:cubicBezTo>
                  <a:lnTo>
                    <a:pt x="146112" y="225809"/>
                  </a:lnTo>
                  <a:lnTo>
                    <a:pt x="106263" y="225809"/>
                  </a:lnTo>
                  <a:lnTo>
                    <a:pt x="106263" y="106263"/>
                  </a:lnTo>
                  <a:lnTo>
                    <a:pt x="146112" y="106263"/>
                  </a:lnTo>
                  <a:lnTo>
                    <a:pt x="146112" y="122203"/>
                  </a:lnTo>
                  <a:cubicBezTo>
                    <a:pt x="152753" y="111576"/>
                    <a:pt x="167365" y="103607"/>
                    <a:pt x="179319" y="103607"/>
                  </a:cubicBezTo>
                  <a:cubicBezTo>
                    <a:pt x="204557" y="103607"/>
                    <a:pt x="225809" y="124859"/>
                    <a:pt x="225809" y="150097"/>
                  </a:cubicBezTo>
                  <a:lnTo>
                    <a:pt x="225809" y="225809"/>
                  </a:lnTo>
                  <a:close/>
                </a:path>
              </a:pathLst>
            </a:custGeom>
            <a:grpFill/>
            <a:ln w="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40" name="ZoneTexte 39">
            <a:extLst>
              <a:ext uri="{FF2B5EF4-FFF2-40B4-BE49-F238E27FC236}">
                <a16:creationId xmlns:a16="http://schemas.microsoft.com/office/drawing/2014/main" id="{BC03A7F7-71DE-49DE-AE9E-DC2C4CD18C3C}"/>
              </a:ext>
            </a:extLst>
          </p:cNvPr>
          <p:cNvSpPr txBox="1"/>
          <p:nvPr userDrawn="1"/>
        </p:nvSpPr>
        <p:spPr>
          <a:xfrm>
            <a:off x="7472426" y="6338685"/>
            <a:ext cx="15078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>
                <a:solidFill>
                  <a:schemeClr val="accent1"/>
                </a:solidFill>
              </a:rPr>
              <a:t>École Polytechnique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641898A1-7514-447B-AC34-6470CF8BC917}"/>
              </a:ext>
            </a:extLst>
          </p:cNvPr>
          <p:cNvSpPr txBox="1"/>
          <p:nvPr userDrawn="1"/>
        </p:nvSpPr>
        <p:spPr>
          <a:xfrm>
            <a:off x="9141375" y="6338685"/>
            <a:ext cx="11965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>
                <a:solidFill>
                  <a:schemeClr val="accent1"/>
                </a:solidFill>
              </a:rPr>
              <a:t>@polytechnique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5F0E770B-7757-417D-8240-8DB1C33DA866}"/>
              </a:ext>
            </a:extLst>
          </p:cNvPr>
          <p:cNvSpPr txBox="1"/>
          <p:nvPr userDrawn="1"/>
        </p:nvSpPr>
        <p:spPr>
          <a:xfrm>
            <a:off x="8372957" y="4774489"/>
            <a:ext cx="3500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600" err="1">
                <a:solidFill>
                  <a:schemeClr val="tx1"/>
                </a:solidFill>
              </a:rPr>
              <a:t>polytechnique.edu</a:t>
            </a:r>
            <a:endParaRPr lang="fr-FR" sz="1600">
              <a:solidFill>
                <a:schemeClr val="tx1"/>
              </a:solidFill>
            </a:endParaRP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A93068CE-4B75-4C3E-B432-8F4238951C23}"/>
              </a:ext>
            </a:extLst>
          </p:cNvPr>
          <p:cNvSpPr txBox="1"/>
          <p:nvPr userDrawn="1"/>
        </p:nvSpPr>
        <p:spPr>
          <a:xfrm>
            <a:off x="8360128" y="5357227"/>
            <a:ext cx="3500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600">
                <a:solidFill>
                  <a:schemeClr val="tx1"/>
                </a:solidFill>
              </a:rPr>
              <a:t>fondationx.org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7E86E396-37CD-4175-9209-5B8267C59CE6}"/>
              </a:ext>
            </a:extLst>
          </p:cNvPr>
          <p:cNvSpPr txBox="1"/>
          <p:nvPr userDrawn="1"/>
        </p:nvSpPr>
        <p:spPr>
          <a:xfrm>
            <a:off x="8360128" y="5670585"/>
            <a:ext cx="3500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600">
                <a:solidFill>
                  <a:schemeClr val="tx1"/>
                </a:solidFill>
              </a:rPr>
              <a:t>xpuissancevous.fr</a:t>
            </a:r>
          </a:p>
        </p:txBody>
      </p:sp>
      <p:pic>
        <p:nvPicPr>
          <p:cNvPr id="49" name="Image 48">
            <a:extLst>
              <a:ext uri="{FF2B5EF4-FFF2-40B4-BE49-F238E27FC236}">
                <a16:creationId xmlns:a16="http://schemas.microsoft.com/office/drawing/2014/main" id="{42E4A165-641E-4F5F-ADD3-1496B41047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96900" y="529756"/>
            <a:ext cx="1886318" cy="908248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5F0E770B-7757-417D-8240-8DB1C33DA866}"/>
              </a:ext>
            </a:extLst>
          </p:cNvPr>
          <p:cNvSpPr txBox="1"/>
          <p:nvPr userDrawn="1"/>
        </p:nvSpPr>
        <p:spPr>
          <a:xfrm>
            <a:off x="8343646" y="5080816"/>
            <a:ext cx="3500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600" err="1">
                <a:solidFill>
                  <a:schemeClr val="tx1"/>
                </a:solidFill>
              </a:rPr>
              <a:t>ip-paris.fr</a:t>
            </a:r>
            <a:endParaRPr lang="fr-FR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616440"/>
      </p:ext>
    </p:extLst>
  </p:cSld>
  <p:clrMapOvr>
    <a:masterClrMapping/>
  </p:clrMapOvr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e de couvertur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E186DB2F-7D29-4CE0-87AA-38D858BA50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9C3298E9-4B6B-4DE3-BC1D-DEA3FEBE4A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383933" y="-6442325"/>
            <a:ext cx="20959864" cy="2015243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F9B8327-15DB-4DDC-B928-3349A59828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3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1" name="Graphique 7">
            <a:extLst>
              <a:ext uri="{FF2B5EF4-FFF2-40B4-BE49-F238E27FC236}">
                <a16:creationId xmlns:a16="http://schemas.microsoft.com/office/drawing/2014/main" id="{83C1AD44-A9CD-4E4B-A88B-D70D591C767B}"/>
              </a:ext>
            </a:extLst>
          </p:cNvPr>
          <p:cNvGrpSpPr/>
          <p:nvPr/>
        </p:nvGrpSpPr>
        <p:grpSpPr>
          <a:xfrm>
            <a:off x="3706034" y="6364958"/>
            <a:ext cx="193675" cy="193675"/>
            <a:chOff x="10490472" y="6375399"/>
            <a:chExt cx="193675" cy="193675"/>
          </a:xfrm>
          <a:solidFill>
            <a:schemeClr val="accent1"/>
          </a:solidFill>
        </p:grpSpPr>
        <p:grpSp>
          <p:nvGrpSpPr>
            <p:cNvPr id="12" name="Graphique 7">
              <a:extLst>
                <a:ext uri="{FF2B5EF4-FFF2-40B4-BE49-F238E27FC236}">
                  <a16:creationId xmlns:a16="http://schemas.microsoft.com/office/drawing/2014/main" id="{83C1AD44-A9CD-4E4B-A88B-D70D591C767B}"/>
                </a:ext>
              </a:extLst>
            </p:cNvPr>
            <p:cNvGrpSpPr/>
            <p:nvPr/>
          </p:nvGrpSpPr>
          <p:grpSpPr>
            <a:xfrm>
              <a:off x="10490472" y="6375399"/>
              <a:ext cx="193746" cy="193746"/>
              <a:chOff x="10490472" y="6375399"/>
              <a:chExt cx="193746" cy="193746"/>
            </a:xfrm>
            <a:grpFill/>
          </p:grpSpPr>
          <p:sp>
            <p:nvSpPr>
              <p:cNvPr id="16" name="Forme libre : forme 15">
                <a:extLst>
                  <a:ext uri="{FF2B5EF4-FFF2-40B4-BE49-F238E27FC236}">
                    <a16:creationId xmlns:a16="http://schemas.microsoft.com/office/drawing/2014/main" id="{20F63E40-D19C-40E2-AAE5-B404CAAA0623}"/>
                  </a:ext>
                </a:extLst>
              </p:cNvPr>
              <p:cNvSpPr/>
              <p:nvPr/>
            </p:nvSpPr>
            <p:spPr>
              <a:xfrm>
                <a:off x="10490472" y="6375399"/>
                <a:ext cx="193746" cy="193746"/>
              </a:xfrm>
              <a:custGeom>
                <a:avLst/>
                <a:gdLst>
                  <a:gd name="connsiteX0" fmla="*/ 140278 w 193746"/>
                  <a:gd name="connsiteY0" fmla="*/ 0 h 193746"/>
                  <a:gd name="connsiteX1" fmla="*/ 53466 w 193746"/>
                  <a:gd name="connsiteY1" fmla="*/ 0 h 193746"/>
                  <a:gd name="connsiteX2" fmla="*/ 0 w 193746"/>
                  <a:gd name="connsiteY2" fmla="*/ 53467 h 193746"/>
                  <a:gd name="connsiteX3" fmla="*/ 0 w 193746"/>
                  <a:gd name="connsiteY3" fmla="*/ 140279 h 193746"/>
                  <a:gd name="connsiteX4" fmla="*/ 53466 w 193746"/>
                  <a:gd name="connsiteY4" fmla="*/ 193746 h 193746"/>
                  <a:gd name="connsiteX5" fmla="*/ 140278 w 193746"/>
                  <a:gd name="connsiteY5" fmla="*/ 193746 h 193746"/>
                  <a:gd name="connsiteX6" fmla="*/ 193746 w 193746"/>
                  <a:gd name="connsiteY6" fmla="*/ 140279 h 193746"/>
                  <a:gd name="connsiteX7" fmla="*/ 193746 w 193746"/>
                  <a:gd name="connsiteY7" fmla="*/ 53467 h 193746"/>
                  <a:gd name="connsiteX8" fmla="*/ 140278 w 193746"/>
                  <a:gd name="connsiteY8" fmla="*/ 0 h 193746"/>
                  <a:gd name="connsiteX9" fmla="*/ 176557 w 193746"/>
                  <a:gd name="connsiteY9" fmla="*/ 140279 h 193746"/>
                  <a:gd name="connsiteX10" fmla="*/ 140279 w 193746"/>
                  <a:gd name="connsiteY10" fmla="*/ 176556 h 193746"/>
                  <a:gd name="connsiteX11" fmla="*/ 53466 w 193746"/>
                  <a:gd name="connsiteY11" fmla="*/ 176556 h 193746"/>
                  <a:gd name="connsiteX12" fmla="*/ 17190 w 193746"/>
                  <a:gd name="connsiteY12" fmla="*/ 140279 h 193746"/>
                  <a:gd name="connsiteX13" fmla="*/ 17190 w 193746"/>
                  <a:gd name="connsiteY13" fmla="*/ 53467 h 193746"/>
                  <a:gd name="connsiteX14" fmla="*/ 53466 w 193746"/>
                  <a:gd name="connsiteY14" fmla="*/ 17190 h 193746"/>
                  <a:gd name="connsiteX15" fmla="*/ 140278 w 193746"/>
                  <a:gd name="connsiteY15" fmla="*/ 17190 h 193746"/>
                  <a:gd name="connsiteX16" fmla="*/ 176556 w 193746"/>
                  <a:gd name="connsiteY16" fmla="*/ 53467 h 193746"/>
                  <a:gd name="connsiteX17" fmla="*/ 176556 w 193746"/>
                  <a:gd name="connsiteY17" fmla="*/ 140279 h 193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3746" h="193746">
                    <a:moveTo>
                      <a:pt x="140278" y="0"/>
                    </a:moveTo>
                    <a:lnTo>
                      <a:pt x="53466" y="0"/>
                    </a:lnTo>
                    <a:cubicBezTo>
                      <a:pt x="23985" y="0"/>
                      <a:pt x="0" y="23986"/>
                      <a:pt x="0" y="53467"/>
                    </a:cubicBezTo>
                    <a:lnTo>
                      <a:pt x="0" y="140279"/>
                    </a:lnTo>
                    <a:cubicBezTo>
                      <a:pt x="0" y="169761"/>
                      <a:pt x="23985" y="193746"/>
                      <a:pt x="53466" y="193746"/>
                    </a:cubicBezTo>
                    <a:lnTo>
                      <a:pt x="140278" y="193746"/>
                    </a:lnTo>
                    <a:cubicBezTo>
                      <a:pt x="169761" y="193746"/>
                      <a:pt x="193746" y="169760"/>
                      <a:pt x="193746" y="140279"/>
                    </a:cubicBezTo>
                    <a:lnTo>
                      <a:pt x="193746" y="53467"/>
                    </a:lnTo>
                    <a:cubicBezTo>
                      <a:pt x="193747" y="23986"/>
                      <a:pt x="169761" y="0"/>
                      <a:pt x="140278" y="0"/>
                    </a:cubicBezTo>
                    <a:close/>
                    <a:moveTo>
                      <a:pt x="176557" y="140279"/>
                    </a:moveTo>
                    <a:cubicBezTo>
                      <a:pt x="176557" y="160283"/>
                      <a:pt x="160283" y="176556"/>
                      <a:pt x="140279" y="176556"/>
                    </a:cubicBezTo>
                    <a:lnTo>
                      <a:pt x="53466" y="176556"/>
                    </a:lnTo>
                    <a:cubicBezTo>
                      <a:pt x="33463" y="176557"/>
                      <a:pt x="17190" y="160283"/>
                      <a:pt x="17190" y="140279"/>
                    </a:cubicBezTo>
                    <a:lnTo>
                      <a:pt x="17190" y="53467"/>
                    </a:lnTo>
                    <a:cubicBezTo>
                      <a:pt x="17190" y="33465"/>
                      <a:pt x="33463" y="17190"/>
                      <a:pt x="53466" y="17190"/>
                    </a:cubicBezTo>
                    <a:lnTo>
                      <a:pt x="140278" y="17190"/>
                    </a:lnTo>
                    <a:cubicBezTo>
                      <a:pt x="160282" y="17190"/>
                      <a:pt x="176556" y="33465"/>
                      <a:pt x="176556" y="53467"/>
                    </a:cubicBezTo>
                    <a:lnTo>
                      <a:pt x="176556" y="140279"/>
                    </a:lnTo>
                    <a:close/>
                  </a:path>
                </a:pathLst>
              </a:custGeom>
              <a:grpFill/>
              <a:ln w="11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l"/>
                <a:endParaRPr lang="fr-FR"/>
              </a:p>
            </p:txBody>
          </p:sp>
          <p:sp>
            <p:nvSpPr>
              <p:cNvPr id="18" name="Forme libre : forme 17">
                <a:extLst>
                  <a:ext uri="{FF2B5EF4-FFF2-40B4-BE49-F238E27FC236}">
                    <a16:creationId xmlns:a16="http://schemas.microsoft.com/office/drawing/2014/main" id="{CDF3FEA9-C68D-4EA9-BC06-F3A9A4B6417C}"/>
                  </a:ext>
                </a:extLst>
              </p:cNvPr>
              <p:cNvSpPr/>
              <p:nvPr/>
            </p:nvSpPr>
            <p:spPr>
              <a:xfrm>
                <a:off x="10537421" y="6422350"/>
                <a:ext cx="99846" cy="99844"/>
              </a:xfrm>
              <a:custGeom>
                <a:avLst/>
                <a:gdLst>
                  <a:gd name="connsiteX0" fmla="*/ 49923 w 99846"/>
                  <a:gd name="connsiteY0" fmla="*/ 0 h 99844"/>
                  <a:gd name="connsiteX1" fmla="*/ 0 w 99846"/>
                  <a:gd name="connsiteY1" fmla="*/ 49923 h 99844"/>
                  <a:gd name="connsiteX2" fmla="*/ 49923 w 99846"/>
                  <a:gd name="connsiteY2" fmla="*/ 99845 h 99844"/>
                  <a:gd name="connsiteX3" fmla="*/ 99847 w 99846"/>
                  <a:gd name="connsiteY3" fmla="*/ 49923 h 99844"/>
                  <a:gd name="connsiteX4" fmla="*/ 49923 w 99846"/>
                  <a:gd name="connsiteY4" fmla="*/ 0 h 99844"/>
                  <a:gd name="connsiteX5" fmla="*/ 49923 w 99846"/>
                  <a:gd name="connsiteY5" fmla="*/ 82653 h 99844"/>
                  <a:gd name="connsiteX6" fmla="*/ 17190 w 99846"/>
                  <a:gd name="connsiteY6" fmla="*/ 49922 h 99844"/>
                  <a:gd name="connsiteX7" fmla="*/ 49923 w 99846"/>
                  <a:gd name="connsiteY7" fmla="*/ 17189 h 99844"/>
                  <a:gd name="connsiteX8" fmla="*/ 82657 w 99846"/>
                  <a:gd name="connsiteY8" fmla="*/ 49922 h 99844"/>
                  <a:gd name="connsiteX9" fmla="*/ 49923 w 99846"/>
                  <a:gd name="connsiteY9" fmla="*/ 82653 h 99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9846" h="99844">
                    <a:moveTo>
                      <a:pt x="49923" y="0"/>
                    </a:moveTo>
                    <a:cubicBezTo>
                      <a:pt x="22395" y="0"/>
                      <a:pt x="0" y="22395"/>
                      <a:pt x="0" y="49923"/>
                    </a:cubicBezTo>
                    <a:cubicBezTo>
                      <a:pt x="0" y="77451"/>
                      <a:pt x="22395" y="99845"/>
                      <a:pt x="49923" y="99845"/>
                    </a:cubicBezTo>
                    <a:cubicBezTo>
                      <a:pt x="77452" y="99845"/>
                      <a:pt x="99847" y="77451"/>
                      <a:pt x="99847" y="49923"/>
                    </a:cubicBezTo>
                    <a:cubicBezTo>
                      <a:pt x="99847" y="22395"/>
                      <a:pt x="77452" y="0"/>
                      <a:pt x="49923" y="0"/>
                    </a:cubicBezTo>
                    <a:close/>
                    <a:moveTo>
                      <a:pt x="49923" y="82653"/>
                    </a:moveTo>
                    <a:cubicBezTo>
                      <a:pt x="31875" y="82653"/>
                      <a:pt x="17190" y="67971"/>
                      <a:pt x="17190" y="49922"/>
                    </a:cubicBezTo>
                    <a:cubicBezTo>
                      <a:pt x="17190" y="31873"/>
                      <a:pt x="31874" y="17189"/>
                      <a:pt x="49923" y="17189"/>
                    </a:cubicBezTo>
                    <a:cubicBezTo>
                      <a:pt x="67973" y="17189"/>
                      <a:pt x="82657" y="31873"/>
                      <a:pt x="82657" y="49922"/>
                    </a:cubicBezTo>
                    <a:cubicBezTo>
                      <a:pt x="82657" y="67971"/>
                      <a:pt x="67972" y="82653"/>
                      <a:pt x="49923" y="82653"/>
                    </a:cubicBezTo>
                    <a:close/>
                  </a:path>
                </a:pathLst>
              </a:custGeom>
              <a:grpFill/>
              <a:ln w="11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l"/>
                <a:endParaRPr lang="fr-FR"/>
              </a:p>
            </p:txBody>
          </p:sp>
          <p:sp>
            <p:nvSpPr>
              <p:cNvPr id="19" name="Forme libre : forme 18">
                <a:extLst>
                  <a:ext uri="{FF2B5EF4-FFF2-40B4-BE49-F238E27FC236}">
                    <a16:creationId xmlns:a16="http://schemas.microsoft.com/office/drawing/2014/main" id="{7770CCC7-F398-4AF3-AF14-C67614F38069}"/>
                  </a:ext>
                </a:extLst>
              </p:cNvPr>
              <p:cNvSpPr/>
              <p:nvPr/>
            </p:nvSpPr>
            <p:spPr>
              <a:xfrm>
                <a:off x="10626756" y="6407774"/>
                <a:ext cx="25212" cy="25212"/>
              </a:xfrm>
              <a:custGeom>
                <a:avLst/>
                <a:gdLst>
                  <a:gd name="connsiteX0" fmla="*/ 12606 w 25212"/>
                  <a:gd name="connsiteY0" fmla="*/ 0 h 25212"/>
                  <a:gd name="connsiteX1" fmla="*/ 3702 w 25212"/>
                  <a:gd name="connsiteY1" fmla="*/ 3690 h 25212"/>
                  <a:gd name="connsiteX2" fmla="*/ 0 w 25212"/>
                  <a:gd name="connsiteY2" fmla="*/ 12606 h 25212"/>
                  <a:gd name="connsiteX3" fmla="*/ 3702 w 25212"/>
                  <a:gd name="connsiteY3" fmla="*/ 21522 h 25212"/>
                  <a:gd name="connsiteX4" fmla="*/ 12606 w 25212"/>
                  <a:gd name="connsiteY4" fmla="*/ 25212 h 25212"/>
                  <a:gd name="connsiteX5" fmla="*/ 21522 w 25212"/>
                  <a:gd name="connsiteY5" fmla="*/ 21522 h 25212"/>
                  <a:gd name="connsiteX6" fmla="*/ 25212 w 25212"/>
                  <a:gd name="connsiteY6" fmla="*/ 12606 h 25212"/>
                  <a:gd name="connsiteX7" fmla="*/ 21522 w 25212"/>
                  <a:gd name="connsiteY7" fmla="*/ 3690 h 25212"/>
                  <a:gd name="connsiteX8" fmla="*/ 12606 w 25212"/>
                  <a:gd name="connsiteY8" fmla="*/ 0 h 25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212" h="25212">
                    <a:moveTo>
                      <a:pt x="12606" y="0"/>
                    </a:moveTo>
                    <a:cubicBezTo>
                      <a:pt x="9294" y="0"/>
                      <a:pt x="6041" y="1341"/>
                      <a:pt x="3702" y="3690"/>
                    </a:cubicBezTo>
                    <a:cubicBezTo>
                      <a:pt x="1351" y="6028"/>
                      <a:pt x="0" y="9283"/>
                      <a:pt x="0" y="12606"/>
                    </a:cubicBezTo>
                    <a:cubicBezTo>
                      <a:pt x="0" y="15919"/>
                      <a:pt x="1352" y="19173"/>
                      <a:pt x="3702" y="21522"/>
                    </a:cubicBezTo>
                    <a:cubicBezTo>
                      <a:pt x="6039" y="23860"/>
                      <a:pt x="9294" y="25212"/>
                      <a:pt x="12606" y="25212"/>
                    </a:cubicBezTo>
                    <a:cubicBezTo>
                      <a:pt x="15929" y="25212"/>
                      <a:pt x="19173" y="23860"/>
                      <a:pt x="21522" y="21522"/>
                    </a:cubicBezTo>
                    <a:cubicBezTo>
                      <a:pt x="23871" y="19173"/>
                      <a:pt x="25212" y="15918"/>
                      <a:pt x="25212" y="12606"/>
                    </a:cubicBezTo>
                    <a:cubicBezTo>
                      <a:pt x="25212" y="9283"/>
                      <a:pt x="23871" y="6028"/>
                      <a:pt x="21522" y="3690"/>
                    </a:cubicBezTo>
                    <a:cubicBezTo>
                      <a:pt x="19184" y="1341"/>
                      <a:pt x="15929" y="0"/>
                      <a:pt x="12606" y="0"/>
                    </a:cubicBezTo>
                    <a:close/>
                  </a:path>
                </a:pathLst>
              </a:custGeom>
              <a:grpFill/>
              <a:ln w="11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l"/>
                <a:endParaRPr lang="fr-FR"/>
              </a:p>
            </p:txBody>
          </p:sp>
        </p:grpSp>
      </p:grpSp>
      <p:grpSp>
        <p:nvGrpSpPr>
          <p:cNvPr id="20" name="Graphique 2">
            <a:extLst>
              <a:ext uri="{FF2B5EF4-FFF2-40B4-BE49-F238E27FC236}">
                <a16:creationId xmlns:a16="http://schemas.microsoft.com/office/drawing/2014/main" id="{9401FED0-1A6E-4FFD-B77B-FE371F0B5CCD}"/>
              </a:ext>
            </a:extLst>
          </p:cNvPr>
          <p:cNvGrpSpPr/>
          <p:nvPr/>
        </p:nvGrpSpPr>
        <p:grpSpPr>
          <a:xfrm>
            <a:off x="4109424" y="6364958"/>
            <a:ext cx="193675" cy="193675"/>
            <a:chOff x="10734728" y="6375399"/>
            <a:chExt cx="193675" cy="193675"/>
          </a:xfrm>
          <a:solidFill>
            <a:schemeClr val="accent1"/>
          </a:solidFill>
        </p:grpSpPr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3A6A225C-B175-4F86-9F2D-FCDC92450AD0}"/>
                </a:ext>
              </a:extLst>
            </p:cNvPr>
            <p:cNvSpPr/>
            <p:nvPr/>
          </p:nvSpPr>
          <p:spPr>
            <a:xfrm>
              <a:off x="10734728" y="6375801"/>
              <a:ext cx="193279" cy="192474"/>
            </a:xfrm>
            <a:custGeom>
              <a:avLst/>
              <a:gdLst>
                <a:gd name="connsiteX0" fmla="*/ 96640 w 193279"/>
                <a:gd name="connsiteY0" fmla="*/ 0 h 192474"/>
                <a:gd name="connsiteX1" fmla="*/ 0 w 193279"/>
                <a:gd name="connsiteY1" fmla="*/ 96640 h 192474"/>
                <a:gd name="connsiteX2" fmla="*/ 80523 w 193279"/>
                <a:gd name="connsiteY2" fmla="*/ 191829 h 192474"/>
                <a:gd name="connsiteX3" fmla="*/ 80523 w 193279"/>
                <a:gd name="connsiteY3" fmla="*/ 116802 h 192474"/>
                <a:gd name="connsiteX4" fmla="*/ 57210 w 193279"/>
                <a:gd name="connsiteY4" fmla="*/ 116802 h 192474"/>
                <a:gd name="connsiteX5" fmla="*/ 57210 w 193279"/>
                <a:gd name="connsiteY5" fmla="*/ 89803 h 192474"/>
                <a:gd name="connsiteX6" fmla="*/ 80523 w 193279"/>
                <a:gd name="connsiteY6" fmla="*/ 89803 h 192474"/>
                <a:gd name="connsiteX7" fmla="*/ 80523 w 193279"/>
                <a:gd name="connsiteY7" fmla="*/ 69895 h 192474"/>
                <a:gd name="connsiteX8" fmla="*/ 115240 w 193279"/>
                <a:gd name="connsiteY8" fmla="*/ 34208 h 192474"/>
                <a:gd name="connsiteX9" fmla="*/ 136056 w 193279"/>
                <a:gd name="connsiteY9" fmla="*/ 35267 h 192474"/>
                <a:gd name="connsiteX10" fmla="*/ 136056 w 193279"/>
                <a:gd name="connsiteY10" fmla="*/ 59412 h 192474"/>
                <a:gd name="connsiteX11" fmla="*/ 121762 w 193279"/>
                <a:gd name="connsiteY11" fmla="*/ 59419 h 192474"/>
                <a:gd name="connsiteX12" fmla="*/ 108396 w 193279"/>
                <a:gd name="connsiteY12" fmla="*/ 72558 h 192474"/>
                <a:gd name="connsiteX13" fmla="*/ 108396 w 193279"/>
                <a:gd name="connsiteY13" fmla="*/ 89789 h 192474"/>
                <a:gd name="connsiteX14" fmla="*/ 135133 w 193279"/>
                <a:gd name="connsiteY14" fmla="*/ 89789 h 192474"/>
                <a:gd name="connsiteX15" fmla="*/ 131646 w 193279"/>
                <a:gd name="connsiteY15" fmla="*/ 116788 h 192474"/>
                <a:gd name="connsiteX16" fmla="*/ 108396 w 193279"/>
                <a:gd name="connsiteY16" fmla="*/ 116788 h 192474"/>
                <a:gd name="connsiteX17" fmla="*/ 108396 w 193279"/>
                <a:gd name="connsiteY17" fmla="*/ 192475 h 192474"/>
                <a:gd name="connsiteX18" fmla="*/ 193280 w 193279"/>
                <a:gd name="connsiteY18" fmla="*/ 96613 h 192474"/>
                <a:gd name="connsiteX19" fmla="*/ 96640 w 193279"/>
                <a:gd name="connsiteY19" fmla="*/ 0 h 19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93279" h="192474">
                  <a:moveTo>
                    <a:pt x="96640" y="0"/>
                  </a:moveTo>
                  <a:cubicBezTo>
                    <a:pt x="43268" y="0"/>
                    <a:pt x="0" y="43268"/>
                    <a:pt x="0" y="96640"/>
                  </a:cubicBezTo>
                  <a:cubicBezTo>
                    <a:pt x="0" y="144509"/>
                    <a:pt x="34841" y="184153"/>
                    <a:pt x="80523" y="191829"/>
                  </a:cubicBezTo>
                  <a:lnTo>
                    <a:pt x="80523" y="116802"/>
                  </a:lnTo>
                  <a:lnTo>
                    <a:pt x="57210" y="116802"/>
                  </a:lnTo>
                  <a:lnTo>
                    <a:pt x="57210" y="89803"/>
                  </a:lnTo>
                  <a:lnTo>
                    <a:pt x="80523" y="89803"/>
                  </a:lnTo>
                  <a:lnTo>
                    <a:pt x="80523" y="69895"/>
                  </a:lnTo>
                  <a:cubicBezTo>
                    <a:pt x="80523" y="46796"/>
                    <a:pt x="94631" y="34208"/>
                    <a:pt x="115240" y="34208"/>
                  </a:cubicBezTo>
                  <a:cubicBezTo>
                    <a:pt x="125111" y="34208"/>
                    <a:pt x="133593" y="34943"/>
                    <a:pt x="136056" y="35267"/>
                  </a:cubicBezTo>
                  <a:lnTo>
                    <a:pt x="136056" y="59412"/>
                  </a:lnTo>
                  <a:lnTo>
                    <a:pt x="121762" y="59419"/>
                  </a:lnTo>
                  <a:cubicBezTo>
                    <a:pt x="110556" y="59419"/>
                    <a:pt x="108396" y="64743"/>
                    <a:pt x="108396" y="72558"/>
                  </a:cubicBezTo>
                  <a:lnTo>
                    <a:pt x="108396" y="89789"/>
                  </a:lnTo>
                  <a:lnTo>
                    <a:pt x="135133" y="89789"/>
                  </a:lnTo>
                  <a:lnTo>
                    <a:pt x="131646" y="116788"/>
                  </a:lnTo>
                  <a:lnTo>
                    <a:pt x="108396" y="116788"/>
                  </a:lnTo>
                  <a:lnTo>
                    <a:pt x="108396" y="192475"/>
                  </a:lnTo>
                  <a:cubicBezTo>
                    <a:pt x="156210" y="186655"/>
                    <a:pt x="193280" y="146002"/>
                    <a:pt x="193280" y="96613"/>
                  </a:cubicBezTo>
                  <a:cubicBezTo>
                    <a:pt x="193280" y="43268"/>
                    <a:pt x="150012" y="0"/>
                    <a:pt x="96640" y="0"/>
                  </a:cubicBezTo>
                  <a:close/>
                </a:path>
              </a:pathLst>
            </a:custGeom>
            <a:grpFill/>
            <a:ln w="11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fr-FR"/>
            </a:p>
          </p:txBody>
        </p:sp>
      </p:grpSp>
      <p:grpSp>
        <p:nvGrpSpPr>
          <p:cNvPr id="22" name="Graphique 5">
            <a:extLst>
              <a:ext uri="{FF2B5EF4-FFF2-40B4-BE49-F238E27FC236}">
                <a16:creationId xmlns:a16="http://schemas.microsoft.com/office/drawing/2014/main" id="{049CBD90-75C7-47ED-B496-8C528DE04E0A}"/>
              </a:ext>
            </a:extLst>
          </p:cNvPr>
          <p:cNvGrpSpPr/>
          <p:nvPr/>
        </p:nvGrpSpPr>
        <p:grpSpPr>
          <a:xfrm>
            <a:off x="4512814" y="6364959"/>
            <a:ext cx="193673" cy="193673"/>
            <a:chOff x="11169267" y="6375401"/>
            <a:chExt cx="193673" cy="193673"/>
          </a:xfrm>
          <a:solidFill>
            <a:schemeClr val="accent1"/>
          </a:solidFill>
        </p:grpSpPr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CB030C3D-33EC-4F77-8122-0EF89340D59F}"/>
                </a:ext>
              </a:extLst>
            </p:cNvPr>
            <p:cNvSpPr/>
            <p:nvPr/>
          </p:nvSpPr>
          <p:spPr>
            <a:xfrm>
              <a:off x="11169267" y="6375401"/>
              <a:ext cx="193673" cy="193673"/>
            </a:xfrm>
            <a:custGeom>
              <a:avLst/>
              <a:gdLst>
                <a:gd name="connsiteX0" fmla="*/ 96837 w 193673"/>
                <a:gd name="connsiteY0" fmla="*/ 0 h 193673"/>
                <a:gd name="connsiteX1" fmla="*/ 0 w 193673"/>
                <a:gd name="connsiteY1" fmla="*/ 96837 h 193673"/>
                <a:gd name="connsiteX2" fmla="*/ 96837 w 193673"/>
                <a:gd name="connsiteY2" fmla="*/ 193673 h 193673"/>
                <a:gd name="connsiteX3" fmla="*/ 193673 w 193673"/>
                <a:gd name="connsiteY3" fmla="*/ 96837 h 193673"/>
                <a:gd name="connsiteX4" fmla="*/ 96837 w 193673"/>
                <a:gd name="connsiteY4" fmla="*/ 0 h 193673"/>
                <a:gd name="connsiteX5" fmla="*/ 61104 w 193673"/>
                <a:gd name="connsiteY5" fmla="*/ 125324 h 193673"/>
                <a:gd name="connsiteX6" fmla="*/ 32617 w 193673"/>
                <a:gd name="connsiteY6" fmla="*/ 96831 h 193673"/>
                <a:gd name="connsiteX7" fmla="*/ 61104 w 193673"/>
                <a:gd name="connsiteY7" fmla="*/ 68349 h 193673"/>
                <a:gd name="connsiteX8" fmla="*/ 89591 w 193673"/>
                <a:gd name="connsiteY8" fmla="*/ 96831 h 193673"/>
                <a:gd name="connsiteX9" fmla="*/ 61104 w 193673"/>
                <a:gd name="connsiteY9" fmla="*/ 125324 h 193673"/>
                <a:gd name="connsiteX10" fmla="*/ 132569 w 193673"/>
                <a:gd name="connsiteY10" fmla="*/ 125324 h 193673"/>
                <a:gd name="connsiteX11" fmla="*/ 104088 w 193673"/>
                <a:gd name="connsiteY11" fmla="*/ 96831 h 193673"/>
                <a:gd name="connsiteX12" fmla="*/ 132569 w 193673"/>
                <a:gd name="connsiteY12" fmla="*/ 68349 h 193673"/>
                <a:gd name="connsiteX13" fmla="*/ 161051 w 193673"/>
                <a:gd name="connsiteY13" fmla="*/ 96831 h 193673"/>
                <a:gd name="connsiteX14" fmla="*/ 132569 w 193673"/>
                <a:gd name="connsiteY14" fmla="*/ 125324 h 19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3673" h="193673">
                  <a:moveTo>
                    <a:pt x="96837" y="0"/>
                  </a:moveTo>
                  <a:cubicBezTo>
                    <a:pt x="43354" y="0"/>
                    <a:pt x="0" y="43349"/>
                    <a:pt x="0" y="96837"/>
                  </a:cubicBezTo>
                  <a:cubicBezTo>
                    <a:pt x="0" y="150330"/>
                    <a:pt x="43354" y="193673"/>
                    <a:pt x="96837" y="193673"/>
                  </a:cubicBezTo>
                  <a:cubicBezTo>
                    <a:pt x="150319" y="193673"/>
                    <a:pt x="193673" y="150330"/>
                    <a:pt x="193673" y="96837"/>
                  </a:cubicBezTo>
                  <a:cubicBezTo>
                    <a:pt x="193673" y="43349"/>
                    <a:pt x="150319" y="0"/>
                    <a:pt x="96837" y="0"/>
                  </a:cubicBezTo>
                  <a:close/>
                  <a:moveTo>
                    <a:pt x="61104" y="125324"/>
                  </a:moveTo>
                  <a:cubicBezTo>
                    <a:pt x="45371" y="125324"/>
                    <a:pt x="32617" y="112558"/>
                    <a:pt x="32617" y="96831"/>
                  </a:cubicBezTo>
                  <a:cubicBezTo>
                    <a:pt x="32617" y="81098"/>
                    <a:pt x="45371" y="68349"/>
                    <a:pt x="61104" y="68349"/>
                  </a:cubicBezTo>
                  <a:cubicBezTo>
                    <a:pt x="76831" y="68349"/>
                    <a:pt x="89591" y="81098"/>
                    <a:pt x="89591" y="96831"/>
                  </a:cubicBezTo>
                  <a:cubicBezTo>
                    <a:pt x="89591" y="112558"/>
                    <a:pt x="76831" y="125324"/>
                    <a:pt x="61104" y="125324"/>
                  </a:cubicBezTo>
                  <a:close/>
                  <a:moveTo>
                    <a:pt x="132569" y="125324"/>
                  </a:moveTo>
                  <a:cubicBezTo>
                    <a:pt x="116836" y="125324"/>
                    <a:pt x="104088" y="112558"/>
                    <a:pt x="104088" y="96831"/>
                  </a:cubicBezTo>
                  <a:cubicBezTo>
                    <a:pt x="104088" y="81098"/>
                    <a:pt x="116836" y="68349"/>
                    <a:pt x="132569" y="68349"/>
                  </a:cubicBezTo>
                  <a:cubicBezTo>
                    <a:pt x="148302" y="68349"/>
                    <a:pt x="161051" y="81098"/>
                    <a:pt x="161051" y="96831"/>
                  </a:cubicBezTo>
                  <a:cubicBezTo>
                    <a:pt x="161051" y="112558"/>
                    <a:pt x="148302" y="125324"/>
                    <a:pt x="132569" y="125324"/>
                  </a:cubicBezTo>
                  <a:close/>
                </a:path>
              </a:pathLst>
            </a:custGeom>
            <a:grpFill/>
            <a:ln w="560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fr-FR"/>
            </a:p>
          </p:txBody>
        </p:sp>
      </p:grpSp>
      <p:grpSp>
        <p:nvGrpSpPr>
          <p:cNvPr id="24" name="Graphique 9">
            <a:extLst>
              <a:ext uri="{FF2B5EF4-FFF2-40B4-BE49-F238E27FC236}">
                <a16:creationId xmlns:a16="http://schemas.microsoft.com/office/drawing/2014/main" id="{23536F57-EC62-42E4-A6A4-23561A434EBD}"/>
              </a:ext>
            </a:extLst>
          </p:cNvPr>
          <p:cNvGrpSpPr/>
          <p:nvPr/>
        </p:nvGrpSpPr>
        <p:grpSpPr>
          <a:xfrm>
            <a:off x="4916203" y="6364958"/>
            <a:ext cx="193674" cy="193674"/>
            <a:chOff x="11700641" y="6375400"/>
            <a:chExt cx="193674" cy="193674"/>
          </a:xfrm>
          <a:solidFill>
            <a:schemeClr val="accent1"/>
          </a:solidFill>
        </p:grpSpPr>
        <p:grpSp>
          <p:nvGrpSpPr>
            <p:cNvPr id="25" name="Graphique 9">
              <a:extLst>
                <a:ext uri="{FF2B5EF4-FFF2-40B4-BE49-F238E27FC236}">
                  <a16:creationId xmlns:a16="http://schemas.microsoft.com/office/drawing/2014/main" id="{23536F57-EC62-42E4-A6A4-23561A434EBD}"/>
                </a:ext>
              </a:extLst>
            </p:cNvPr>
            <p:cNvGrpSpPr/>
            <p:nvPr/>
          </p:nvGrpSpPr>
          <p:grpSpPr>
            <a:xfrm>
              <a:off x="11717377" y="6375400"/>
              <a:ext cx="160058" cy="193533"/>
              <a:chOff x="11717377" y="6375400"/>
              <a:chExt cx="160058" cy="193533"/>
            </a:xfrm>
            <a:grpFill/>
          </p:grpSpPr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3B5AE801-BA57-494F-AE9A-A5FDC1460DFB}"/>
                  </a:ext>
                </a:extLst>
              </p:cNvPr>
              <p:cNvSpPr/>
              <p:nvPr/>
            </p:nvSpPr>
            <p:spPr>
              <a:xfrm>
                <a:off x="11717377" y="6457479"/>
                <a:ext cx="160058" cy="111454"/>
              </a:xfrm>
              <a:custGeom>
                <a:avLst/>
                <a:gdLst>
                  <a:gd name="connsiteX0" fmla="*/ 157250 w 160058"/>
                  <a:gd name="connsiteY0" fmla="*/ 17926 h 111454"/>
                  <a:gd name="connsiteX1" fmla="*/ 151040 w 160058"/>
                  <a:gd name="connsiteY1" fmla="*/ 7235 h 111454"/>
                  <a:gd name="connsiteX2" fmla="*/ 139968 w 160058"/>
                  <a:gd name="connsiteY2" fmla="*/ 2159 h 111454"/>
                  <a:gd name="connsiteX3" fmla="*/ 80029 w 160058"/>
                  <a:gd name="connsiteY3" fmla="*/ 0 h 111454"/>
                  <a:gd name="connsiteX4" fmla="*/ 20197 w 160058"/>
                  <a:gd name="connsiteY4" fmla="*/ 2159 h 111454"/>
                  <a:gd name="connsiteX5" fmla="*/ 9073 w 160058"/>
                  <a:gd name="connsiteY5" fmla="*/ 7235 h 111454"/>
                  <a:gd name="connsiteX6" fmla="*/ 2808 w 160058"/>
                  <a:gd name="connsiteY6" fmla="*/ 17926 h 111454"/>
                  <a:gd name="connsiteX7" fmla="*/ 0 w 160058"/>
                  <a:gd name="connsiteY7" fmla="*/ 55727 h 111454"/>
                  <a:gd name="connsiteX8" fmla="*/ 2808 w 160058"/>
                  <a:gd name="connsiteY8" fmla="*/ 93528 h 111454"/>
                  <a:gd name="connsiteX9" fmla="*/ 9019 w 160058"/>
                  <a:gd name="connsiteY9" fmla="*/ 104218 h 111454"/>
                  <a:gd name="connsiteX10" fmla="*/ 20089 w 160058"/>
                  <a:gd name="connsiteY10" fmla="*/ 109186 h 111454"/>
                  <a:gd name="connsiteX11" fmla="*/ 80030 w 160058"/>
                  <a:gd name="connsiteY11" fmla="*/ 111454 h 111454"/>
                  <a:gd name="connsiteX12" fmla="*/ 139968 w 160058"/>
                  <a:gd name="connsiteY12" fmla="*/ 109186 h 111454"/>
                  <a:gd name="connsiteX13" fmla="*/ 150985 w 160058"/>
                  <a:gd name="connsiteY13" fmla="*/ 104218 h 111454"/>
                  <a:gd name="connsiteX14" fmla="*/ 157249 w 160058"/>
                  <a:gd name="connsiteY14" fmla="*/ 93528 h 111454"/>
                  <a:gd name="connsiteX15" fmla="*/ 160058 w 160058"/>
                  <a:gd name="connsiteY15" fmla="*/ 55727 h 111454"/>
                  <a:gd name="connsiteX16" fmla="*/ 157250 w 160058"/>
                  <a:gd name="connsiteY16" fmla="*/ 17926 h 111454"/>
                  <a:gd name="connsiteX17" fmla="*/ 45687 w 160058"/>
                  <a:gd name="connsiteY17" fmla="*/ 28836 h 111454"/>
                  <a:gd name="connsiteX18" fmla="*/ 34132 w 160058"/>
                  <a:gd name="connsiteY18" fmla="*/ 28836 h 111454"/>
                  <a:gd name="connsiteX19" fmla="*/ 34132 w 160058"/>
                  <a:gd name="connsiteY19" fmla="*/ 90286 h 111454"/>
                  <a:gd name="connsiteX20" fmla="*/ 23332 w 160058"/>
                  <a:gd name="connsiteY20" fmla="*/ 90286 h 111454"/>
                  <a:gd name="connsiteX21" fmla="*/ 23332 w 160058"/>
                  <a:gd name="connsiteY21" fmla="*/ 28836 h 111454"/>
                  <a:gd name="connsiteX22" fmla="*/ 11992 w 160058"/>
                  <a:gd name="connsiteY22" fmla="*/ 28836 h 111454"/>
                  <a:gd name="connsiteX23" fmla="*/ 11992 w 160058"/>
                  <a:gd name="connsiteY23" fmla="*/ 18685 h 111454"/>
                  <a:gd name="connsiteX24" fmla="*/ 45688 w 160058"/>
                  <a:gd name="connsiteY24" fmla="*/ 18685 h 111454"/>
                  <a:gd name="connsiteX25" fmla="*/ 45688 w 160058"/>
                  <a:gd name="connsiteY25" fmla="*/ 28836 h 111454"/>
                  <a:gd name="connsiteX26" fmla="*/ 74846 w 160058"/>
                  <a:gd name="connsiteY26" fmla="*/ 90286 h 111454"/>
                  <a:gd name="connsiteX27" fmla="*/ 65234 w 160058"/>
                  <a:gd name="connsiteY27" fmla="*/ 90286 h 111454"/>
                  <a:gd name="connsiteX28" fmla="*/ 65234 w 160058"/>
                  <a:gd name="connsiteY28" fmla="*/ 84453 h 111454"/>
                  <a:gd name="connsiteX29" fmla="*/ 54217 w 160058"/>
                  <a:gd name="connsiteY29" fmla="*/ 91042 h 111454"/>
                  <a:gd name="connsiteX30" fmla="*/ 47955 w 160058"/>
                  <a:gd name="connsiteY30" fmla="*/ 87046 h 111454"/>
                  <a:gd name="connsiteX31" fmla="*/ 47090 w 160058"/>
                  <a:gd name="connsiteY31" fmla="*/ 79161 h 111454"/>
                  <a:gd name="connsiteX32" fmla="*/ 47090 w 160058"/>
                  <a:gd name="connsiteY32" fmla="*/ 36935 h 111454"/>
                  <a:gd name="connsiteX33" fmla="*/ 56702 w 160058"/>
                  <a:gd name="connsiteY33" fmla="*/ 36935 h 111454"/>
                  <a:gd name="connsiteX34" fmla="*/ 56702 w 160058"/>
                  <a:gd name="connsiteY34" fmla="*/ 76246 h 111454"/>
                  <a:gd name="connsiteX35" fmla="*/ 56811 w 160058"/>
                  <a:gd name="connsiteY35" fmla="*/ 80026 h 111454"/>
                  <a:gd name="connsiteX36" fmla="*/ 59079 w 160058"/>
                  <a:gd name="connsiteY36" fmla="*/ 82294 h 111454"/>
                  <a:gd name="connsiteX37" fmla="*/ 65235 w 160058"/>
                  <a:gd name="connsiteY37" fmla="*/ 77758 h 111454"/>
                  <a:gd name="connsiteX38" fmla="*/ 65235 w 160058"/>
                  <a:gd name="connsiteY38" fmla="*/ 36935 h 111454"/>
                  <a:gd name="connsiteX39" fmla="*/ 74847 w 160058"/>
                  <a:gd name="connsiteY39" fmla="*/ 36935 h 111454"/>
                  <a:gd name="connsiteX40" fmla="*/ 74847 w 160058"/>
                  <a:gd name="connsiteY40" fmla="*/ 90286 h 111454"/>
                  <a:gd name="connsiteX41" fmla="*/ 111566 w 160058"/>
                  <a:gd name="connsiteY41" fmla="*/ 74302 h 111454"/>
                  <a:gd name="connsiteX42" fmla="*/ 110598 w 160058"/>
                  <a:gd name="connsiteY42" fmla="*/ 85104 h 111454"/>
                  <a:gd name="connsiteX43" fmla="*/ 102929 w 160058"/>
                  <a:gd name="connsiteY43" fmla="*/ 91042 h 111454"/>
                  <a:gd name="connsiteX44" fmla="*/ 92884 w 160058"/>
                  <a:gd name="connsiteY44" fmla="*/ 85104 h 111454"/>
                  <a:gd name="connsiteX45" fmla="*/ 92884 w 160058"/>
                  <a:gd name="connsiteY45" fmla="*/ 90287 h 111454"/>
                  <a:gd name="connsiteX46" fmla="*/ 83273 w 160058"/>
                  <a:gd name="connsiteY46" fmla="*/ 90287 h 111454"/>
                  <a:gd name="connsiteX47" fmla="*/ 83273 w 160058"/>
                  <a:gd name="connsiteY47" fmla="*/ 18685 h 111454"/>
                  <a:gd name="connsiteX48" fmla="*/ 92884 w 160058"/>
                  <a:gd name="connsiteY48" fmla="*/ 18685 h 111454"/>
                  <a:gd name="connsiteX49" fmla="*/ 92884 w 160058"/>
                  <a:gd name="connsiteY49" fmla="*/ 42120 h 111454"/>
                  <a:gd name="connsiteX50" fmla="*/ 102929 w 160058"/>
                  <a:gd name="connsiteY50" fmla="*/ 36290 h 111454"/>
                  <a:gd name="connsiteX51" fmla="*/ 110598 w 160058"/>
                  <a:gd name="connsiteY51" fmla="*/ 42338 h 111454"/>
                  <a:gd name="connsiteX52" fmla="*/ 111566 w 160058"/>
                  <a:gd name="connsiteY52" fmla="*/ 53029 h 111454"/>
                  <a:gd name="connsiteX53" fmla="*/ 111566 w 160058"/>
                  <a:gd name="connsiteY53" fmla="*/ 74302 h 111454"/>
                  <a:gd name="connsiteX54" fmla="*/ 148070 w 160058"/>
                  <a:gd name="connsiteY54" fmla="*/ 65447 h 111454"/>
                  <a:gd name="connsiteX55" fmla="*/ 128739 w 160058"/>
                  <a:gd name="connsiteY55" fmla="*/ 65447 h 111454"/>
                  <a:gd name="connsiteX56" fmla="*/ 128739 w 160058"/>
                  <a:gd name="connsiteY56" fmla="*/ 74843 h 111454"/>
                  <a:gd name="connsiteX57" fmla="*/ 133706 w 160058"/>
                  <a:gd name="connsiteY57" fmla="*/ 82294 h 111454"/>
                  <a:gd name="connsiteX58" fmla="*/ 138026 w 160058"/>
                  <a:gd name="connsiteY58" fmla="*/ 78405 h 111454"/>
                  <a:gd name="connsiteX59" fmla="*/ 138242 w 160058"/>
                  <a:gd name="connsiteY59" fmla="*/ 71819 h 111454"/>
                  <a:gd name="connsiteX60" fmla="*/ 148069 w 160058"/>
                  <a:gd name="connsiteY60" fmla="*/ 71819 h 111454"/>
                  <a:gd name="connsiteX61" fmla="*/ 148069 w 160058"/>
                  <a:gd name="connsiteY61" fmla="*/ 73222 h 111454"/>
                  <a:gd name="connsiteX62" fmla="*/ 147853 w 160058"/>
                  <a:gd name="connsiteY62" fmla="*/ 79487 h 111454"/>
                  <a:gd name="connsiteX63" fmla="*/ 145585 w 160058"/>
                  <a:gd name="connsiteY63" fmla="*/ 85318 h 111454"/>
                  <a:gd name="connsiteX64" fmla="*/ 133919 w 160058"/>
                  <a:gd name="connsiteY64" fmla="*/ 91042 h 111454"/>
                  <a:gd name="connsiteX65" fmla="*/ 122256 w 160058"/>
                  <a:gd name="connsiteY65" fmla="*/ 85535 h 111454"/>
                  <a:gd name="connsiteX66" fmla="*/ 119126 w 160058"/>
                  <a:gd name="connsiteY66" fmla="*/ 73007 h 111454"/>
                  <a:gd name="connsiteX67" fmla="*/ 119126 w 160058"/>
                  <a:gd name="connsiteY67" fmla="*/ 54322 h 111454"/>
                  <a:gd name="connsiteX68" fmla="*/ 122147 w 160058"/>
                  <a:gd name="connsiteY68" fmla="*/ 41794 h 111454"/>
                  <a:gd name="connsiteX69" fmla="*/ 133706 w 160058"/>
                  <a:gd name="connsiteY69" fmla="*/ 36287 h 111454"/>
                  <a:gd name="connsiteX70" fmla="*/ 145153 w 160058"/>
                  <a:gd name="connsiteY70" fmla="*/ 41794 h 111454"/>
                  <a:gd name="connsiteX71" fmla="*/ 148070 w 160058"/>
                  <a:gd name="connsiteY71" fmla="*/ 54322 h 111454"/>
                  <a:gd name="connsiteX72" fmla="*/ 148070 w 160058"/>
                  <a:gd name="connsiteY72" fmla="*/ 65447 h 111454"/>
                  <a:gd name="connsiteX73" fmla="*/ 148070 w 160058"/>
                  <a:gd name="connsiteY73" fmla="*/ 65447 h 1114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</a:cxnLst>
                <a:rect l="l" t="t" r="r" b="b"/>
                <a:pathLst>
                  <a:path w="160058" h="111454">
                    <a:moveTo>
                      <a:pt x="157250" y="17926"/>
                    </a:moveTo>
                    <a:cubicBezTo>
                      <a:pt x="156315" y="13677"/>
                      <a:pt x="154243" y="10114"/>
                      <a:pt x="151040" y="7235"/>
                    </a:cubicBezTo>
                    <a:cubicBezTo>
                      <a:pt x="147835" y="4356"/>
                      <a:pt x="144146" y="2663"/>
                      <a:pt x="139968" y="2159"/>
                    </a:cubicBezTo>
                    <a:cubicBezTo>
                      <a:pt x="126721" y="719"/>
                      <a:pt x="106742" y="0"/>
                      <a:pt x="80029" y="0"/>
                    </a:cubicBezTo>
                    <a:cubicBezTo>
                      <a:pt x="53316" y="0"/>
                      <a:pt x="33373" y="720"/>
                      <a:pt x="20197" y="2159"/>
                    </a:cubicBezTo>
                    <a:cubicBezTo>
                      <a:pt x="15950" y="2663"/>
                      <a:pt x="12242" y="4356"/>
                      <a:pt x="9073" y="7235"/>
                    </a:cubicBezTo>
                    <a:cubicBezTo>
                      <a:pt x="5904" y="10115"/>
                      <a:pt x="3816" y="13679"/>
                      <a:pt x="2808" y="17926"/>
                    </a:cubicBezTo>
                    <a:cubicBezTo>
                      <a:pt x="936" y="26280"/>
                      <a:pt x="0" y="38879"/>
                      <a:pt x="0" y="55727"/>
                    </a:cubicBezTo>
                    <a:cubicBezTo>
                      <a:pt x="0" y="72862"/>
                      <a:pt x="936" y="85463"/>
                      <a:pt x="2808" y="93528"/>
                    </a:cubicBezTo>
                    <a:cubicBezTo>
                      <a:pt x="3745" y="97774"/>
                      <a:pt x="5816" y="101340"/>
                      <a:pt x="9019" y="104218"/>
                    </a:cubicBezTo>
                    <a:cubicBezTo>
                      <a:pt x="12223" y="107098"/>
                      <a:pt x="15913" y="108754"/>
                      <a:pt x="20089" y="109186"/>
                    </a:cubicBezTo>
                    <a:cubicBezTo>
                      <a:pt x="33338" y="110698"/>
                      <a:pt x="53319" y="111454"/>
                      <a:pt x="80030" y="111454"/>
                    </a:cubicBezTo>
                    <a:cubicBezTo>
                      <a:pt x="106739" y="111454"/>
                      <a:pt x="126723" y="110698"/>
                      <a:pt x="139968" y="109186"/>
                    </a:cubicBezTo>
                    <a:cubicBezTo>
                      <a:pt x="144145" y="108754"/>
                      <a:pt x="147816" y="107098"/>
                      <a:pt x="150985" y="104218"/>
                    </a:cubicBezTo>
                    <a:cubicBezTo>
                      <a:pt x="154154" y="101340"/>
                      <a:pt x="156242" y="97774"/>
                      <a:pt x="157249" y="93528"/>
                    </a:cubicBezTo>
                    <a:cubicBezTo>
                      <a:pt x="159121" y="85174"/>
                      <a:pt x="160058" y="72575"/>
                      <a:pt x="160058" y="55727"/>
                    </a:cubicBezTo>
                    <a:cubicBezTo>
                      <a:pt x="160058" y="38591"/>
                      <a:pt x="159121" y="25991"/>
                      <a:pt x="157250" y="17926"/>
                    </a:cubicBezTo>
                    <a:close/>
                    <a:moveTo>
                      <a:pt x="45687" y="28836"/>
                    </a:moveTo>
                    <a:lnTo>
                      <a:pt x="34132" y="28836"/>
                    </a:lnTo>
                    <a:lnTo>
                      <a:pt x="34132" y="90286"/>
                    </a:lnTo>
                    <a:lnTo>
                      <a:pt x="23332" y="90286"/>
                    </a:lnTo>
                    <a:lnTo>
                      <a:pt x="23332" y="28836"/>
                    </a:lnTo>
                    <a:lnTo>
                      <a:pt x="11992" y="28836"/>
                    </a:lnTo>
                    <a:lnTo>
                      <a:pt x="11992" y="18685"/>
                    </a:lnTo>
                    <a:lnTo>
                      <a:pt x="45688" y="18685"/>
                    </a:lnTo>
                    <a:lnTo>
                      <a:pt x="45688" y="28836"/>
                    </a:lnTo>
                    <a:close/>
                    <a:moveTo>
                      <a:pt x="74846" y="90286"/>
                    </a:moveTo>
                    <a:lnTo>
                      <a:pt x="65234" y="90286"/>
                    </a:lnTo>
                    <a:lnTo>
                      <a:pt x="65234" y="84453"/>
                    </a:lnTo>
                    <a:cubicBezTo>
                      <a:pt x="61347" y="88846"/>
                      <a:pt x="57673" y="91042"/>
                      <a:pt x="54217" y="91042"/>
                    </a:cubicBezTo>
                    <a:cubicBezTo>
                      <a:pt x="50906" y="91042"/>
                      <a:pt x="48818" y="89709"/>
                      <a:pt x="47955" y="87046"/>
                    </a:cubicBezTo>
                    <a:cubicBezTo>
                      <a:pt x="47379" y="85318"/>
                      <a:pt x="47090" y="82689"/>
                      <a:pt x="47090" y="79161"/>
                    </a:cubicBezTo>
                    <a:lnTo>
                      <a:pt x="47090" y="36935"/>
                    </a:lnTo>
                    <a:lnTo>
                      <a:pt x="56702" y="36935"/>
                    </a:lnTo>
                    <a:lnTo>
                      <a:pt x="56702" y="76246"/>
                    </a:lnTo>
                    <a:cubicBezTo>
                      <a:pt x="56702" y="78549"/>
                      <a:pt x="56738" y="79810"/>
                      <a:pt x="56811" y="80026"/>
                    </a:cubicBezTo>
                    <a:cubicBezTo>
                      <a:pt x="57027" y="81538"/>
                      <a:pt x="57782" y="82294"/>
                      <a:pt x="59079" y="82294"/>
                    </a:cubicBezTo>
                    <a:cubicBezTo>
                      <a:pt x="61022" y="82294"/>
                      <a:pt x="63076" y="80782"/>
                      <a:pt x="65235" y="77758"/>
                    </a:cubicBezTo>
                    <a:lnTo>
                      <a:pt x="65235" y="36935"/>
                    </a:lnTo>
                    <a:lnTo>
                      <a:pt x="74847" y="36935"/>
                    </a:lnTo>
                    <a:lnTo>
                      <a:pt x="74847" y="90286"/>
                    </a:lnTo>
                    <a:close/>
                    <a:moveTo>
                      <a:pt x="111566" y="74302"/>
                    </a:moveTo>
                    <a:cubicBezTo>
                      <a:pt x="111566" y="79557"/>
                      <a:pt x="111243" y="83160"/>
                      <a:pt x="110598" y="85104"/>
                    </a:cubicBezTo>
                    <a:cubicBezTo>
                      <a:pt x="109371" y="89062"/>
                      <a:pt x="106817" y="91042"/>
                      <a:pt x="102929" y="91042"/>
                    </a:cubicBezTo>
                    <a:cubicBezTo>
                      <a:pt x="99473" y="91042"/>
                      <a:pt x="96125" y="89062"/>
                      <a:pt x="92884" y="85104"/>
                    </a:cubicBezTo>
                    <a:lnTo>
                      <a:pt x="92884" y="90287"/>
                    </a:lnTo>
                    <a:lnTo>
                      <a:pt x="83273" y="90287"/>
                    </a:lnTo>
                    <a:lnTo>
                      <a:pt x="83273" y="18685"/>
                    </a:lnTo>
                    <a:lnTo>
                      <a:pt x="92884" y="18685"/>
                    </a:lnTo>
                    <a:lnTo>
                      <a:pt x="92884" y="42120"/>
                    </a:lnTo>
                    <a:cubicBezTo>
                      <a:pt x="95981" y="38234"/>
                      <a:pt x="99328" y="36290"/>
                      <a:pt x="102929" y="36290"/>
                    </a:cubicBezTo>
                    <a:cubicBezTo>
                      <a:pt x="106817" y="36290"/>
                      <a:pt x="109371" y="38307"/>
                      <a:pt x="110598" y="42338"/>
                    </a:cubicBezTo>
                    <a:cubicBezTo>
                      <a:pt x="111242" y="44210"/>
                      <a:pt x="111566" y="47773"/>
                      <a:pt x="111566" y="53029"/>
                    </a:cubicBezTo>
                    <a:lnTo>
                      <a:pt x="111566" y="74302"/>
                    </a:lnTo>
                    <a:close/>
                    <a:moveTo>
                      <a:pt x="148070" y="65447"/>
                    </a:moveTo>
                    <a:lnTo>
                      <a:pt x="128739" y="65447"/>
                    </a:lnTo>
                    <a:lnTo>
                      <a:pt x="128739" y="74843"/>
                    </a:lnTo>
                    <a:cubicBezTo>
                      <a:pt x="128739" y="79811"/>
                      <a:pt x="130393" y="82294"/>
                      <a:pt x="133706" y="82294"/>
                    </a:cubicBezTo>
                    <a:cubicBezTo>
                      <a:pt x="136081" y="82294"/>
                      <a:pt x="137522" y="80999"/>
                      <a:pt x="138026" y="78405"/>
                    </a:cubicBezTo>
                    <a:cubicBezTo>
                      <a:pt x="138168" y="77686"/>
                      <a:pt x="138242" y="75490"/>
                      <a:pt x="138242" y="71819"/>
                    </a:cubicBezTo>
                    <a:lnTo>
                      <a:pt x="148069" y="71819"/>
                    </a:lnTo>
                    <a:lnTo>
                      <a:pt x="148069" y="73222"/>
                    </a:lnTo>
                    <a:cubicBezTo>
                      <a:pt x="148069" y="76751"/>
                      <a:pt x="147996" y="78838"/>
                      <a:pt x="147853" y="79487"/>
                    </a:cubicBezTo>
                    <a:cubicBezTo>
                      <a:pt x="147639" y="81429"/>
                      <a:pt x="146885" y="83373"/>
                      <a:pt x="145585" y="85318"/>
                    </a:cubicBezTo>
                    <a:cubicBezTo>
                      <a:pt x="142993" y="89134"/>
                      <a:pt x="139102" y="91042"/>
                      <a:pt x="133919" y="91042"/>
                    </a:cubicBezTo>
                    <a:cubicBezTo>
                      <a:pt x="128954" y="91042"/>
                      <a:pt x="125065" y="89205"/>
                      <a:pt x="122256" y="85535"/>
                    </a:cubicBezTo>
                    <a:cubicBezTo>
                      <a:pt x="120169" y="82871"/>
                      <a:pt x="119126" y="78695"/>
                      <a:pt x="119126" y="73007"/>
                    </a:cubicBezTo>
                    <a:lnTo>
                      <a:pt x="119126" y="54322"/>
                    </a:lnTo>
                    <a:cubicBezTo>
                      <a:pt x="119126" y="48634"/>
                      <a:pt x="120133" y="44458"/>
                      <a:pt x="122147" y="41794"/>
                    </a:cubicBezTo>
                    <a:cubicBezTo>
                      <a:pt x="124956" y="38123"/>
                      <a:pt x="128808" y="36287"/>
                      <a:pt x="133706" y="36287"/>
                    </a:cubicBezTo>
                    <a:cubicBezTo>
                      <a:pt x="138531" y="36287"/>
                      <a:pt x="142349" y="38123"/>
                      <a:pt x="145153" y="41794"/>
                    </a:cubicBezTo>
                    <a:cubicBezTo>
                      <a:pt x="147100" y="44458"/>
                      <a:pt x="148070" y="48634"/>
                      <a:pt x="148070" y="54322"/>
                    </a:cubicBezTo>
                    <a:lnTo>
                      <a:pt x="148070" y="65447"/>
                    </a:lnTo>
                    <a:lnTo>
                      <a:pt x="148070" y="65447"/>
                    </a:lnTo>
                    <a:close/>
                  </a:path>
                </a:pathLst>
              </a:custGeom>
              <a:grpFill/>
              <a:ln w="3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l"/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C17E9F6C-0389-4F69-87E8-1A7559C1F500}"/>
                  </a:ext>
                </a:extLst>
              </p:cNvPr>
              <p:cNvSpPr/>
              <p:nvPr/>
            </p:nvSpPr>
            <p:spPr>
              <a:xfrm>
                <a:off x="11810258" y="6502514"/>
                <a:ext cx="9073" cy="37258"/>
              </a:xfrm>
              <a:custGeom>
                <a:avLst/>
                <a:gdLst>
                  <a:gd name="connsiteX0" fmla="*/ 4860 w 9073"/>
                  <a:gd name="connsiteY0" fmla="*/ 0 h 37258"/>
                  <a:gd name="connsiteX1" fmla="*/ 0 w 9073"/>
                  <a:gd name="connsiteY1" fmla="*/ 2377 h 37258"/>
                  <a:gd name="connsiteX2" fmla="*/ 0 w 9073"/>
                  <a:gd name="connsiteY2" fmla="*/ 34883 h 37258"/>
                  <a:gd name="connsiteX3" fmla="*/ 4860 w 9073"/>
                  <a:gd name="connsiteY3" fmla="*/ 37258 h 37258"/>
                  <a:gd name="connsiteX4" fmla="*/ 9074 w 9073"/>
                  <a:gd name="connsiteY4" fmla="*/ 30022 h 37258"/>
                  <a:gd name="connsiteX5" fmla="*/ 9074 w 9073"/>
                  <a:gd name="connsiteY5" fmla="*/ 7236 h 37258"/>
                  <a:gd name="connsiteX6" fmla="*/ 4860 w 9073"/>
                  <a:gd name="connsiteY6" fmla="*/ 0 h 372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73" h="37258">
                    <a:moveTo>
                      <a:pt x="4860" y="0"/>
                    </a:moveTo>
                    <a:cubicBezTo>
                      <a:pt x="3203" y="0"/>
                      <a:pt x="1585" y="795"/>
                      <a:pt x="0" y="2377"/>
                    </a:cubicBezTo>
                    <a:lnTo>
                      <a:pt x="0" y="34883"/>
                    </a:lnTo>
                    <a:cubicBezTo>
                      <a:pt x="1584" y="36466"/>
                      <a:pt x="3203" y="37258"/>
                      <a:pt x="4860" y="37258"/>
                    </a:cubicBezTo>
                    <a:cubicBezTo>
                      <a:pt x="7666" y="37258"/>
                      <a:pt x="9074" y="34848"/>
                      <a:pt x="9074" y="30022"/>
                    </a:cubicBezTo>
                    <a:lnTo>
                      <a:pt x="9074" y="7236"/>
                    </a:lnTo>
                    <a:cubicBezTo>
                      <a:pt x="9073" y="2411"/>
                      <a:pt x="7669" y="0"/>
                      <a:pt x="4860" y="0"/>
                    </a:cubicBezTo>
                    <a:close/>
                  </a:path>
                </a:pathLst>
              </a:custGeom>
              <a:grpFill/>
              <a:ln w="3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l"/>
                <a:endParaRPr lang="fr-FR"/>
              </a:p>
            </p:txBody>
          </p:sp>
          <p:sp>
            <p:nvSpPr>
              <p:cNvPr id="28" name="Forme libre : forme 27">
                <a:extLst>
                  <a:ext uri="{FF2B5EF4-FFF2-40B4-BE49-F238E27FC236}">
                    <a16:creationId xmlns:a16="http://schemas.microsoft.com/office/drawing/2014/main" id="{E10E328D-2CB6-4D7A-A1B0-8BC484E29D4A}"/>
                  </a:ext>
                </a:extLst>
              </p:cNvPr>
              <p:cNvSpPr/>
              <p:nvPr/>
            </p:nvSpPr>
            <p:spPr>
              <a:xfrm>
                <a:off x="11846116" y="6502514"/>
                <a:ext cx="9718" cy="12310"/>
              </a:xfrm>
              <a:custGeom>
                <a:avLst/>
                <a:gdLst>
                  <a:gd name="connsiteX0" fmla="*/ 4860 w 9718"/>
                  <a:gd name="connsiteY0" fmla="*/ 0 h 12310"/>
                  <a:gd name="connsiteX1" fmla="*/ 0 w 9718"/>
                  <a:gd name="connsiteY1" fmla="*/ 7342 h 12310"/>
                  <a:gd name="connsiteX2" fmla="*/ 0 w 9718"/>
                  <a:gd name="connsiteY2" fmla="*/ 12310 h 12310"/>
                  <a:gd name="connsiteX3" fmla="*/ 9719 w 9718"/>
                  <a:gd name="connsiteY3" fmla="*/ 12310 h 12310"/>
                  <a:gd name="connsiteX4" fmla="*/ 9719 w 9718"/>
                  <a:gd name="connsiteY4" fmla="*/ 7342 h 12310"/>
                  <a:gd name="connsiteX5" fmla="*/ 4860 w 9718"/>
                  <a:gd name="connsiteY5" fmla="*/ 0 h 12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718" h="12310">
                    <a:moveTo>
                      <a:pt x="4860" y="0"/>
                    </a:moveTo>
                    <a:cubicBezTo>
                      <a:pt x="1620" y="0"/>
                      <a:pt x="0" y="2449"/>
                      <a:pt x="0" y="7342"/>
                    </a:cubicBezTo>
                    <a:lnTo>
                      <a:pt x="0" y="12310"/>
                    </a:lnTo>
                    <a:lnTo>
                      <a:pt x="9719" y="12310"/>
                    </a:lnTo>
                    <a:lnTo>
                      <a:pt x="9719" y="7342"/>
                    </a:lnTo>
                    <a:cubicBezTo>
                      <a:pt x="9719" y="2447"/>
                      <a:pt x="8098" y="0"/>
                      <a:pt x="4860" y="0"/>
                    </a:cubicBezTo>
                    <a:close/>
                  </a:path>
                </a:pathLst>
              </a:custGeom>
              <a:grpFill/>
              <a:ln w="3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l"/>
                <a:endParaRPr lang="fr-FR"/>
              </a:p>
            </p:txBody>
          </p:sp>
          <p:sp>
            <p:nvSpPr>
              <p:cNvPr id="29" name="Forme libre : forme 28">
                <a:extLst>
                  <a:ext uri="{FF2B5EF4-FFF2-40B4-BE49-F238E27FC236}">
                    <a16:creationId xmlns:a16="http://schemas.microsoft.com/office/drawing/2014/main" id="{5DCD05D9-95BE-4743-8821-9BB14D53FF48}"/>
                  </a:ext>
                </a:extLst>
              </p:cNvPr>
              <p:cNvSpPr/>
              <p:nvPr/>
            </p:nvSpPr>
            <p:spPr>
              <a:xfrm>
                <a:off x="11743195" y="6375400"/>
                <a:ext cx="37473" cy="72359"/>
              </a:xfrm>
              <a:custGeom>
                <a:avLst/>
                <a:gdLst>
                  <a:gd name="connsiteX0" fmla="*/ 13609 w 37473"/>
                  <a:gd name="connsiteY0" fmla="*/ 43091 h 72359"/>
                  <a:gd name="connsiteX1" fmla="*/ 13609 w 37473"/>
                  <a:gd name="connsiteY1" fmla="*/ 72360 h 72359"/>
                  <a:gd name="connsiteX2" fmla="*/ 24408 w 37473"/>
                  <a:gd name="connsiteY2" fmla="*/ 72360 h 72359"/>
                  <a:gd name="connsiteX3" fmla="*/ 24408 w 37473"/>
                  <a:gd name="connsiteY3" fmla="*/ 43091 h 72359"/>
                  <a:gd name="connsiteX4" fmla="*/ 37474 w 37473"/>
                  <a:gd name="connsiteY4" fmla="*/ 0 h 72359"/>
                  <a:gd name="connsiteX5" fmla="*/ 26458 w 37473"/>
                  <a:gd name="connsiteY5" fmla="*/ 0 h 72359"/>
                  <a:gd name="connsiteX6" fmla="*/ 19116 w 37473"/>
                  <a:gd name="connsiteY6" fmla="*/ 28404 h 72359"/>
                  <a:gd name="connsiteX7" fmla="*/ 11447 w 37473"/>
                  <a:gd name="connsiteY7" fmla="*/ 0 h 72359"/>
                  <a:gd name="connsiteX8" fmla="*/ 0 w 37473"/>
                  <a:gd name="connsiteY8" fmla="*/ 0 h 72359"/>
                  <a:gd name="connsiteX9" fmla="*/ 7020 w 37473"/>
                  <a:gd name="connsiteY9" fmla="*/ 20196 h 72359"/>
                  <a:gd name="connsiteX10" fmla="*/ 13609 w 37473"/>
                  <a:gd name="connsiteY10" fmla="*/ 43091 h 72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473" h="72359">
                    <a:moveTo>
                      <a:pt x="13609" y="43091"/>
                    </a:moveTo>
                    <a:lnTo>
                      <a:pt x="13609" y="72360"/>
                    </a:lnTo>
                    <a:lnTo>
                      <a:pt x="24408" y="72360"/>
                    </a:lnTo>
                    <a:lnTo>
                      <a:pt x="24408" y="43091"/>
                    </a:lnTo>
                    <a:lnTo>
                      <a:pt x="37474" y="0"/>
                    </a:lnTo>
                    <a:lnTo>
                      <a:pt x="26458" y="0"/>
                    </a:lnTo>
                    <a:lnTo>
                      <a:pt x="19116" y="28404"/>
                    </a:lnTo>
                    <a:lnTo>
                      <a:pt x="11447" y="0"/>
                    </a:lnTo>
                    <a:lnTo>
                      <a:pt x="0" y="0"/>
                    </a:lnTo>
                    <a:cubicBezTo>
                      <a:pt x="2016" y="6049"/>
                      <a:pt x="4356" y="12780"/>
                      <a:pt x="7020" y="20196"/>
                    </a:cubicBezTo>
                    <a:cubicBezTo>
                      <a:pt x="10405" y="30131"/>
                      <a:pt x="12599" y="37765"/>
                      <a:pt x="13609" y="43091"/>
                    </a:cubicBezTo>
                    <a:close/>
                  </a:path>
                </a:pathLst>
              </a:custGeom>
              <a:grpFill/>
              <a:ln w="3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l"/>
                <a:endParaRPr lang="fr-FR"/>
              </a:p>
            </p:txBody>
          </p:sp>
          <p:sp>
            <p:nvSpPr>
              <p:cNvPr id="30" name="Forme libre : forme 29">
                <a:extLst>
                  <a:ext uri="{FF2B5EF4-FFF2-40B4-BE49-F238E27FC236}">
                    <a16:creationId xmlns:a16="http://schemas.microsoft.com/office/drawing/2014/main" id="{C55961F2-FEB0-4CDE-9CB1-0AAFF17E1F1B}"/>
                  </a:ext>
                </a:extLst>
              </p:cNvPr>
              <p:cNvSpPr/>
              <p:nvPr/>
            </p:nvSpPr>
            <p:spPr>
              <a:xfrm>
                <a:off x="11780776" y="6393219"/>
                <a:ext cx="28834" cy="55296"/>
              </a:xfrm>
              <a:custGeom>
                <a:avLst/>
                <a:gdLst>
                  <a:gd name="connsiteX0" fmla="*/ 14364 w 28834"/>
                  <a:gd name="connsiteY0" fmla="*/ 55297 h 55296"/>
                  <a:gd name="connsiteX1" fmla="*/ 25811 w 28834"/>
                  <a:gd name="connsiteY1" fmla="*/ 49789 h 55296"/>
                  <a:gd name="connsiteX2" fmla="*/ 28835 w 28834"/>
                  <a:gd name="connsiteY2" fmla="*/ 37045 h 55296"/>
                  <a:gd name="connsiteX3" fmla="*/ 28835 w 28834"/>
                  <a:gd name="connsiteY3" fmla="*/ 18144 h 55296"/>
                  <a:gd name="connsiteX4" fmla="*/ 25811 w 28834"/>
                  <a:gd name="connsiteY4" fmla="*/ 5508 h 55296"/>
                  <a:gd name="connsiteX5" fmla="*/ 14364 w 28834"/>
                  <a:gd name="connsiteY5" fmla="*/ 0 h 55296"/>
                  <a:gd name="connsiteX6" fmla="*/ 3023 w 28834"/>
                  <a:gd name="connsiteY6" fmla="*/ 5508 h 55296"/>
                  <a:gd name="connsiteX7" fmla="*/ 0 w 28834"/>
                  <a:gd name="connsiteY7" fmla="*/ 18144 h 55296"/>
                  <a:gd name="connsiteX8" fmla="*/ 0 w 28834"/>
                  <a:gd name="connsiteY8" fmla="*/ 37045 h 55296"/>
                  <a:gd name="connsiteX9" fmla="*/ 3023 w 28834"/>
                  <a:gd name="connsiteY9" fmla="*/ 49788 h 55296"/>
                  <a:gd name="connsiteX10" fmla="*/ 14364 w 28834"/>
                  <a:gd name="connsiteY10" fmla="*/ 55297 h 55296"/>
                  <a:gd name="connsiteX11" fmla="*/ 9719 w 28834"/>
                  <a:gd name="connsiteY11" fmla="*/ 16200 h 55296"/>
                  <a:gd name="connsiteX12" fmla="*/ 14364 w 28834"/>
                  <a:gd name="connsiteY12" fmla="*/ 8748 h 55296"/>
                  <a:gd name="connsiteX13" fmla="*/ 19007 w 28834"/>
                  <a:gd name="connsiteY13" fmla="*/ 16200 h 55296"/>
                  <a:gd name="connsiteX14" fmla="*/ 19007 w 28834"/>
                  <a:gd name="connsiteY14" fmla="*/ 38879 h 55296"/>
                  <a:gd name="connsiteX15" fmla="*/ 14364 w 28834"/>
                  <a:gd name="connsiteY15" fmla="*/ 46439 h 55296"/>
                  <a:gd name="connsiteX16" fmla="*/ 9719 w 28834"/>
                  <a:gd name="connsiteY16" fmla="*/ 38879 h 55296"/>
                  <a:gd name="connsiteX17" fmla="*/ 9719 w 28834"/>
                  <a:gd name="connsiteY17" fmla="*/ 16200 h 55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8834" h="55296">
                    <a:moveTo>
                      <a:pt x="14364" y="55297"/>
                    </a:moveTo>
                    <a:cubicBezTo>
                      <a:pt x="19332" y="55297"/>
                      <a:pt x="23147" y="53460"/>
                      <a:pt x="25811" y="49789"/>
                    </a:cubicBezTo>
                    <a:cubicBezTo>
                      <a:pt x="27828" y="47124"/>
                      <a:pt x="28835" y="42876"/>
                      <a:pt x="28835" y="37045"/>
                    </a:cubicBezTo>
                    <a:lnTo>
                      <a:pt x="28835" y="18144"/>
                    </a:lnTo>
                    <a:cubicBezTo>
                      <a:pt x="28835" y="12385"/>
                      <a:pt x="27825" y="8172"/>
                      <a:pt x="25811" y="5508"/>
                    </a:cubicBezTo>
                    <a:cubicBezTo>
                      <a:pt x="23147" y="1836"/>
                      <a:pt x="19332" y="0"/>
                      <a:pt x="14364" y="0"/>
                    </a:cubicBezTo>
                    <a:cubicBezTo>
                      <a:pt x="9538" y="0"/>
                      <a:pt x="5758" y="1836"/>
                      <a:pt x="3023" y="5508"/>
                    </a:cubicBezTo>
                    <a:cubicBezTo>
                      <a:pt x="1008" y="8172"/>
                      <a:pt x="0" y="12385"/>
                      <a:pt x="0" y="18144"/>
                    </a:cubicBezTo>
                    <a:lnTo>
                      <a:pt x="0" y="37045"/>
                    </a:lnTo>
                    <a:cubicBezTo>
                      <a:pt x="0" y="42804"/>
                      <a:pt x="1007" y="47053"/>
                      <a:pt x="3023" y="49788"/>
                    </a:cubicBezTo>
                    <a:cubicBezTo>
                      <a:pt x="5759" y="53460"/>
                      <a:pt x="9538" y="55297"/>
                      <a:pt x="14364" y="55297"/>
                    </a:cubicBezTo>
                    <a:close/>
                    <a:moveTo>
                      <a:pt x="9719" y="16200"/>
                    </a:moveTo>
                    <a:cubicBezTo>
                      <a:pt x="9719" y="11232"/>
                      <a:pt x="11267" y="8748"/>
                      <a:pt x="14364" y="8748"/>
                    </a:cubicBezTo>
                    <a:cubicBezTo>
                      <a:pt x="17460" y="8748"/>
                      <a:pt x="19007" y="11232"/>
                      <a:pt x="19007" y="16200"/>
                    </a:cubicBezTo>
                    <a:lnTo>
                      <a:pt x="19007" y="38879"/>
                    </a:lnTo>
                    <a:cubicBezTo>
                      <a:pt x="19007" y="43921"/>
                      <a:pt x="17460" y="46439"/>
                      <a:pt x="14364" y="46439"/>
                    </a:cubicBezTo>
                    <a:cubicBezTo>
                      <a:pt x="11267" y="46439"/>
                      <a:pt x="9719" y="43919"/>
                      <a:pt x="9719" y="38879"/>
                    </a:cubicBezTo>
                    <a:lnTo>
                      <a:pt x="9719" y="16200"/>
                    </a:lnTo>
                    <a:close/>
                  </a:path>
                </a:pathLst>
              </a:custGeom>
              <a:grpFill/>
              <a:ln w="3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l"/>
                <a:endParaRPr lang="fr-FR"/>
              </a:p>
            </p:txBody>
          </p:sp>
          <p:sp>
            <p:nvSpPr>
              <p:cNvPr id="31" name="Forme libre : forme 30">
                <a:extLst>
                  <a:ext uri="{FF2B5EF4-FFF2-40B4-BE49-F238E27FC236}">
                    <a16:creationId xmlns:a16="http://schemas.microsoft.com/office/drawing/2014/main" id="{CEA1102C-244B-447F-8ED8-84EF1E27170E}"/>
                  </a:ext>
                </a:extLst>
              </p:cNvPr>
              <p:cNvSpPr/>
              <p:nvPr/>
            </p:nvSpPr>
            <p:spPr>
              <a:xfrm>
                <a:off x="11817601" y="6393867"/>
                <a:ext cx="28190" cy="54648"/>
              </a:xfrm>
              <a:custGeom>
                <a:avLst/>
                <a:gdLst>
                  <a:gd name="connsiteX0" fmla="*/ 7236 w 28190"/>
                  <a:gd name="connsiteY0" fmla="*/ 54648 h 54648"/>
                  <a:gd name="connsiteX1" fmla="*/ 18362 w 28190"/>
                  <a:gd name="connsiteY1" fmla="*/ 47951 h 54648"/>
                  <a:gd name="connsiteX2" fmla="*/ 18362 w 28190"/>
                  <a:gd name="connsiteY2" fmla="*/ 53891 h 54648"/>
                  <a:gd name="connsiteX3" fmla="*/ 28190 w 28190"/>
                  <a:gd name="connsiteY3" fmla="*/ 53891 h 54648"/>
                  <a:gd name="connsiteX4" fmla="*/ 28190 w 28190"/>
                  <a:gd name="connsiteY4" fmla="*/ 0 h 54648"/>
                  <a:gd name="connsiteX5" fmla="*/ 18362 w 28190"/>
                  <a:gd name="connsiteY5" fmla="*/ 0 h 54648"/>
                  <a:gd name="connsiteX6" fmla="*/ 18362 w 28190"/>
                  <a:gd name="connsiteY6" fmla="*/ 41147 h 54648"/>
                  <a:gd name="connsiteX7" fmla="*/ 12204 w 28190"/>
                  <a:gd name="connsiteY7" fmla="*/ 45790 h 54648"/>
                  <a:gd name="connsiteX8" fmla="*/ 9936 w 28190"/>
                  <a:gd name="connsiteY8" fmla="*/ 43415 h 54648"/>
                  <a:gd name="connsiteX9" fmla="*/ 9828 w 28190"/>
                  <a:gd name="connsiteY9" fmla="*/ 39634 h 54648"/>
                  <a:gd name="connsiteX10" fmla="*/ 9828 w 28190"/>
                  <a:gd name="connsiteY10" fmla="*/ 0 h 54648"/>
                  <a:gd name="connsiteX11" fmla="*/ 0 w 28190"/>
                  <a:gd name="connsiteY11" fmla="*/ 0 h 54648"/>
                  <a:gd name="connsiteX12" fmla="*/ 0 w 28190"/>
                  <a:gd name="connsiteY12" fmla="*/ 42552 h 54648"/>
                  <a:gd name="connsiteX13" fmla="*/ 865 w 28190"/>
                  <a:gd name="connsiteY13" fmla="*/ 50651 h 54648"/>
                  <a:gd name="connsiteX14" fmla="*/ 7236 w 28190"/>
                  <a:gd name="connsiteY14" fmla="*/ 54648 h 54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8190" h="54648">
                    <a:moveTo>
                      <a:pt x="7236" y="54648"/>
                    </a:moveTo>
                    <a:cubicBezTo>
                      <a:pt x="10839" y="54648"/>
                      <a:pt x="14547" y="52416"/>
                      <a:pt x="18362" y="47951"/>
                    </a:cubicBezTo>
                    <a:lnTo>
                      <a:pt x="18362" y="53891"/>
                    </a:lnTo>
                    <a:lnTo>
                      <a:pt x="28190" y="53891"/>
                    </a:lnTo>
                    <a:lnTo>
                      <a:pt x="28190" y="0"/>
                    </a:lnTo>
                    <a:lnTo>
                      <a:pt x="18362" y="0"/>
                    </a:lnTo>
                    <a:lnTo>
                      <a:pt x="18362" y="41147"/>
                    </a:lnTo>
                    <a:cubicBezTo>
                      <a:pt x="16202" y="44244"/>
                      <a:pt x="14151" y="45790"/>
                      <a:pt x="12204" y="45790"/>
                    </a:cubicBezTo>
                    <a:cubicBezTo>
                      <a:pt x="10907" y="45790"/>
                      <a:pt x="10151" y="44999"/>
                      <a:pt x="9936" y="43415"/>
                    </a:cubicBezTo>
                    <a:cubicBezTo>
                      <a:pt x="9864" y="43271"/>
                      <a:pt x="9828" y="42009"/>
                      <a:pt x="9828" y="39634"/>
                    </a:cubicBezTo>
                    <a:lnTo>
                      <a:pt x="9828" y="0"/>
                    </a:lnTo>
                    <a:lnTo>
                      <a:pt x="0" y="0"/>
                    </a:lnTo>
                    <a:lnTo>
                      <a:pt x="0" y="42552"/>
                    </a:lnTo>
                    <a:cubicBezTo>
                      <a:pt x="0" y="46223"/>
                      <a:pt x="290" y="48922"/>
                      <a:pt x="865" y="50651"/>
                    </a:cubicBezTo>
                    <a:cubicBezTo>
                      <a:pt x="1802" y="53316"/>
                      <a:pt x="3925" y="54648"/>
                      <a:pt x="7236" y="54648"/>
                    </a:cubicBezTo>
                    <a:close/>
                  </a:path>
                </a:pathLst>
              </a:custGeom>
              <a:grpFill/>
              <a:ln w="3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l"/>
                <a:endParaRPr lang="fr-FR"/>
              </a:p>
            </p:txBody>
          </p:sp>
        </p:grpSp>
      </p:grpSp>
      <p:grpSp>
        <p:nvGrpSpPr>
          <p:cNvPr id="36" name="Graphique 34">
            <a:extLst>
              <a:ext uri="{FF2B5EF4-FFF2-40B4-BE49-F238E27FC236}">
                <a16:creationId xmlns:a16="http://schemas.microsoft.com/office/drawing/2014/main" id="{033AD922-7AA4-4889-A4AE-40AD56F87FA3}"/>
              </a:ext>
            </a:extLst>
          </p:cNvPr>
          <p:cNvGrpSpPr/>
          <p:nvPr/>
        </p:nvGrpSpPr>
        <p:grpSpPr>
          <a:xfrm>
            <a:off x="2212901" y="6362240"/>
            <a:ext cx="199111" cy="199111"/>
            <a:chOff x="8204200" y="3295650"/>
            <a:chExt cx="266700" cy="266700"/>
          </a:xfrm>
          <a:solidFill>
            <a:schemeClr val="accent1"/>
          </a:solidFill>
        </p:grpSpPr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DE1A89D0-235D-439D-A6EF-17D7369E6730}"/>
                </a:ext>
              </a:extLst>
            </p:cNvPr>
            <p:cNvSpPr/>
            <p:nvPr/>
          </p:nvSpPr>
          <p:spPr>
            <a:xfrm>
              <a:off x="8204200" y="3320653"/>
              <a:ext cx="266700" cy="216693"/>
            </a:xfrm>
            <a:custGeom>
              <a:avLst/>
              <a:gdLst>
                <a:gd name="connsiteX0" fmla="*/ 266700 w 266700"/>
                <a:gd name="connsiteY0" fmla="*/ 25653 h 216693"/>
                <a:gd name="connsiteX1" fmla="*/ 235196 w 266700"/>
                <a:gd name="connsiteY1" fmla="*/ 34288 h 216693"/>
                <a:gd name="connsiteX2" fmla="*/ 259249 w 266700"/>
                <a:gd name="connsiteY2" fmla="*/ 4067 h 216693"/>
                <a:gd name="connsiteX3" fmla="*/ 224578 w 266700"/>
                <a:gd name="connsiteY3" fmla="*/ 17302 h 216693"/>
                <a:gd name="connsiteX4" fmla="*/ 184640 w 266700"/>
                <a:gd name="connsiteY4" fmla="*/ 0 h 216693"/>
                <a:gd name="connsiteX5" fmla="*/ 130000 w 266700"/>
                <a:gd name="connsiteY5" fmla="*/ 54690 h 216693"/>
                <a:gd name="connsiteX6" fmla="*/ 131266 w 266700"/>
                <a:gd name="connsiteY6" fmla="*/ 67158 h 216693"/>
                <a:gd name="connsiteX7" fmla="*/ 18569 w 266700"/>
                <a:gd name="connsiteY7" fmla="*/ 9968 h 216693"/>
                <a:gd name="connsiteX8" fmla="*/ 11085 w 266700"/>
                <a:gd name="connsiteY8" fmla="*/ 37605 h 216693"/>
                <a:gd name="connsiteX9" fmla="*/ 35371 w 266700"/>
                <a:gd name="connsiteY9" fmla="*/ 83044 h 216693"/>
                <a:gd name="connsiteX10" fmla="*/ 10668 w 266700"/>
                <a:gd name="connsiteY10" fmla="*/ 76310 h 216693"/>
                <a:gd name="connsiteX11" fmla="*/ 10668 w 266700"/>
                <a:gd name="connsiteY11" fmla="*/ 76910 h 216693"/>
                <a:gd name="connsiteX12" fmla="*/ 54473 w 266700"/>
                <a:gd name="connsiteY12" fmla="*/ 130633 h 216693"/>
                <a:gd name="connsiteX13" fmla="*/ 40138 w 266700"/>
                <a:gd name="connsiteY13" fmla="*/ 132433 h 216693"/>
                <a:gd name="connsiteX14" fmla="*/ 29787 w 266700"/>
                <a:gd name="connsiteY14" fmla="*/ 131500 h 216693"/>
                <a:gd name="connsiteX15" fmla="*/ 80877 w 266700"/>
                <a:gd name="connsiteY15" fmla="*/ 169588 h 216693"/>
                <a:gd name="connsiteX16" fmla="*/ 13085 w 266700"/>
                <a:gd name="connsiteY16" fmla="*/ 192907 h 216693"/>
                <a:gd name="connsiteX17" fmla="*/ 0 w 266700"/>
                <a:gd name="connsiteY17" fmla="*/ 192157 h 216693"/>
                <a:gd name="connsiteX18" fmla="*/ 83877 w 266700"/>
                <a:gd name="connsiteY18" fmla="*/ 216694 h 216693"/>
                <a:gd name="connsiteX19" fmla="*/ 239497 w 266700"/>
                <a:gd name="connsiteY19" fmla="*/ 61108 h 216693"/>
                <a:gd name="connsiteX20" fmla="*/ 239297 w 266700"/>
                <a:gd name="connsiteY20" fmla="*/ 54040 h 216693"/>
                <a:gd name="connsiteX21" fmla="*/ 266700 w 266700"/>
                <a:gd name="connsiteY21" fmla="*/ 25653 h 216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66700" h="216693">
                  <a:moveTo>
                    <a:pt x="266700" y="25653"/>
                  </a:moveTo>
                  <a:cubicBezTo>
                    <a:pt x="256782" y="30004"/>
                    <a:pt x="246214" y="32887"/>
                    <a:pt x="235196" y="34288"/>
                  </a:cubicBezTo>
                  <a:cubicBezTo>
                    <a:pt x="246531" y="27520"/>
                    <a:pt x="255182" y="16885"/>
                    <a:pt x="259249" y="4067"/>
                  </a:cubicBezTo>
                  <a:cubicBezTo>
                    <a:pt x="248681" y="10368"/>
                    <a:pt x="237013" y="14819"/>
                    <a:pt x="224578" y="17302"/>
                  </a:cubicBezTo>
                  <a:cubicBezTo>
                    <a:pt x="214543" y="6617"/>
                    <a:pt x="200242" y="0"/>
                    <a:pt x="184640" y="0"/>
                  </a:cubicBezTo>
                  <a:cubicBezTo>
                    <a:pt x="154369" y="0"/>
                    <a:pt x="130000" y="24570"/>
                    <a:pt x="130000" y="54690"/>
                  </a:cubicBezTo>
                  <a:cubicBezTo>
                    <a:pt x="130000" y="59024"/>
                    <a:pt x="130366" y="63191"/>
                    <a:pt x="131266" y="67158"/>
                  </a:cubicBezTo>
                  <a:cubicBezTo>
                    <a:pt x="85811" y="64941"/>
                    <a:pt x="45589" y="43155"/>
                    <a:pt x="18569" y="9968"/>
                  </a:cubicBezTo>
                  <a:cubicBezTo>
                    <a:pt x="13852" y="18152"/>
                    <a:pt x="11085" y="27520"/>
                    <a:pt x="11085" y="37605"/>
                  </a:cubicBezTo>
                  <a:cubicBezTo>
                    <a:pt x="11085" y="56540"/>
                    <a:pt x="20836" y="73326"/>
                    <a:pt x="35371" y="83044"/>
                  </a:cubicBezTo>
                  <a:cubicBezTo>
                    <a:pt x="26587" y="82877"/>
                    <a:pt x="17969" y="80327"/>
                    <a:pt x="10668" y="76310"/>
                  </a:cubicBezTo>
                  <a:cubicBezTo>
                    <a:pt x="10668" y="76476"/>
                    <a:pt x="10668" y="76693"/>
                    <a:pt x="10668" y="76910"/>
                  </a:cubicBezTo>
                  <a:cubicBezTo>
                    <a:pt x="10668" y="103480"/>
                    <a:pt x="29620" y="125549"/>
                    <a:pt x="54473" y="130633"/>
                  </a:cubicBezTo>
                  <a:cubicBezTo>
                    <a:pt x="50023" y="131850"/>
                    <a:pt x="45172" y="132433"/>
                    <a:pt x="40138" y="132433"/>
                  </a:cubicBezTo>
                  <a:cubicBezTo>
                    <a:pt x="36638" y="132433"/>
                    <a:pt x="33104" y="132233"/>
                    <a:pt x="29787" y="131500"/>
                  </a:cubicBezTo>
                  <a:cubicBezTo>
                    <a:pt x="36871" y="153152"/>
                    <a:pt x="56974" y="169071"/>
                    <a:pt x="80877" y="169588"/>
                  </a:cubicBezTo>
                  <a:cubicBezTo>
                    <a:pt x="62274" y="184140"/>
                    <a:pt x="38655" y="192907"/>
                    <a:pt x="13085" y="192907"/>
                  </a:cubicBezTo>
                  <a:cubicBezTo>
                    <a:pt x="8601" y="192907"/>
                    <a:pt x="4301" y="192707"/>
                    <a:pt x="0" y="192157"/>
                  </a:cubicBezTo>
                  <a:cubicBezTo>
                    <a:pt x="24220" y="207776"/>
                    <a:pt x="52923" y="216694"/>
                    <a:pt x="83877" y="216694"/>
                  </a:cubicBezTo>
                  <a:cubicBezTo>
                    <a:pt x="184490" y="216694"/>
                    <a:pt x="239497" y="133350"/>
                    <a:pt x="239497" y="61108"/>
                  </a:cubicBezTo>
                  <a:cubicBezTo>
                    <a:pt x="239497" y="58691"/>
                    <a:pt x="239413" y="56357"/>
                    <a:pt x="239297" y="54040"/>
                  </a:cubicBezTo>
                  <a:cubicBezTo>
                    <a:pt x="250148" y="46339"/>
                    <a:pt x="259266" y="36721"/>
                    <a:pt x="266700" y="25653"/>
                  </a:cubicBezTo>
                  <a:close/>
                </a:path>
              </a:pathLst>
            </a:custGeom>
            <a:grpFill/>
            <a:ln w="52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fr-FR"/>
            </a:p>
          </p:txBody>
        </p:sp>
      </p:grpSp>
      <p:grpSp>
        <p:nvGrpSpPr>
          <p:cNvPr id="38" name="Graphique 32">
            <a:extLst>
              <a:ext uri="{FF2B5EF4-FFF2-40B4-BE49-F238E27FC236}">
                <a16:creationId xmlns:a16="http://schemas.microsoft.com/office/drawing/2014/main" id="{69FB53BB-344F-4FB8-A41A-86ECDE84C886}"/>
              </a:ext>
            </a:extLst>
          </p:cNvPr>
          <p:cNvGrpSpPr/>
          <p:nvPr/>
        </p:nvGrpSpPr>
        <p:grpSpPr>
          <a:xfrm>
            <a:off x="442762" y="6362629"/>
            <a:ext cx="198333" cy="198333"/>
            <a:chOff x="2637814" y="3296171"/>
            <a:chExt cx="265658" cy="265658"/>
          </a:xfrm>
          <a:solidFill>
            <a:schemeClr val="accent1"/>
          </a:solidFill>
        </p:grpSpPr>
        <p:sp>
          <p:nvSpPr>
            <p:cNvPr id="39" name="Forme libre : forme 38">
              <a:extLst>
                <a:ext uri="{FF2B5EF4-FFF2-40B4-BE49-F238E27FC236}">
                  <a16:creationId xmlns:a16="http://schemas.microsoft.com/office/drawing/2014/main" id="{54A8E5D0-F1E3-470D-A155-503DBEA51365}"/>
                </a:ext>
              </a:extLst>
            </p:cNvPr>
            <p:cNvSpPr/>
            <p:nvPr/>
          </p:nvSpPr>
          <p:spPr>
            <a:xfrm>
              <a:off x="2637814" y="3296171"/>
              <a:ext cx="265658" cy="265658"/>
            </a:xfrm>
            <a:custGeom>
              <a:avLst/>
              <a:gdLst>
                <a:gd name="connsiteX0" fmla="*/ 239092 w 265658"/>
                <a:gd name="connsiteY0" fmla="*/ 0 h 265658"/>
                <a:gd name="connsiteX1" fmla="*/ 26566 w 265658"/>
                <a:gd name="connsiteY1" fmla="*/ 0 h 265658"/>
                <a:gd name="connsiteX2" fmla="*/ 0 w 265658"/>
                <a:gd name="connsiteY2" fmla="*/ 26566 h 265658"/>
                <a:gd name="connsiteX3" fmla="*/ 0 w 265658"/>
                <a:gd name="connsiteY3" fmla="*/ 239092 h 265658"/>
                <a:gd name="connsiteX4" fmla="*/ 26566 w 265658"/>
                <a:gd name="connsiteY4" fmla="*/ 265658 h 265658"/>
                <a:gd name="connsiteX5" fmla="*/ 239092 w 265658"/>
                <a:gd name="connsiteY5" fmla="*/ 265658 h 265658"/>
                <a:gd name="connsiteX6" fmla="*/ 265658 w 265658"/>
                <a:gd name="connsiteY6" fmla="*/ 239092 h 265658"/>
                <a:gd name="connsiteX7" fmla="*/ 265658 w 265658"/>
                <a:gd name="connsiteY7" fmla="*/ 26566 h 265658"/>
                <a:gd name="connsiteX8" fmla="*/ 239092 w 265658"/>
                <a:gd name="connsiteY8" fmla="*/ 0 h 265658"/>
                <a:gd name="connsiteX9" fmla="*/ 79697 w 265658"/>
                <a:gd name="connsiteY9" fmla="*/ 225809 h 265658"/>
                <a:gd name="connsiteX10" fmla="*/ 39849 w 265658"/>
                <a:gd name="connsiteY10" fmla="*/ 225809 h 265658"/>
                <a:gd name="connsiteX11" fmla="*/ 39849 w 265658"/>
                <a:gd name="connsiteY11" fmla="*/ 106263 h 265658"/>
                <a:gd name="connsiteX12" fmla="*/ 79697 w 265658"/>
                <a:gd name="connsiteY12" fmla="*/ 106263 h 265658"/>
                <a:gd name="connsiteX13" fmla="*/ 79697 w 265658"/>
                <a:gd name="connsiteY13" fmla="*/ 225809 h 265658"/>
                <a:gd name="connsiteX14" fmla="*/ 59773 w 265658"/>
                <a:gd name="connsiteY14" fmla="*/ 83682 h 265658"/>
                <a:gd name="connsiteX15" fmla="*/ 35864 w 265658"/>
                <a:gd name="connsiteY15" fmla="*/ 59773 h 265658"/>
                <a:gd name="connsiteX16" fmla="*/ 59773 w 265658"/>
                <a:gd name="connsiteY16" fmla="*/ 35864 h 265658"/>
                <a:gd name="connsiteX17" fmla="*/ 83682 w 265658"/>
                <a:gd name="connsiteY17" fmla="*/ 59773 h 265658"/>
                <a:gd name="connsiteX18" fmla="*/ 59773 w 265658"/>
                <a:gd name="connsiteY18" fmla="*/ 83682 h 265658"/>
                <a:gd name="connsiteX19" fmla="*/ 225809 w 265658"/>
                <a:gd name="connsiteY19" fmla="*/ 225809 h 265658"/>
                <a:gd name="connsiteX20" fmla="*/ 185961 w 265658"/>
                <a:gd name="connsiteY20" fmla="*/ 225809 h 265658"/>
                <a:gd name="connsiteX21" fmla="*/ 185961 w 265658"/>
                <a:gd name="connsiteY21" fmla="*/ 155410 h 265658"/>
                <a:gd name="connsiteX22" fmla="*/ 166036 w 265658"/>
                <a:gd name="connsiteY22" fmla="*/ 135486 h 265658"/>
                <a:gd name="connsiteX23" fmla="*/ 146112 w 265658"/>
                <a:gd name="connsiteY23" fmla="*/ 155410 h 265658"/>
                <a:gd name="connsiteX24" fmla="*/ 146112 w 265658"/>
                <a:gd name="connsiteY24" fmla="*/ 225809 h 265658"/>
                <a:gd name="connsiteX25" fmla="*/ 106263 w 265658"/>
                <a:gd name="connsiteY25" fmla="*/ 225809 h 265658"/>
                <a:gd name="connsiteX26" fmla="*/ 106263 w 265658"/>
                <a:gd name="connsiteY26" fmla="*/ 106263 h 265658"/>
                <a:gd name="connsiteX27" fmla="*/ 146112 w 265658"/>
                <a:gd name="connsiteY27" fmla="*/ 106263 h 265658"/>
                <a:gd name="connsiteX28" fmla="*/ 146112 w 265658"/>
                <a:gd name="connsiteY28" fmla="*/ 122203 h 265658"/>
                <a:gd name="connsiteX29" fmla="*/ 179319 w 265658"/>
                <a:gd name="connsiteY29" fmla="*/ 103607 h 265658"/>
                <a:gd name="connsiteX30" fmla="*/ 225809 w 265658"/>
                <a:gd name="connsiteY30" fmla="*/ 150097 h 265658"/>
                <a:gd name="connsiteX31" fmla="*/ 225809 w 265658"/>
                <a:gd name="connsiteY31" fmla="*/ 225809 h 265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65658" h="265658">
                  <a:moveTo>
                    <a:pt x="239092" y="0"/>
                  </a:moveTo>
                  <a:lnTo>
                    <a:pt x="26566" y="0"/>
                  </a:lnTo>
                  <a:cubicBezTo>
                    <a:pt x="11955" y="0"/>
                    <a:pt x="0" y="11955"/>
                    <a:pt x="0" y="26566"/>
                  </a:cubicBezTo>
                  <a:lnTo>
                    <a:pt x="0" y="239092"/>
                  </a:lnTo>
                  <a:cubicBezTo>
                    <a:pt x="0" y="253703"/>
                    <a:pt x="11955" y="265658"/>
                    <a:pt x="26566" y="265658"/>
                  </a:cubicBezTo>
                  <a:lnTo>
                    <a:pt x="239092" y="265658"/>
                  </a:lnTo>
                  <a:cubicBezTo>
                    <a:pt x="253703" y="265658"/>
                    <a:pt x="265658" y="253703"/>
                    <a:pt x="265658" y="239092"/>
                  </a:cubicBezTo>
                  <a:lnTo>
                    <a:pt x="265658" y="26566"/>
                  </a:lnTo>
                  <a:cubicBezTo>
                    <a:pt x="265658" y="11955"/>
                    <a:pt x="253703" y="0"/>
                    <a:pt x="239092" y="0"/>
                  </a:cubicBezTo>
                  <a:close/>
                  <a:moveTo>
                    <a:pt x="79697" y="225809"/>
                  </a:moveTo>
                  <a:lnTo>
                    <a:pt x="39849" y="225809"/>
                  </a:lnTo>
                  <a:lnTo>
                    <a:pt x="39849" y="106263"/>
                  </a:lnTo>
                  <a:lnTo>
                    <a:pt x="79697" y="106263"/>
                  </a:lnTo>
                  <a:lnTo>
                    <a:pt x="79697" y="225809"/>
                  </a:lnTo>
                  <a:close/>
                  <a:moveTo>
                    <a:pt x="59773" y="83682"/>
                  </a:moveTo>
                  <a:cubicBezTo>
                    <a:pt x="46490" y="83682"/>
                    <a:pt x="35864" y="73056"/>
                    <a:pt x="35864" y="59773"/>
                  </a:cubicBezTo>
                  <a:cubicBezTo>
                    <a:pt x="35864" y="46490"/>
                    <a:pt x="46490" y="35864"/>
                    <a:pt x="59773" y="35864"/>
                  </a:cubicBezTo>
                  <a:cubicBezTo>
                    <a:pt x="73056" y="35864"/>
                    <a:pt x="83682" y="46490"/>
                    <a:pt x="83682" y="59773"/>
                  </a:cubicBezTo>
                  <a:cubicBezTo>
                    <a:pt x="83682" y="73056"/>
                    <a:pt x="73056" y="83682"/>
                    <a:pt x="59773" y="83682"/>
                  </a:cubicBezTo>
                  <a:close/>
                  <a:moveTo>
                    <a:pt x="225809" y="225809"/>
                  </a:moveTo>
                  <a:lnTo>
                    <a:pt x="185961" y="225809"/>
                  </a:lnTo>
                  <a:lnTo>
                    <a:pt x="185961" y="155410"/>
                  </a:lnTo>
                  <a:cubicBezTo>
                    <a:pt x="185961" y="144784"/>
                    <a:pt x="176663" y="135486"/>
                    <a:pt x="166036" y="135486"/>
                  </a:cubicBezTo>
                  <a:cubicBezTo>
                    <a:pt x="155410" y="135486"/>
                    <a:pt x="146112" y="144784"/>
                    <a:pt x="146112" y="155410"/>
                  </a:cubicBezTo>
                  <a:lnTo>
                    <a:pt x="146112" y="225809"/>
                  </a:lnTo>
                  <a:lnTo>
                    <a:pt x="106263" y="225809"/>
                  </a:lnTo>
                  <a:lnTo>
                    <a:pt x="106263" y="106263"/>
                  </a:lnTo>
                  <a:lnTo>
                    <a:pt x="146112" y="106263"/>
                  </a:lnTo>
                  <a:lnTo>
                    <a:pt x="146112" y="122203"/>
                  </a:lnTo>
                  <a:cubicBezTo>
                    <a:pt x="152753" y="111576"/>
                    <a:pt x="167365" y="103607"/>
                    <a:pt x="179319" y="103607"/>
                  </a:cubicBezTo>
                  <a:cubicBezTo>
                    <a:pt x="204557" y="103607"/>
                    <a:pt x="225809" y="124859"/>
                    <a:pt x="225809" y="150097"/>
                  </a:cubicBezTo>
                  <a:lnTo>
                    <a:pt x="225809" y="225809"/>
                  </a:lnTo>
                  <a:close/>
                </a:path>
              </a:pathLst>
            </a:custGeom>
            <a:grpFill/>
            <a:ln w="5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fr-FR"/>
            </a:p>
          </p:txBody>
        </p:sp>
      </p:grpSp>
      <p:sp>
        <p:nvSpPr>
          <p:cNvPr id="40" name="ZoneTexte 39">
            <a:extLst>
              <a:ext uri="{FF2B5EF4-FFF2-40B4-BE49-F238E27FC236}">
                <a16:creationId xmlns:a16="http://schemas.microsoft.com/office/drawing/2014/main" id="{BC03A7F7-71DE-49DE-AE9E-DC2C4CD18C3C}"/>
              </a:ext>
            </a:extLst>
          </p:cNvPr>
          <p:cNvSpPr txBox="1"/>
          <p:nvPr userDrawn="1"/>
        </p:nvSpPr>
        <p:spPr>
          <a:xfrm>
            <a:off x="704921" y="6338685"/>
            <a:ext cx="15078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1000">
                <a:solidFill>
                  <a:schemeClr val="accent1"/>
                </a:solidFill>
              </a:rPr>
              <a:t>École Polytechnique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641898A1-7514-447B-AC34-6470CF8BC917}"/>
              </a:ext>
            </a:extLst>
          </p:cNvPr>
          <p:cNvSpPr txBox="1"/>
          <p:nvPr userDrawn="1"/>
        </p:nvSpPr>
        <p:spPr>
          <a:xfrm>
            <a:off x="2373870" y="6338685"/>
            <a:ext cx="11965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1000">
                <a:solidFill>
                  <a:schemeClr val="accent1"/>
                </a:solidFill>
              </a:rPr>
              <a:t>@polytechnique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5F0E770B-7757-417D-8240-8DB1C33DA866}"/>
              </a:ext>
            </a:extLst>
          </p:cNvPr>
          <p:cNvSpPr txBox="1"/>
          <p:nvPr userDrawn="1"/>
        </p:nvSpPr>
        <p:spPr>
          <a:xfrm>
            <a:off x="442762" y="4684692"/>
            <a:ext cx="3500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1600" err="1">
                <a:solidFill>
                  <a:schemeClr val="bg1"/>
                </a:solidFill>
              </a:rPr>
              <a:t>polytechnique.edu</a:t>
            </a:r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A93068CE-4B75-4C3E-B432-8F4238951C23}"/>
              </a:ext>
            </a:extLst>
          </p:cNvPr>
          <p:cNvSpPr txBox="1"/>
          <p:nvPr userDrawn="1"/>
        </p:nvSpPr>
        <p:spPr>
          <a:xfrm>
            <a:off x="442762" y="5357227"/>
            <a:ext cx="3500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1600">
                <a:solidFill>
                  <a:schemeClr val="bg1"/>
                </a:solidFill>
              </a:rPr>
              <a:t>fondationx.org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7E86E396-37CD-4175-9209-5B8267C59CE6}"/>
              </a:ext>
            </a:extLst>
          </p:cNvPr>
          <p:cNvSpPr txBox="1"/>
          <p:nvPr userDrawn="1"/>
        </p:nvSpPr>
        <p:spPr>
          <a:xfrm>
            <a:off x="442762" y="5670585"/>
            <a:ext cx="3500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1600">
                <a:solidFill>
                  <a:schemeClr val="bg1"/>
                </a:solidFill>
              </a:rPr>
              <a:t>xpuissancevous.fr</a:t>
            </a:r>
          </a:p>
        </p:txBody>
      </p:sp>
      <p:pic>
        <p:nvPicPr>
          <p:cNvPr id="32" name="Image 31" descr="Une image contenant bâtiment, dessin, fenêtre, table&#10;&#10;Description générée automatiquement">
            <a:extLst>
              <a:ext uri="{FF2B5EF4-FFF2-40B4-BE49-F238E27FC236}">
                <a16:creationId xmlns:a16="http://schemas.microsoft.com/office/drawing/2014/main" id="{52E2F5AF-C25A-4E5D-A34E-3DE790B3BCD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143" y="555527"/>
            <a:ext cx="2794992" cy="1345769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5F0E770B-7757-417D-8240-8DB1C33DA866}"/>
              </a:ext>
            </a:extLst>
          </p:cNvPr>
          <p:cNvSpPr txBox="1"/>
          <p:nvPr userDrawn="1"/>
        </p:nvSpPr>
        <p:spPr>
          <a:xfrm>
            <a:off x="454044" y="5016678"/>
            <a:ext cx="3500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1600" err="1">
                <a:solidFill>
                  <a:schemeClr val="bg1"/>
                </a:solidFill>
              </a:rPr>
              <a:t>ip-paris.fr</a:t>
            </a:r>
            <a:endParaRPr lang="fr-FR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429229"/>
      </p:ext>
    </p:extLst>
  </p:cSld>
  <p:clrMapOvr>
    <a:masterClrMapping/>
  </p:clrMapOvr>
  <p:hf hd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Relationship Id="rId38" Type="http://schemas.openxmlformats.org/officeDocument/2006/relationships/image" Target="../media/image1.png"/><Relationship Id="rId3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DF027D0-67BB-49C6-A2CB-8F38BDC62966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-4344985" y="-6440208"/>
            <a:ext cx="20959864" cy="201524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75D773B-9A18-4DB5-AFA3-FD3E77BCE9D7}"/>
              </a:ext>
            </a:extLst>
          </p:cNvPr>
          <p:cNvSpPr/>
          <p:nvPr userDrawn="1"/>
        </p:nvSpPr>
        <p:spPr>
          <a:xfrm>
            <a:off x="216000" y="211668"/>
            <a:ext cx="11760000" cy="6434664"/>
          </a:xfrm>
          <a:prstGeom prst="rect">
            <a:avLst/>
          </a:prstGeom>
          <a:solidFill>
            <a:schemeClr val="bg1"/>
          </a:solidFill>
          <a:ln w="9525">
            <a:solidFill>
              <a:srgbClr val="A68B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6963042-96AA-4AC5-BC06-2021F1ABD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669"/>
            <a:ext cx="10515600" cy="1161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5BF0D9-BD47-4AE8-94DE-5C2995575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  <a:p>
            <a:pPr lvl="5"/>
            <a:r>
              <a:rPr lang="fr-FR" err="1"/>
              <a:t>egzegzeg</a:t>
            </a:r>
            <a:r>
              <a:rPr lang="fr-FR"/>
              <a:t>	</a:t>
            </a:r>
          </a:p>
          <a:p>
            <a:pPr lvl="6"/>
            <a:r>
              <a:rPr lang="fr-FR" err="1"/>
              <a:t>ergerhbe</a:t>
            </a:r>
            <a:endParaRPr lang="fr-FR"/>
          </a:p>
          <a:p>
            <a:pPr lvl="7"/>
            <a:r>
              <a:rPr lang="fr-FR" err="1"/>
              <a:t>ergerher</a:t>
            </a:r>
            <a:endParaRPr lang="fr-FR"/>
          </a:p>
          <a:p>
            <a:pPr lvl="8"/>
            <a:r>
              <a:rPr lang="fr-FR" err="1"/>
              <a:t>zregerhe</a:t>
            </a:r>
            <a:endParaRPr lang="fr-FR"/>
          </a:p>
          <a:p>
            <a:pPr lvl="8"/>
            <a:r>
              <a:rPr lang="fr-FR" err="1"/>
              <a:t>egzzeg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F2A72A-089A-4238-B26C-02416B4BBF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1A1AFEE4-A953-4A5B-AB42-BD074F39E929}" type="datetimeFigureOut">
              <a:rPr lang="fr-FR" smtClean="0"/>
              <a:pPr/>
              <a:t>05/08/2025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91D457-68B5-41F5-8F0F-F99FA8D56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695304-04A7-48F0-9008-E5829A9A9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5C099187-7A9C-4FE6-9452-51D4CB057F0C}" type="slidenum">
              <a:rPr lang="fr-FR" smtClean="0"/>
              <a:pPr/>
              <a:t>‹#›</a:t>
            </a:fld>
            <a:endParaRPr lang="fr-FR"/>
          </a:p>
        </p:txBody>
      </p:sp>
      <p:grpSp>
        <p:nvGrpSpPr>
          <p:cNvPr id="11" name="Graphique 1">
            <a:extLst>
              <a:ext uri="{FF2B5EF4-FFF2-40B4-BE49-F238E27FC236}">
                <a16:creationId xmlns:a16="http://schemas.microsoft.com/office/drawing/2014/main" id="{3DC875A8-C38B-4DFE-8A3F-5C9985D1B7DB}"/>
              </a:ext>
            </a:extLst>
          </p:cNvPr>
          <p:cNvGrpSpPr/>
          <p:nvPr userDrawn="1"/>
        </p:nvGrpSpPr>
        <p:grpSpPr>
          <a:xfrm flipV="1">
            <a:off x="4848862" y="1350060"/>
            <a:ext cx="2371726" cy="45720"/>
            <a:chOff x="4119563" y="1594453"/>
            <a:chExt cx="3952875" cy="76200"/>
          </a:xfrm>
        </p:grpSpPr>
        <p:sp>
          <p:nvSpPr>
            <p:cNvPr id="12" name="Forme libre : forme 12">
              <a:extLst>
                <a:ext uri="{FF2B5EF4-FFF2-40B4-BE49-F238E27FC236}">
                  <a16:creationId xmlns:a16="http://schemas.microsoft.com/office/drawing/2014/main" id="{B9E8631A-F8B2-4ED6-9F0B-74ADFBB3765B}"/>
                </a:ext>
              </a:extLst>
            </p:cNvPr>
            <p:cNvSpPr/>
            <p:nvPr/>
          </p:nvSpPr>
          <p:spPr>
            <a:xfrm>
              <a:off x="5570221" y="1594408"/>
              <a:ext cx="1038225" cy="76200"/>
            </a:xfrm>
            <a:custGeom>
              <a:avLst/>
              <a:gdLst>
                <a:gd name="connsiteX0" fmla="*/ 1046798 w 1038225"/>
                <a:gd name="connsiteY0" fmla="*/ 42907 h 76200"/>
                <a:gd name="connsiteX1" fmla="*/ 1046798 w 1038225"/>
                <a:gd name="connsiteY1" fmla="*/ 42907 h 76200"/>
                <a:gd name="connsiteX2" fmla="*/ 521970 w 1038225"/>
                <a:gd name="connsiteY2" fmla="*/ 45 h 76200"/>
                <a:gd name="connsiteX3" fmla="*/ 0 w 1038225"/>
                <a:gd name="connsiteY3" fmla="*/ 41002 h 76200"/>
                <a:gd name="connsiteX4" fmla="*/ 0 w 1038225"/>
                <a:gd name="connsiteY4" fmla="*/ 41002 h 76200"/>
                <a:gd name="connsiteX5" fmla="*/ 0 w 1038225"/>
                <a:gd name="connsiteY5" fmla="*/ 41002 h 76200"/>
                <a:gd name="connsiteX6" fmla="*/ 0 w 1038225"/>
                <a:gd name="connsiteY6" fmla="*/ 41002 h 76200"/>
                <a:gd name="connsiteX7" fmla="*/ 0 w 1038225"/>
                <a:gd name="connsiteY7" fmla="*/ 41002 h 76200"/>
                <a:gd name="connsiteX8" fmla="*/ 513397 w 1038225"/>
                <a:gd name="connsiteY8" fmla="*/ 80055 h 76200"/>
                <a:gd name="connsiteX9" fmla="*/ 1046798 w 1038225"/>
                <a:gd name="connsiteY9" fmla="*/ 42907 h 76200"/>
                <a:gd name="connsiteX10" fmla="*/ 1046798 w 1038225"/>
                <a:gd name="connsiteY10" fmla="*/ 42907 h 76200"/>
                <a:gd name="connsiteX11" fmla="*/ 1046798 w 1038225"/>
                <a:gd name="connsiteY11" fmla="*/ 42907 h 76200"/>
                <a:gd name="connsiteX12" fmla="*/ 1046798 w 1038225"/>
                <a:gd name="connsiteY12" fmla="*/ 42907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38225" h="76200">
                  <a:moveTo>
                    <a:pt x="1046798" y="42907"/>
                  </a:moveTo>
                  <a:lnTo>
                    <a:pt x="1046798" y="42907"/>
                  </a:lnTo>
                  <a:cubicBezTo>
                    <a:pt x="943927" y="15285"/>
                    <a:pt x="746760" y="45"/>
                    <a:pt x="521970" y="45"/>
                  </a:cubicBezTo>
                  <a:cubicBezTo>
                    <a:pt x="297180" y="-908"/>
                    <a:pt x="102870" y="13380"/>
                    <a:pt x="0" y="41002"/>
                  </a:cubicBezTo>
                  <a:lnTo>
                    <a:pt x="0" y="41002"/>
                  </a:lnTo>
                  <a:lnTo>
                    <a:pt x="0" y="41002"/>
                  </a:lnTo>
                  <a:lnTo>
                    <a:pt x="0" y="41002"/>
                  </a:lnTo>
                  <a:lnTo>
                    <a:pt x="0" y="41002"/>
                  </a:lnTo>
                  <a:cubicBezTo>
                    <a:pt x="102870" y="68625"/>
                    <a:pt x="288608" y="79102"/>
                    <a:pt x="513397" y="80055"/>
                  </a:cubicBezTo>
                  <a:cubicBezTo>
                    <a:pt x="738188" y="80055"/>
                    <a:pt x="943927" y="70530"/>
                    <a:pt x="1046798" y="42907"/>
                  </a:cubicBezTo>
                  <a:lnTo>
                    <a:pt x="1046798" y="42907"/>
                  </a:lnTo>
                  <a:lnTo>
                    <a:pt x="1046798" y="42907"/>
                  </a:lnTo>
                  <a:lnTo>
                    <a:pt x="1046798" y="42907"/>
                  </a:lnTo>
                </a:path>
              </a:pathLst>
            </a:custGeom>
            <a:solidFill>
              <a:srgbClr val="B18C4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3">
              <a:extLst>
                <a:ext uri="{FF2B5EF4-FFF2-40B4-BE49-F238E27FC236}">
                  <a16:creationId xmlns:a16="http://schemas.microsoft.com/office/drawing/2014/main" id="{A698FE81-AB59-4C4E-A98B-8B31D593DB1C}"/>
                </a:ext>
              </a:extLst>
            </p:cNvPr>
            <p:cNvSpPr/>
            <p:nvPr/>
          </p:nvSpPr>
          <p:spPr>
            <a:xfrm>
              <a:off x="4119563" y="1629696"/>
              <a:ext cx="1266825" cy="9525"/>
            </a:xfrm>
            <a:custGeom>
              <a:avLst/>
              <a:gdLst>
                <a:gd name="connsiteX0" fmla="*/ 0 w 1266825"/>
                <a:gd name="connsiteY0" fmla="*/ 0 h 9525"/>
                <a:gd name="connsiteX1" fmla="*/ 1269683 w 1266825"/>
                <a:gd name="connsiteY1" fmla="*/ 0 h 9525"/>
                <a:gd name="connsiteX2" fmla="*/ 1269683 w 1266825"/>
                <a:gd name="connsiteY2" fmla="*/ 9525 h 9525"/>
                <a:gd name="connsiteX3" fmla="*/ 0 w 1266825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6825" h="9525">
                  <a:moveTo>
                    <a:pt x="0" y="0"/>
                  </a:moveTo>
                  <a:lnTo>
                    <a:pt x="1269683" y="0"/>
                  </a:lnTo>
                  <a:lnTo>
                    <a:pt x="1269683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B18C4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 : forme 14">
              <a:extLst>
                <a:ext uri="{FF2B5EF4-FFF2-40B4-BE49-F238E27FC236}">
                  <a16:creationId xmlns:a16="http://schemas.microsoft.com/office/drawing/2014/main" id="{D71CFF13-7E31-4C08-8F3B-12B57E822F37}"/>
                </a:ext>
              </a:extLst>
            </p:cNvPr>
            <p:cNvSpPr/>
            <p:nvPr/>
          </p:nvSpPr>
          <p:spPr>
            <a:xfrm>
              <a:off x="6797993" y="1629696"/>
              <a:ext cx="1266825" cy="9525"/>
            </a:xfrm>
            <a:custGeom>
              <a:avLst/>
              <a:gdLst>
                <a:gd name="connsiteX0" fmla="*/ 0 w 1266825"/>
                <a:gd name="connsiteY0" fmla="*/ 0 h 9525"/>
                <a:gd name="connsiteX1" fmla="*/ 1269683 w 1266825"/>
                <a:gd name="connsiteY1" fmla="*/ 0 h 9525"/>
                <a:gd name="connsiteX2" fmla="*/ 1269683 w 1266825"/>
                <a:gd name="connsiteY2" fmla="*/ 9525 h 9525"/>
                <a:gd name="connsiteX3" fmla="*/ 0 w 1266825"/>
                <a:gd name="connsiteY3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6825" h="9525">
                  <a:moveTo>
                    <a:pt x="0" y="0"/>
                  </a:moveTo>
                  <a:lnTo>
                    <a:pt x="1269683" y="0"/>
                  </a:lnTo>
                  <a:lnTo>
                    <a:pt x="1269683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B18C4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019973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2" r:id="rId2"/>
    <p:sldLayoutId id="2147483694" r:id="rId3"/>
    <p:sldLayoutId id="2147483685" r:id="rId4"/>
    <p:sldLayoutId id="2147483684" r:id="rId5"/>
    <p:sldLayoutId id="2147483686" r:id="rId6"/>
    <p:sldLayoutId id="2147483687" r:id="rId7"/>
    <p:sldLayoutId id="2147483683" r:id="rId8"/>
    <p:sldLayoutId id="2147483677" r:id="rId9"/>
    <p:sldLayoutId id="2147483678" r:id="rId10"/>
    <p:sldLayoutId id="2147483679" r:id="rId11"/>
    <p:sldLayoutId id="2147483680" r:id="rId12"/>
    <p:sldLayoutId id="2147483662" r:id="rId13"/>
    <p:sldLayoutId id="2147483688" r:id="rId14"/>
    <p:sldLayoutId id="2147483689" r:id="rId15"/>
    <p:sldLayoutId id="2147483690" r:id="rId16"/>
    <p:sldLayoutId id="2147483666" r:id="rId17"/>
    <p:sldLayoutId id="2147483651" r:id="rId18"/>
    <p:sldLayoutId id="2147483661" r:id="rId19"/>
    <p:sldLayoutId id="2147483650" r:id="rId20"/>
    <p:sldLayoutId id="2147483658" r:id="rId21"/>
    <p:sldLayoutId id="2147483668" r:id="rId22"/>
    <p:sldLayoutId id="2147483670" r:id="rId23"/>
    <p:sldLayoutId id="2147483654" r:id="rId24"/>
    <p:sldLayoutId id="2147483652" r:id="rId25"/>
    <p:sldLayoutId id="2147483653" r:id="rId26"/>
    <p:sldLayoutId id="2147483681" r:id="rId27"/>
    <p:sldLayoutId id="2147483655" r:id="rId28"/>
    <p:sldLayoutId id="2147483660" r:id="rId29"/>
    <p:sldLayoutId id="2147483665" r:id="rId30"/>
    <p:sldLayoutId id="2147483657" r:id="rId31"/>
    <p:sldLayoutId id="2147483669" r:id="rId32"/>
    <p:sldLayoutId id="2147483691" r:id="rId33"/>
    <p:sldLayoutId id="2147483692" r:id="rId34"/>
    <p:sldLayoutId id="2147483698" r:id="rId35"/>
    <p:sldLayoutId id="2147483682" r:id="rId36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accent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b="1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71450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que 30">
            <a:extLst>
              <a:ext uri="{FF2B5EF4-FFF2-40B4-BE49-F238E27FC236}">
                <a16:creationId xmlns:a16="http://schemas.microsoft.com/office/drawing/2014/main" id="{BF688EDD-59AF-49D0-97CD-2226DEE9F9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344985" y="-6440208"/>
            <a:ext cx="20959864" cy="20152434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6A24C472-6C0B-4655-BFF1-1C5D7F1C0DF4}"/>
              </a:ext>
            </a:extLst>
          </p:cNvPr>
          <p:cNvSpPr/>
          <p:nvPr/>
        </p:nvSpPr>
        <p:spPr>
          <a:xfrm>
            <a:off x="223453" y="211668"/>
            <a:ext cx="11760000" cy="6434664"/>
          </a:xfrm>
          <a:prstGeom prst="rect">
            <a:avLst/>
          </a:prstGeom>
          <a:solidFill>
            <a:schemeClr val="bg1"/>
          </a:solidFill>
          <a:ln w="9525">
            <a:solidFill>
              <a:srgbClr val="A68B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3257C0-5FE0-49D5-BC27-E9478E0292AB}"/>
              </a:ext>
            </a:extLst>
          </p:cNvPr>
          <p:cNvSpPr/>
          <p:nvPr/>
        </p:nvSpPr>
        <p:spPr>
          <a:xfrm>
            <a:off x="6528628" y="4060243"/>
            <a:ext cx="5454825" cy="1630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fr-FR" sz="2400">
                <a:latin typeface="+mj-lt"/>
              </a:rPr>
              <a:t>Niveau 1 : Georgia, corps 24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fr-FR">
                <a:latin typeface="+mj-lt"/>
              </a:rPr>
              <a:t>Niveau 2 : Georgia, corps 18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fr-FR" sz="1200" b="1">
                <a:latin typeface="+mj-lt"/>
              </a:rPr>
              <a:t>Niveau 3 : Georgia gras, corps 12 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fr-FR" sz="1000"/>
              <a:t>Niveau 4 : Century Gothic, corps 10 </a:t>
            </a:r>
          </a:p>
          <a:p>
            <a:pPr marL="171450" indent="-1714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r-FR" sz="1000"/>
              <a:t>Niveau 5 : Century Gothic, corps 10 - avec puce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E6E8E9-FEF6-42D5-9635-C447E170187B}"/>
              </a:ext>
            </a:extLst>
          </p:cNvPr>
          <p:cNvSpPr/>
          <p:nvPr/>
        </p:nvSpPr>
        <p:spPr>
          <a:xfrm>
            <a:off x="746846" y="1818419"/>
            <a:ext cx="47395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b="1">
                <a:solidFill>
                  <a:schemeClr val="accent1"/>
                </a:solidFill>
                <a:latin typeface="+mj-lt"/>
                <a:ea typeface="Helvetica Neue" panose="02000503000000020004" pitchFamily="2"/>
                <a:cs typeface="Helvetica Neue" panose="02000503000000020004" pitchFamily="2"/>
              </a:rPr>
              <a:t>Vous avez accès dans ce Template a une palette de couleur définie selon la charte et codes de l’école Polytechnique, qui sont à respecter 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C26FC3-2AA7-4AD1-9FDA-AA6926F83CB1}"/>
              </a:ext>
            </a:extLst>
          </p:cNvPr>
          <p:cNvSpPr/>
          <p:nvPr/>
        </p:nvSpPr>
        <p:spPr>
          <a:xfrm>
            <a:off x="753429" y="3439305"/>
            <a:ext cx="290417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i="1">
                <a:solidFill>
                  <a:schemeClr val="bg1">
                    <a:lumMod val="50000"/>
                  </a:schemeClr>
                </a:solidFill>
                <a:latin typeface="+mj-lt"/>
                <a:ea typeface="Helvetica Neue" panose="02000503000000020004" pitchFamily="2"/>
                <a:cs typeface="Helvetica Neue" panose="02000503000000020004" pitchFamily="2"/>
              </a:rPr>
              <a:t>Couleurs principales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06F497-8F1C-40E1-92A7-0A51350084EB}"/>
              </a:ext>
            </a:extLst>
          </p:cNvPr>
          <p:cNvSpPr/>
          <p:nvPr/>
        </p:nvSpPr>
        <p:spPr>
          <a:xfrm>
            <a:off x="6528627" y="1012978"/>
            <a:ext cx="38644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>
                <a:latin typeface="+mj-lt"/>
                <a:ea typeface="Helvetica Neue" panose="02000503000000020004" pitchFamily="2"/>
                <a:cs typeface="Helvetica Neue" panose="02000503000000020004" pitchFamily="2"/>
              </a:rPr>
              <a:t>Typographie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4C470DCD-6312-43B5-AE2E-A2BB3ABAD6D7}"/>
              </a:ext>
            </a:extLst>
          </p:cNvPr>
          <p:cNvCxnSpPr>
            <a:cxnSpLocks/>
          </p:cNvCxnSpPr>
          <p:nvPr/>
        </p:nvCxnSpPr>
        <p:spPr>
          <a:xfrm>
            <a:off x="6096000" y="976336"/>
            <a:ext cx="0" cy="522568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C14D137-1B7D-41F9-802B-29DB1018C1AA}"/>
              </a:ext>
            </a:extLst>
          </p:cNvPr>
          <p:cNvSpPr>
            <a:spLocks noChangeAspect="1"/>
          </p:cNvSpPr>
          <p:nvPr/>
        </p:nvSpPr>
        <p:spPr>
          <a:xfrm>
            <a:off x="897208" y="3916994"/>
            <a:ext cx="336000" cy="336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+mj-lt"/>
              <a:ea typeface="Helvetica Neue" panose="02000503000000020004" pitchFamily="2"/>
              <a:cs typeface="Helvetica Neue" panose="02000503000000020004" pitchFamily="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B7CBA9-4689-4625-A5B6-084AFABAEA94}"/>
              </a:ext>
            </a:extLst>
          </p:cNvPr>
          <p:cNvSpPr>
            <a:spLocks noChangeAspect="1"/>
          </p:cNvSpPr>
          <p:nvPr/>
        </p:nvSpPr>
        <p:spPr>
          <a:xfrm>
            <a:off x="1480047" y="3916994"/>
            <a:ext cx="336000" cy="3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+mj-lt"/>
              <a:ea typeface="Helvetica Neue" panose="02000503000000020004" pitchFamily="2"/>
              <a:cs typeface="Helvetica Neue" panose="02000503000000020004" pitchFamily="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0018C4-EE07-4BE1-A610-95BB38BF6539}"/>
              </a:ext>
            </a:extLst>
          </p:cNvPr>
          <p:cNvSpPr>
            <a:spLocks noChangeAspect="1"/>
          </p:cNvSpPr>
          <p:nvPr/>
        </p:nvSpPr>
        <p:spPr>
          <a:xfrm>
            <a:off x="2062885" y="3916994"/>
            <a:ext cx="336000" cy="33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+mj-lt"/>
              <a:ea typeface="Helvetica Neue" panose="02000503000000020004" pitchFamily="2"/>
              <a:cs typeface="Helvetica Neue" panose="02000503000000020004" pitchFamily="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A7590E-F441-4E1B-90D3-88A21BA3A9E9}"/>
              </a:ext>
            </a:extLst>
          </p:cNvPr>
          <p:cNvSpPr>
            <a:spLocks noChangeAspect="1"/>
          </p:cNvSpPr>
          <p:nvPr/>
        </p:nvSpPr>
        <p:spPr>
          <a:xfrm>
            <a:off x="2645724" y="3916994"/>
            <a:ext cx="336000" cy="33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+mj-lt"/>
              <a:ea typeface="Helvetica Neue" panose="02000503000000020004" pitchFamily="2"/>
              <a:cs typeface="Helvetica Neue" panose="02000503000000020004" pitchFamily="2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C99E05-1E99-470A-9DFA-1F70DD65E930}"/>
              </a:ext>
            </a:extLst>
          </p:cNvPr>
          <p:cNvSpPr>
            <a:spLocks noChangeAspect="1"/>
          </p:cNvSpPr>
          <p:nvPr/>
        </p:nvSpPr>
        <p:spPr>
          <a:xfrm>
            <a:off x="897208" y="5026338"/>
            <a:ext cx="336000" cy="33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+mj-lt"/>
              <a:ea typeface="Helvetica Neue" panose="02000503000000020004" pitchFamily="2"/>
              <a:cs typeface="Helvetica Neue" panose="02000503000000020004" pitchFamily="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5CD1C0-2878-460B-BE49-F41BD0918BB6}"/>
              </a:ext>
            </a:extLst>
          </p:cNvPr>
          <p:cNvSpPr>
            <a:spLocks noChangeAspect="1"/>
          </p:cNvSpPr>
          <p:nvPr/>
        </p:nvSpPr>
        <p:spPr>
          <a:xfrm>
            <a:off x="1480047" y="5026338"/>
            <a:ext cx="336000" cy="33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+mj-lt"/>
              <a:ea typeface="Helvetica Neue" panose="02000503000000020004" pitchFamily="2"/>
              <a:cs typeface="Helvetica Neue" panose="02000503000000020004" pitchFamily="2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B4C9C3-4EF0-4EA9-B9D2-2A59277EE575}"/>
              </a:ext>
            </a:extLst>
          </p:cNvPr>
          <p:cNvSpPr>
            <a:spLocks noChangeAspect="1"/>
          </p:cNvSpPr>
          <p:nvPr/>
        </p:nvSpPr>
        <p:spPr>
          <a:xfrm>
            <a:off x="2062885" y="5026338"/>
            <a:ext cx="336000" cy="3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+mj-lt"/>
              <a:ea typeface="Helvetica Neue" panose="02000503000000020004" pitchFamily="2"/>
              <a:cs typeface="Helvetica Neue" panose="02000503000000020004" pitchFamily="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6A6BD2-E18D-4EBB-9050-2FBD31A1EB60}"/>
              </a:ext>
            </a:extLst>
          </p:cNvPr>
          <p:cNvSpPr>
            <a:spLocks noChangeAspect="1"/>
          </p:cNvSpPr>
          <p:nvPr/>
        </p:nvSpPr>
        <p:spPr>
          <a:xfrm>
            <a:off x="2645724" y="5026338"/>
            <a:ext cx="336000" cy="336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+mj-lt"/>
              <a:ea typeface="Helvetica Neue" panose="02000503000000020004" pitchFamily="2"/>
              <a:cs typeface="Helvetica Neue" panose="02000503000000020004" pitchFamily="2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15380C-0292-4E68-9ED8-EA324FEE0601}"/>
              </a:ext>
            </a:extLst>
          </p:cNvPr>
          <p:cNvSpPr>
            <a:spLocks noChangeAspect="1"/>
          </p:cNvSpPr>
          <p:nvPr/>
        </p:nvSpPr>
        <p:spPr>
          <a:xfrm>
            <a:off x="3228563" y="5026338"/>
            <a:ext cx="336000" cy="336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+mj-lt"/>
              <a:ea typeface="Helvetica Neue" panose="02000503000000020004" pitchFamily="2"/>
              <a:cs typeface="Helvetica Neue" panose="02000503000000020004" pitchFamily="2"/>
            </a:endParaRPr>
          </a:p>
        </p:txBody>
      </p:sp>
      <p:cxnSp>
        <p:nvCxnSpPr>
          <p:cNvPr id="17" name="Connecteur droit 31">
            <a:extLst>
              <a:ext uri="{FF2B5EF4-FFF2-40B4-BE49-F238E27FC236}">
                <a16:creationId xmlns:a16="http://schemas.microsoft.com/office/drawing/2014/main" id="{4465AE44-DA62-4661-AFCE-C7506E2D73C2}"/>
              </a:ext>
            </a:extLst>
          </p:cNvPr>
          <p:cNvCxnSpPr>
            <a:cxnSpLocks/>
          </p:cNvCxnSpPr>
          <p:nvPr/>
        </p:nvCxnSpPr>
        <p:spPr>
          <a:xfrm>
            <a:off x="897208" y="4422907"/>
            <a:ext cx="437288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C41BF4E-6772-4ED0-8A66-635A7CFCB81B}"/>
              </a:ext>
            </a:extLst>
          </p:cNvPr>
          <p:cNvSpPr/>
          <p:nvPr/>
        </p:nvSpPr>
        <p:spPr>
          <a:xfrm>
            <a:off x="753429" y="4621045"/>
            <a:ext cx="321880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i="1">
                <a:solidFill>
                  <a:schemeClr val="bg1">
                    <a:lumMod val="50000"/>
                  </a:schemeClr>
                </a:solidFill>
                <a:latin typeface="+mj-lt"/>
                <a:ea typeface="Helvetica Neue" panose="02000503000000020004" pitchFamily="2"/>
                <a:cs typeface="Helvetica Neue" panose="02000503000000020004" pitchFamily="2"/>
              </a:rPr>
              <a:t>Couleurs secondaires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1DCAF0-230B-4F5A-A2B2-75EC62FDFE3A}"/>
              </a:ext>
            </a:extLst>
          </p:cNvPr>
          <p:cNvSpPr/>
          <p:nvPr/>
        </p:nvSpPr>
        <p:spPr>
          <a:xfrm>
            <a:off x="746846" y="2456273"/>
            <a:ext cx="49165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>
                <a:solidFill>
                  <a:schemeClr val="accent1"/>
                </a:solidFill>
                <a:latin typeface="+mj-lt"/>
                <a:ea typeface="Helvetica Neue" panose="02000503000000020004" pitchFamily="2"/>
                <a:cs typeface="Helvetica Neue" panose="02000503000000020004" pitchFamily="2"/>
              </a:rPr>
              <a:t>Les couleurs principales à utiliser sont le Bleu et le Doré, avec en compléments les couleurs secondaires :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6E2D0A-5E82-4784-989A-44720EB254F7}"/>
              </a:ext>
            </a:extLst>
          </p:cNvPr>
          <p:cNvSpPr/>
          <p:nvPr/>
        </p:nvSpPr>
        <p:spPr>
          <a:xfrm>
            <a:off x="6528628" y="1818419"/>
            <a:ext cx="5360849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>
                <a:solidFill>
                  <a:schemeClr val="accent1"/>
                </a:solidFill>
                <a:latin typeface="+mj-lt"/>
                <a:ea typeface="Helvetica Neue" panose="02000503000000020004" pitchFamily="2"/>
                <a:cs typeface="Helvetica Neue" panose="02000503000000020004" pitchFamily="2"/>
              </a:rPr>
              <a:t>En respect de la mise en place d’une charte, les typographies utilisée pour ce Template sont la Georgia et la Century Gothic.</a:t>
            </a:r>
          </a:p>
          <a:p>
            <a:endParaRPr lang="fr-FR" sz="1200" b="1">
              <a:solidFill>
                <a:schemeClr val="accent1"/>
              </a:solidFill>
              <a:latin typeface="+mj-lt"/>
              <a:ea typeface="Helvetica Neue" panose="02000503000000020004" pitchFamily="2"/>
              <a:cs typeface="Helvetica Neue" panose="02000503000000020004" pitchFamily="2"/>
            </a:endParaRPr>
          </a:p>
          <a:p>
            <a:r>
              <a:rPr lang="fr-FR" sz="1100">
                <a:solidFill>
                  <a:schemeClr val="accent1"/>
                </a:solidFill>
                <a:latin typeface="+mj-lt"/>
                <a:ea typeface="Helvetica Neue" panose="02000503000000020004" pitchFamily="2"/>
                <a:cs typeface="Helvetica Neue" panose="02000503000000020004" pitchFamily="2"/>
              </a:rPr>
              <a:t>Il est autorisé de l’utiliser dans ses déclinaisons :</a:t>
            </a:r>
          </a:p>
          <a:p>
            <a:r>
              <a:rPr lang="fr-FR" sz="1100">
                <a:solidFill>
                  <a:schemeClr val="accent1"/>
                </a:solidFill>
                <a:latin typeface="+mj-lt"/>
                <a:ea typeface="Helvetica Neue" panose="02000503000000020004" pitchFamily="2"/>
                <a:cs typeface="Helvetica Neue" panose="02000503000000020004" pitchFamily="2"/>
              </a:rPr>
              <a:t>minuscule, CAPITALE, </a:t>
            </a:r>
            <a:r>
              <a:rPr lang="fr-FR" sz="1100" i="1">
                <a:solidFill>
                  <a:schemeClr val="accent1"/>
                </a:solidFill>
                <a:latin typeface="+mj-lt"/>
                <a:ea typeface="Helvetica Neue" panose="02000503000000020004" pitchFamily="2"/>
                <a:cs typeface="Helvetica Neue" panose="02000503000000020004" pitchFamily="2"/>
              </a:rPr>
              <a:t>italique, </a:t>
            </a:r>
            <a:r>
              <a:rPr lang="fr-FR" sz="1100" b="1">
                <a:solidFill>
                  <a:schemeClr val="accent1"/>
                </a:solidFill>
                <a:latin typeface="+mj-lt"/>
                <a:ea typeface="Helvetica Neue" panose="02000503000000020004" pitchFamily="2"/>
                <a:cs typeface="Helvetica Neue" panose="02000503000000020004" pitchFamily="2"/>
              </a:rPr>
              <a:t>Gras</a:t>
            </a:r>
          </a:p>
          <a:p>
            <a:endParaRPr lang="fr-FR" sz="1100">
              <a:solidFill>
                <a:schemeClr val="accent1"/>
              </a:solidFill>
              <a:latin typeface="+mj-lt"/>
              <a:ea typeface="Helvetica Neue" panose="02000503000000020004" pitchFamily="2"/>
              <a:cs typeface="Helvetica Neue" panose="02000503000000020004" pitchFamily="2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A7DEA3-BA4F-4D59-9141-FEBD66D6FDBD}"/>
              </a:ext>
            </a:extLst>
          </p:cNvPr>
          <p:cNvSpPr/>
          <p:nvPr/>
        </p:nvSpPr>
        <p:spPr>
          <a:xfrm>
            <a:off x="6528628" y="3334444"/>
            <a:ext cx="4228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b="1">
                <a:latin typeface="+mj-lt"/>
                <a:ea typeface="Helvetica Neue" panose="02000503000000020004" pitchFamily="2"/>
                <a:cs typeface="Helvetica Neue" panose="02000503000000020004" pitchFamily="2"/>
              </a:rPr>
              <a:t>Dans ce document les différents niveaux de textes </a:t>
            </a:r>
            <a:br>
              <a:rPr lang="fr-FR" sz="1200" b="1">
                <a:latin typeface="+mj-lt"/>
                <a:ea typeface="Helvetica Neue" panose="02000503000000020004" pitchFamily="2"/>
                <a:cs typeface="Helvetica Neue" panose="02000503000000020004" pitchFamily="2"/>
              </a:rPr>
            </a:br>
            <a:r>
              <a:rPr lang="fr-FR" sz="1200" b="1">
                <a:latin typeface="+mj-lt"/>
                <a:ea typeface="Helvetica Neue" panose="02000503000000020004" pitchFamily="2"/>
                <a:cs typeface="Helvetica Neue" panose="02000503000000020004" pitchFamily="2"/>
              </a:rPr>
              <a:t>et puces sont définis comme suit :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4A9E72-59E2-45E4-8060-59A7FA8FAD17}"/>
              </a:ext>
            </a:extLst>
          </p:cNvPr>
          <p:cNvSpPr/>
          <p:nvPr/>
        </p:nvSpPr>
        <p:spPr>
          <a:xfrm>
            <a:off x="746845" y="1012978"/>
            <a:ext cx="38644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>
                <a:latin typeface="+mj-lt"/>
                <a:ea typeface="Helvetica Neue" panose="02000503000000020004" pitchFamily="2"/>
                <a:cs typeface="Helvetica Neue" panose="02000503000000020004" pitchFamily="2"/>
              </a:rPr>
              <a:t>Couleurs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B52C51-D697-449B-9E39-D1C534E4E10C}"/>
              </a:ext>
            </a:extLst>
          </p:cNvPr>
          <p:cNvSpPr>
            <a:spLocks noChangeAspect="1"/>
          </p:cNvSpPr>
          <p:nvPr/>
        </p:nvSpPr>
        <p:spPr>
          <a:xfrm>
            <a:off x="3228563" y="3916994"/>
            <a:ext cx="336000" cy="3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accent2"/>
              </a:solidFill>
              <a:latin typeface="+mj-lt"/>
              <a:ea typeface="Helvetica Neue" panose="02000503000000020004" pitchFamily="2"/>
              <a:cs typeface="Helvetica Neue" panose="02000503000000020004" pitchFamily="2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A6651C-F8DF-48A9-8DAA-1AD420A722CF}"/>
              </a:ext>
            </a:extLst>
          </p:cNvPr>
          <p:cNvSpPr>
            <a:spLocks noChangeAspect="1"/>
          </p:cNvSpPr>
          <p:nvPr/>
        </p:nvSpPr>
        <p:spPr>
          <a:xfrm>
            <a:off x="897208" y="5557910"/>
            <a:ext cx="336000" cy="3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+mj-lt"/>
              <a:ea typeface="Helvetica Neue" panose="02000503000000020004" pitchFamily="2"/>
              <a:cs typeface="Helvetica Neue" panose="02000503000000020004" pitchFamily="2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AE3509-AB72-4A81-B081-A147EEB31E17}"/>
              </a:ext>
            </a:extLst>
          </p:cNvPr>
          <p:cNvSpPr>
            <a:spLocks noChangeAspect="1"/>
          </p:cNvSpPr>
          <p:nvPr/>
        </p:nvSpPr>
        <p:spPr>
          <a:xfrm>
            <a:off x="1480047" y="5557910"/>
            <a:ext cx="336000" cy="33600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+mj-lt"/>
              <a:ea typeface="Helvetica Neue" panose="02000503000000020004" pitchFamily="2"/>
              <a:cs typeface="Helvetica Neue" panose="02000503000000020004" pitchFamily="2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326E4BB-6A65-42CD-B4D7-DD9C293B6D89}"/>
              </a:ext>
            </a:extLst>
          </p:cNvPr>
          <p:cNvSpPr>
            <a:spLocks noChangeAspect="1"/>
          </p:cNvSpPr>
          <p:nvPr/>
        </p:nvSpPr>
        <p:spPr>
          <a:xfrm>
            <a:off x="2062885" y="5557910"/>
            <a:ext cx="336000" cy="336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+mj-lt"/>
              <a:ea typeface="Helvetica Neue" panose="02000503000000020004" pitchFamily="2"/>
              <a:cs typeface="Helvetica Neue" panose="02000503000000020004" pitchFamily="2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02CA587-9819-4525-B590-E795D2D03059}"/>
              </a:ext>
            </a:extLst>
          </p:cNvPr>
          <p:cNvSpPr>
            <a:spLocks noChangeAspect="1"/>
          </p:cNvSpPr>
          <p:nvPr/>
        </p:nvSpPr>
        <p:spPr>
          <a:xfrm>
            <a:off x="2645724" y="5557910"/>
            <a:ext cx="336000" cy="3360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+mj-lt"/>
              <a:ea typeface="Helvetica Neue" panose="02000503000000020004" pitchFamily="2"/>
              <a:cs typeface="Helvetica Neue" panose="02000503000000020004" pitchFamily="2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609C6E-46A8-4329-8C95-3451515AD309}"/>
              </a:ext>
            </a:extLst>
          </p:cNvPr>
          <p:cNvSpPr>
            <a:spLocks noChangeAspect="1"/>
          </p:cNvSpPr>
          <p:nvPr/>
        </p:nvSpPr>
        <p:spPr>
          <a:xfrm>
            <a:off x="3228563" y="5557910"/>
            <a:ext cx="336000" cy="3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+mj-lt"/>
              <a:ea typeface="Helvetica Neue" panose="02000503000000020004" pitchFamily="2"/>
              <a:cs typeface="Helvetica Neue" panose="02000503000000020004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177801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que 15">
            <a:extLst>
              <a:ext uri="{FF2B5EF4-FFF2-40B4-BE49-F238E27FC236}">
                <a16:creationId xmlns:a16="http://schemas.microsoft.com/office/drawing/2014/main" id="{3F7E4D8F-56EC-44A1-8D6E-725EE6342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344985" y="-6440208"/>
            <a:ext cx="20959864" cy="2015243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1A88F9C-6A68-4F9C-BA23-BAF1700965C3}"/>
              </a:ext>
            </a:extLst>
          </p:cNvPr>
          <p:cNvSpPr/>
          <p:nvPr/>
        </p:nvSpPr>
        <p:spPr>
          <a:xfrm>
            <a:off x="216000" y="211668"/>
            <a:ext cx="11760000" cy="6434664"/>
          </a:xfrm>
          <a:prstGeom prst="rect">
            <a:avLst/>
          </a:prstGeom>
          <a:solidFill>
            <a:schemeClr val="bg1"/>
          </a:solidFill>
          <a:ln w="9525">
            <a:solidFill>
              <a:srgbClr val="A68B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985526-6EEE-45DD-8117-BB3DEFE608A0}"/>
              </a:ext>
            </a:extLst>
          </p:cNvPr>
          <p:cNvSpPr/>
          <p:nvPr/>
        </p:nvSpPr>
        <p:spPr>
          <a:xfrm>
            <a:off x="746844" y="618348"/>
            <a:ext cx="53491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>
                <a:latin typeface="+mj-lt"/>
                <a:ea typeface="Helvetica Neue" panose="02000503000000020004" pitchFamily="2"/>
                <a:cs typeface="Helvetica Neue" panose="02000503000000020004" pitchFamily="2"/>
              </a:rPr>
              <a:t>Utilisation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1FCF1C-A683-4138-AEF7-BC8763C68C7A}"/>
              </a:ext>
            </a:extLst>
          </p:cNvPr>
          <p:cNvSpPr/>
          <p:nvPr/>
        </p:nvSpPr>
        <p:spPr>
          <a:xfrm>
            <a:off x="746847" y="1187880"/>
            <a:ext cx="59756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>
                <a:solidFill>
                  <a:schemeClr val="accent1"/>
                </a:solidFill>
                <a:latin typeface="+mj-lt"/>
                <a:ea typeface="Helvetica Neue" panose="02000503000000020004" pitchFamily="2"/>
                <a:cs typeface="Helvetica Neue" panose="02000503000000020004" pitchFamily="2"/>
              </a:rPr>
              <a:t>Vous avez accès dans ce Template à plusieurs dispositions types ainsi que leurs déclinaisons. 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47A80753-7A5E-4823-A762-F574CD1DBDD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8466" y="2127628"/>
            <a:ext cx="3613102" cy="4263940"/>
          </a:xfrm>
          <a:custGeom>
            <a:avLst/>
            <a:gdLst>
              <a:gd name="connsiteX0" fmla="*/ 0 w 3673437"/>
              <a:gd name="connsiteY0" fmla="*/ 0 h 4495466"/>
              <a:gd name="connsiteX1" fmla="*/ 759416 w 3673437"/>
              <a:gd name="connsiteY1" fmla="*/ 0 h 4495466"/>
              <a:gd name="connsiteX2" fmla="*/ 759416 w 3673437"/>
              <a:gd name="connsiteY2" fmla="*/ 214164 h 4495466"/>
              <a:gd name="connsiteX3" fmla="*/ 3673437 w 3673437"/>
              <a:gd name="connsiteY3" fmla="*/ 214164 h 4495466"/>
              <a:gd name="connsiteX4" fmla="*/ 3673437 w 3673437"/>
              <a:gd name="connsiteY4" fmla="*/ 4495466 h 4495466"/>
              <a:gd name="connsiteX5" fmla="*/ 0 w 3673437"/>
              <a:gd name="connsiteY5" fmla="*/ 4495466 h 4495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73437" h="4495466">
                <a:moveTo>
                  <a:pt x="0" y="0"/>
                </a:moveTo>
                <a:lnTo>
                  <a:pt x="759416" y="0"/>
                </a:lnTo>
                <a:lnTo>
                  <a:pt x="759416" y="214164"/>
                </a:lnTo>
                <a:lnTo>
                  <a:pt x="3673437" y="214164"/>
                </a:lnTo>
                <a:lnTo>
                  <a:pt x="3673437" y="4495466"/>
                </a:lnTo>
                <a:lnTo>
                  <a:pt x="0" y="4495466"/>
                </a:lnTo>
                <a:close/>
              </a:path>
            </a:pathLst>
          </a:cu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C8C2697-F720-4048-95C4-8300F494E0D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40812" y="2177512"/>
            <a:ext cx="882128" cy="824846"/>
          </a:xfrm>
          <a:prstGeom prst="rect">
            <a:avLst/>
          </a:prstGeom>
          <a:noFill/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D45122-5261-46A4-B6BD-9F4E875A10B3}"/>
              </a:ext>
            </a:extLst>
          </p:cNvPr>
          <p:cNvSpPr/>
          <p:nvPr/>
        </p:nvSpPr>
        <p:spPr>
          <a:xfrm>
            <a:off x="5794247" y="2127628"/>
            <a:ext cx="47465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b="1">
                <a:latin typeface="+mj-lt"/>
                <a:ea typeface="Helvetica Neue" panose="02000503000000020004" pitchFamily="2"/>
                <a:cs typeface="Helvetica Neue" panose="02000503000000020004" pitchFamily="2"/>
              </a:rPr>
              <a:t>Certaines de ces dispositions ont la possibilité d’être agrémentées d’images. </a:t>
            </a:r>
            <a:r>
              <a:rPr lang="fr-FR" sz="1200">
                <a:latin typeface="+mj-lt"/>
                <a:ea typeface="Helvetica Neue" panose="02000503000000020004" pitchFamily="2"/>
                <a:cs typeface="Helvetica Neue" panose="02000503000000020004" pitchFamily="2"/>
              </a:rPr>
              <a:t>Pour ce faire cliquez sur le petit icône image et sectionnez l’image souhaitée sur votre ordinateur.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9F4918-DCED-4629-9D77-DD4BF850AE32}"/>
              </a:ext>
            </a:extLst>
          </p:cNvPr>
          <p:cNvSpPr/>
          <p:nvPr/>
        </p:nvSpPr>
        <p:spPr>
          <a:xfrm>
            <a:off x="5794247" y="3009678"/>
            <a:ext cx="51184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b="1">
                <a:latin typeface="+mj-lt"/>
                <a:ea typeface="Helvetica Neue" panose="02000503000000020004" pitchFamily="2"/>
                <a:cs typeface="Helvetica Neue" panose="02000503000000020004" pitchFamily="2"/>
              </a:rPr>
              <a:t>Ce masque est configuré avec des zones dynamiques dans le masque. </a:t>
            </a:r>
            <a:r>
              <a:rPr lang="fr-FR" sz="1200">
                <a:latin typeface="+mj-lt"/>
                <a:ea typeface="Helvetica Neue" panose="02000503000000020004" pitchFamily="2"/>
                <a:cs typeface="Helvetica Neue" panose="02000503000000020004" pitchFamily="2"/>
              </a:rPr>
              <a:t>Afin de vous permettre d’insérer votre contenu directement dans différentes dispositions respectant l’univers de Polytechnique.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BC418-9536-4BC3-B3C5-A118BD1613AB}"/>
              </a:ext>
            </a:extLst>
          </p:cNvPr>
          <p:cNvSpPr/>
          <p:nvPr/>
        </p:nvSpPr>
        <p:spPr>
          <a:xfrm>
            <a:off x="5794247" y="3962759"/>
            <a:ext cx="47465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>
                <a:latin typeface="+mj-lt"/>
                <a:ea typeface="Helvetica Neue" panose="02000503000000020004" pitchFamily="2"/>
                <a:cs typeface="Helvetica Neue" panose="02000503000000020004" pitchFamily="2"/>
              </a:rPr>
              <a:t>Étant dans le masque si par mégarde vous supprimez ou altérez les dispositions mises en place, merci de cliquer sur la fonction </a:t>
            </a:r>
            <a:r>
              <a:rPr lang="fr-FR" sz="1200" b="1">
                <a:latin typeface="+mj-lt"/>
                <a:ea typeface="Helvetica Neue" panose="02000503000000020004" pitchFamily="2"/>
                <a:cs typeface="Helvetica Neue" panose="02000503000000020004" pitchFamily="2"/>
              </a:rPr>
              <a:t>‘Rétablir’ </a:t>
            </a:r>
            <a:r>
              <a:rPr lang="fr-FR" sz="1200">
                <a:latin typeface="+mj-lt"/>
                <a:ea typeface="Helvetica Neue" panose="02000503000000020004" pitchFamily="2"/>
                <a:cs typeface="Helvetica Neue" panose="02000503000000020004" pitchFamily="2"/>
              </a:rPr>
              <a:t>pour remettre sous la bonne forme la slide.</a:t>
            </a:r>
            <a:endParaRPr lang="fr-FR" sz="1200" b="1">
              <a:latin typeface="+mj-lt"/>
              <a:ea typeface="Helvetica Neue" panose="02000503000000020004" pitchFamily="2"/>
              <a:cs typeface="Helvetica Neue" panose="02000503000000020004" pitchFamily="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83E225-B55F-4D2A-88E9-DC8BA9F13716}"/>
              </a:ext>
            </a:extLst>
          </p:cNvPr>
          <p:cNvSpPr/>
          <p:nvPr/>
        </p:nvSpPr>
        <p:spPr>
          <a:xfrm>
            <a:off x="5794247" y="4844809"/>
            <a:ext cx="604723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1200">
                <a:solidFill>
                  <a:srgbClr val="404040"/>
                </a:solidFill>
              </a:rPr>
              <a:t>Pour les dispositions </a:t>
            </a:r>
            <a:r>
              <a:rPr lang="fr-FR" sz="1200" b="1">
                <a:solidFill>
                  <a:srgbClr val="404040"/>
                </a:solidFill>
              </a:rPr>
              <a:t>Sommaires &amp; Références </a:t>
            </a:r>
            <a:r>
              <a:rPr lang="fr-FR" sz="1200">
                <a:solidFill>
                  <a:srgbClr val="404040"/>
                </a:solidFill>
              </a:rPr>
              <a:t>afin d’insérer </a:t>
            </a:r>
            <a:br>
              <a:rPr lang="fr-FR" sz="1200">
                <a:solidFill>
                  <a:srgbClr val="404040"/>
                </a:solidFill>
              </a:rPr>
            </a:br>
            <a:r>
              <a:rPr lang="fr-FR" sz="1200">
                <a:solidFill>
                  <a:srgbClr val="404040"/>
                </a:solidFill>
              </a:rPr>
              <a:t>votre image dans la zone concerné vous pouvez : </a:t>
            </a:r>
          </a:p>
          <a:p>
            <a:pPr lvl="0"/>
            <a:br>
              <a:rPr lang="fr-FR" sz="1200">
                <a:solidFill>
                  <a:srgbClr val="404040"/>
                </a:solidFill>
              </a:rPr>
            </a:br>
            <a:r>
              <a:rPr lang="fr-FR" sz="1200">
                <a:solidFill>
                  <a:srgbClr val="404040"/>
                </a:solidFill>
              </a:rPr>
              <a:t>&gt; Glisser (Drag &amp; drop) votre image sur la slide afin de remplir la zone dynamique</a:t>
            </a:r>
          </a:p>
          <a:p>
            <a:pPr lvl="0"/>
            <a:r>
              <a:rPr lang="fr-FR" sz="1200" b="1">
                <a:solidFill>
                  <a:srgbClr val="404040"/>
                </a:solidFill>
              </a:rPr>
              <a:t>Ou</a:t>
            </a:r>
          </a:p>
          <a:p>
            <a:pPr lvl="0"/>
            <a:r>
              <a:rPr lang="fr-FR" sz="1200">
                <a:solidFill>
                  <a:srgbClr val="404040"/>
                </a:solidFill>
              </a:rPr>
              <a:t>&gt; Cliquer sur la zone d’image et la faire venir au premier plans afin d’accéder </a:t>
            </a:r>
            <a:br>
              <a:rPr lang="fr-FR" sz="1200">
                <a:solidFill>
                  <a:srgbClr val="404040"/>
                </a:solidFill>
              </a:rPr>
            </a:br>
            <a:r>
              <a:rPr lang="fr-FR" sz="1200">
                <a:solidFill>
                  <a:srgbClr val="404040"/>
                </a:solidFill>
              </a:rPr>
              <a:t>   au bouton image et cliquer sur rétablir afin de la remettre en arrière plan</a:t>
            </a:r>
            <a:endParaRPr lang="fr-FR" sz="1200" b="1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730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405DA984-87E0-4FBF-84EB-CC9719C8D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344985" y="-6440208"/>
            <a:ext cx="20959864" cy="201524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8DFED06-051C-4768-B578-91DAB24F4FF9}"/>
              </a:ext>
            </a:extLst>
          </p:cNvPr>
          <p:cNvSpPr/>
          <p:nvPr/>
        </p:nvSpPr>
        <p:spPr>
          <a:xfrm>
            <a:off x="216000" y="211668"/>
            <a:ext cx="11760000" cy="6434664"/>
          </a:xfrm>
          <a:prstGeom prst="rect">
            <a:avLst/>
          </a:prstGeom>
          <a:solidFill>
            <a:schemeClr val="bg1"/>
          </a:solidFill>
          <a:ln w="9525">
            <a:solidFill>
              <a:srgbClr val="A68B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6273F2-6A53-469E-A6DE-CD2955DF046A}"/>
              </a:ext>
            </a:extLst>
          </p:cNvPr>
          <p:cNvSpPr/>
          <p:nvPr/>
        </p:nvSpPr>
        <p:spPr>
          <a:xfrm>
            <a:off x="746844" y="848181"/>
            <a:ext cx="54421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>
                <a:latin typeface="+mj-lt"/>
                <a:ea typeface="Helvetica Neue" panose="02000503000000020004" pitchFamily="2"/>
                <a:cs typeface="Helvetica Neue" panose="02000503000000020004" pitchFamily="2"/>
              </a:rPr>
              <a:t>Autres spécificités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3E6848-1044-45F0-BFDE-6D6745F24CB9}"/>
              </a:ext>
            </a:extLst>
          </p:cNvPr>
          <p:cNvSpPr/>
          <p:nvPr/>
        </p:nvSpPr>
        <p:spPr>
          <a:xfrm>
            <a:off x="746847" y="1417713"/>
            <a:ext cx="108213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>
                <a:solidFill>
                  <a:schemeClr val="accent1"/>
                </a:solidFill>
                <a:ea typeface="Helvetica Neue" panose="02000503000000020004" pitchFamily="2"/>
                <a:cs typeface="Helvetica Neue" panose="02000503000000020004" pitchFamily="2"/>
              </a:rPr>
              <a:t>Enregistrement du document d’instruction dans vos modèles de présentations, </a:t>
            </a:r>
            <a:r>
              <a:rPr lang="fr-FR" sz="1400">
                <a:solidFill>
                  <a:schemeClr val="accent1"/>
                </a:solidFill>
                <a:ea typeface="Helvetica Neue" panose="02000503000000020004" pitchFamily="2"/>
                <a:cs typeface="Helvetica Neue" panose="02000503000000020004" pitchFamily="2"/>
              </a:rPr>
              <a:t>ceci afin d’y accéder rapidement lorsque vous avez besoin de créer une présentation.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1E1E75-A007-4004-B5AF-FC8FFEF03714}"/>
              </a:ext>
            </a:extLst>
          </p:cNvPr>
          <p:cNvSpPr/>
          <p:nvPr/>
        </p:nvSpPr>
        <p:spPr>
          <a:xfrm>
            <a:off x="746846" y="2347647"/>
            <a:ext cx="4099474" cy="3749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>
                <a:solidFill>
                  <a:schemeClr val="accent1"/>
                </a:solidFill>
                <a:latin typeface="+mj-lt"/>
                <a:ea typeface="Helvetica Neue" panose="02000403000000020004" pitchFamily="2" charset="0"/>
              </a:rPr>
              <a:t>L’enregistrement</a:t>
            </a:r>
          </a:p>
          <a:p>
            <a:br>
              <a:rPr lang="fr-FR" b="1">
                <a:solidFill>
                  <a:schemeClr val="accent1"/>
                </a:solidFill>
                <a:latin typeface="+mj-lt"/>
                <a:ea typeface="Helvetica Neue" panose="02000403000000020004" pitchFamily="2" charset="0"/>
              </a:rPr>
            </a:br>
            <a:r>
              <a:rPr lang="fr-FR" sz="1100">
                <a:solidFill>
                  <a:srgbClr val="404040"/>
                </a:solidFill>
              </a:rPr>
              <a:t>Afin de l’enregistrer dans vos Modèles de présentations personnalisés sur votre poste, vous devez :</a:t>
            </a:r>
          </a:p>
          <a:p>
            <a:pPr marL="179388" lvl="4" indent="-179388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Arial" panose="020B0604020202020204" pitchFamily="34" charset="0"/>
              <a:buChar char="›"/>
            </a:pPr>
            <a:r>
              <a:rPr lang="fr-FR" sz="1100">
                <a:solidFill>
                  <a:srgbClr val="4D4F53"/>
                </a:solidFill>
              </a:rPr>
              <a:t>Ouvrir la présentation d’instruction disponible dans vos outils de communication. Cliquer sur </a:t>
            </a:r>
            <a:r>
              <a:rPr lang="fr-FR" sz="1100" b="1">
                <a:solidFill>
                  <a:srgbClr val="4D4F53"/>
                </a:solidFill>
              </a:rPr>
              <a:t>Fichier</a:t>
            </a:r>
            <a:r>
              <a:rPr lang="fr-FR" sz="1100">
                <a:solidFill>
                  <a:srgbClr val="4D4F53"/>
                </a:solidFill>
              </a:rPr>
              <a:t> &gt; </a:t>
            </a:r>
            <a:r>
              <a:rPr lang="fr-FR" sz="1100" b="1">
                <a:solidFill>
                  <a:srgbClr val="4D4F53"/>
                </a:solidFill>
              </a:rPr>
              <a:t>Enregistrer-sous</a:t>
            </a:r>
            <a:r>
              <a:rPr lang="fr-FR" sz="1100">
                <a:solidFill>
                  <a:srgbClr val="4D4F53"/>
                </a:solidFill>
              </a:rPr>
              <a:t> &gt; Sélectionner le type de fichier </a:t>
            </a:r>
            <a:r>
              <a:rPr lang="fr-FR" sz="1100" b="1">
                <a:solidFill>
                  <a:srgbClr val="4D4F53"/>
                </a:solidFill>
              </a:rPr>
              <a:t>« Modèle PowerPoint (*.</a:t>
            </a:r>
            <a:r>
              <a:rPr lang="fr-FR" sz="1100" b="1" err="1">
                <a:solidFill>
                  <a:srgbClr val="4D4F53"/>
                </a:solidFill>
              </a:rPr>
              <a:t>potx</a:t>
            </a:r>
            <a:r>
              <a:rPr lang="fr-FR" sz="1100" b="1">
                <a:solidFill>
                  <a:srgbClr val="4D4F53"/>
                </a:solidFill>
              </a:rPr>
              <a:t>) » </a:t>
            </a:r>
            <a:r>
              <a:rPr lang="fr-FR" sz="1100">
                <a:solidFill>
                  <a:srgbClr val="4D4F53"/>
                </a:solidFill>
              </a:rPr>
              <a:t>&gt; Vérifier qu’il s’enregistre bien au sein de votre dossier de </a:t>
            </a:r>
            <a:r>
              <a:rPr lang="fr-FR" sz="1100" b="1">
                <a:solidFill>
                  <a:srgbClr val="4D4F53"/>
                </a:solidFill>
              </a:rPr>
              <a:t>Modèles Office Personnalisés </a:t>
            </a:r>
            <a:r>
              <a:rPr lang="fr-FR" sz="1100">
                <a:solidFill>
                  <a:schemeClr val="bg1">
                    <a:lumMod val="65000"/>
                  </a:schemeClr>
                </a:solidFill>
              </a:rPr>
              <a:t>(sur votre ordinateur </a:t>
            </a:r>
            <a:r>
              <a:rPr lang="fr-FR" sz="1100" i="1">
                <a:solidFill>
                  <a:schemeClr val="bg1">
                    <a:lumMod val="65000"/>
                  </a:schemeClr>
                </a:solidFill>
              </a:rPr>
              <a:t>OS (C:) &gt; Utilisateurs &gt; Votre nom de Pc &gt; Documents &gt; Modèle Office personnalisés</a:t>
            </a:r>
            <a:r>
              <a:rPr lang="fr-FR" sz="1100">
                <a:solidFill>
                  <a:schemeClr val="bg1">
                    <a:lumMod val="65000"/>
                  </a:schemeClr>
                </a:solidFill>
              </a:rPr>
              <a:t>)</a:t>
            </a:r>
            <a:r>
              <a:rPr lang="fr-FR" sz="1100" b="1">
                <a:solidFill>
                  <a:srgbClr val="4D4F53"/>
                </a:solidFill>
              </a:rPr>
              <a:t>  </a:t>
            </a:r>
            <a:br>
              <a:rPr lang="fr-FR" sz="1100" b="1">
                <a:solidFill>
                  <a:srgbClr val="4D4F53"/>
                </a:solidFill>
              </a:rPr>
            </a:br>
            <a:r>
              <a:rPr lang="fr-FR" sz="1100">
                <a:solidFill>
                  <a:srgbClr val="4D4F53"/>
                </a:solidFill>
              </a:rPr>
              <a:t>&gt; Une fois cette vérification faite cliquez sur </a:t>
            </a:r>
            <a:r>
              <a:rPr lang="fr-FR" sz="1100" b="1">
                <a:solidFill>
                  <a:srgbClr val="4D4F53"/>
                </a:solidFill>
              </a:rPr>
              <a:t>Enregistrer</a:t>
            </a:r>
            <a:r>
              <a:rPr lang="fr-FR" sz="1100">
                <a:solidFill>
                  <a:srgbClr val="4D4F53"/>
                </a:solidFill>
              </a:rPr>
              <a:t>. </a:t>
            </a:r>
          </a:p>
          <a:p>
            <a:pPr marL="179388" lvl="4" indent="-179388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Arial" panose="020B0604020202020204" pitchFamily="34" charset="0"/>
              <a:buChar char="›"/>
            </a:pPr>
            <a:r>
              <a:rPr lang="fr-FR" sz="1100">
                <a:solidFill>
                  <a:srgbClr val="4D4F53"/>
                </a:solidFill>
              </a:rPr>
              <a:t>Maintenant vous devriez avoir accès à ce document en ouvrant PowerPoint.</a:t>
            </a:r>
          </a:p>
          <a:p>
            <a:endParaRPr lang="fr-FR" sz="1333">
              <a:solidFill>
                <a:srgbClr val="000000"/>
              </a:solidFill>
              <a:ea typeface="Helvetica Neue" panose="02000503000000020004" pitchFamily="2"/>
              <a:cs typeface="Helvetica Neue" panose="02000503000000020004" pitchFamily="2"/>
              <a:sym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DF648A-2473-46C4-9F52-4DBC50BCB560}"/>
              </a:ext>
            </a:extLst>
          </p:cNvPr>
          <p:cNvSpPr/>
          <p:nvPr/>
        </p:nvSpPr>
        <p:spPr>
          <a:xfrm>
            <a:off x="5337544" y="2347647"/>
            <a:ext cx="623067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>
                <a:solidFill>
                  <a:schemeClr val="accent1"/>
                </a:solidFill>
                <a:latin typeface="+mj-lt"/>
                <a:ea typeface="Helvetica Neue" panose="02000403000000020004" pitchFamily="2" charset="0"/>
              </a:rPr>
              <a:t>L’utilisation après enregistrement </a:t>
            </a:r>
          </a:p>
          <a:p>
            <a:r>
              <a:rPr lang="fr-FR" b="1">
                <a:solidFill>
                  <a:schemeClr val="accent1"/>
                </a:solidFill>
                <a:latin typeface="+mj-lt"/>
                <a:ea typeface="Helvetica Neue" panose="02000403000000020004" pitchFamily="2" charset="0"/>
              </a:rPr>
              <a:t>dans les modèles</a:t>
            </a:r>
          </a:p>
          <a:p>
            <a:br>
              <a:rPr lang="fr-FR" b="1">
                <a:solidFill>
                  <a:schemeClr val="accent1"/>
                </a:solidFill>
                <a:latin typeface="+mj-lt"/>
                <a:ea typeface="Helvetica Neue" panose="02000403000000020004" pitchFamily="2" charset="0"/>
              </a:rPr>
            </a:br>
            <a:r>
              <a:rPr lang="fr-FR" sz="1100">
                <a:solidFill>
                  <a:srgbClr val="404040"/>
                </a:solidFill>
              </a:rPr>
              <a:t>Lors de l’ouverture de PowerPoint vous pouvez accéder sur la partie supérieure aux différents thèmes, pour la première utilisation vous devez :</a:t>
            </a:r>
          </a:p>
          <a:p>
            <a:endParaRPr lang="fr-FR" sz="1100">
              <a:solidFill>
                <a:srgbClr val="404040"/>
              </a:solidFill>
            </a:endParaRPr>
          </a:p>
          <a:p>
            <a:r>
              <a:rPr lang="fr-FR" sz="1200" b="1">
                <a:solidFill>
                  <a:srgbClr val="000000"/>
                </a:solidFill>
                <a:ea typeface="Helvetica Neue" panose="02000503000000020004" pitchFamily="2"/>
                <a:cs typeface="Helvetica Neue" panose="02000503000000020004" pitchFamily="2"/>
              </a:rPr>
              <a:t>Cliquer sur Autres thèmes &gt; Personnaliser &gt; Modèles Office personnalisés.</a:t>
            </a:r>
            <a:br>
              <a:rPr lang="fr-FR" sz="1100">
                <a:solidFill>
                  <a:srgbClr val="404040"/>
                </a:solidFill>
              </a:rPr>
            </a:br>
            <a:endParaRPr lang="fr-FR" sz="1100">
              <a:solidFill>
                <a:srgbClr val="404040"/>
              </a:solidFill>
            </a:endParaRPr>
          </a:p>
          <a:p>
            <a:r>
              <a:rPr lang="fr-FR" sz="1100">
                <a:solidFill>
                  <a:srgbClr val="404040"/>
                </a:solidFill>
              </a:rPr>
              <a:t>À ce stade vous devriez voir le document précédemment enregistré. Afin de l’avoir en favoris dès l’ouverture du logiciel vous pouvez cliquer sur l’épingle à coté du nom du document.</a:t>
            </a:r>
          </a:p>
          <a:p>
            <a:endParaRPr lang="fr-FR" sz="1100">
              <a:solidFill>
                <a:srgbClr val="404040"/>
              </a:solidFill>
              <a:ea typeface="Helvetica Neue" panose="02000503000000020004" pitchFamily="2"/>
              <a:cs typeface="Helvetica Neue" panose="02000503000000020004" pitchFamily="2"/>
              <a:sym typeface="Calibri"/>
            </a:endParaRPr>
          </a:p>
          <a:p>
            <a:r>
              <a:rPr lang="fr-FR" sz="1100">
                <a:solidFill>
                  <a:srgbClr val="404040"/>
                </a:solidFill>
                <a:ea typeface="Helvetica Neue" panose="02000503000000020004" pitchFamily="2"/>
                <a:cs typeface="Helvetica Neue" panose="02000503000000020004" pitchFamily="2"/>
                <a:sym typeface="Calibri"/>
              </a:rPr>
              <a:t>Dès lors que vous serrez sur l’accueil le document est présent en haut et vous pouvez double-cliquer pour ouvrir une présentation : vous aurez accès au masques, instructions et assets graphiques respectant les codes graphiques marque.</a:t>
            </a:r>
          </a:p>
          <a:p>
            <a:endParaRPr lang="fr-FR" sz="1100">
              <a:solidFill>
                <a:srgbClr val="404040"/>
              </a:solidFill>
              <a:ea typeface="Helvetica Neue" panose="02000503000000020004" pitchFamily="2"/>
              <a:cs typeface="Helvetica Neue" panose="02000503000000020004" pitchFamily="2"/>
              <a:sym typeface="Calibri"/>
            </a:endParaRPr>
          </a:p>
          <a:p>
            <a:r>
              <a:rPr lang="fr-FR" sz="1100">
                <a:solidFill>
                  <a:srgbClr val="404040"/>
                </a:solidFill>
                <a:ea typeface="Helvetica Neue" panose="02000503000000020004" pitchFamily="2"/>
                <a:cs typeface="Helvetica Neue" panose="02000503000000020004" pitchFamily="2"/>
                <a:sym typeface="Calibri"/>
              </a:rPr>
              <a:t>Dès lors vous pouvez créer vos slides et contenus en supprimant ce qui ne vous ne sert pas.</a:t>
            </a:r>
          </a:p>
        </p:txBody>
      </p:sp>
    </p:spTree>
    <p:extLst>
      <p:ext uri="{BB962C8B-B14F-4D97-AF65-F5344CB8AC3E}">
        <p14:creationId xmlns:p14="http://schemas.microsoft.com/office/powerpoint/2010/main" val="1551924712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A68B4E"/>
                </a:solidFill>
                <a:latin typeface="Georgia"/>
              </a:rPr>
              <a:t>Template cheat sheet — palette &amp;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F7F7F"/>
                </a:solidFill>
                <a:latin typeface="Georgia"/>
              </a:rPr>
              <a:t>Hidden slide. It travels with the file so the rules never get lost. Regenerate with make_help_slides.py.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78992"/>
            <a:ext cx="11277600" cy="0"/>
          </a:xfrm>
          <a:prstGeom prst="line">
            <a:avLst/>
          </a:prstGeom>
          <a:ln w="12700">
            <a:solidFill>
              <a:srgbClr val="A68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225295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Theme colours — the only legitimate source of a brand colour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99616"/>
            <a:ext cx="566928" cy="566928"/>
          </a:xfrm>
          <a:prstGeom prst="rect">
            <a:avLst/>
          </a:prstGeom>
          <a:solidFill>
            <a:srgbClr val="003E5C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3E5C"/>
                </a:solidFill>
                <a:latin typeface="Georgia"/>
              </a:rPr>
              <a:t>dk1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9424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Georgia"/>
              </a:rPr>
              <a:t>#003E5C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1499616"/>
            <a:ext cx="566928" cy="566928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645920" y="210312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3E5C"/>
                </a:solidFill>
                <a:latin typeface="Georgia"/>
              </a:rPr>
              <a:t>lt1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249424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Georgia"/>
              </a:rPr>
              <a:t>#FFFFFF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499616"/>
            <a:ext cx="566928" cy="566928"/>
          </a:xfrm>
          <a:prstGeom prst="rect">
            <a:avLst/>
          </a:prstGeom>
          <a:solidFill>
            <a:srgbClr val="424242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34640" y="210312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3E5C"/>
                </a:solidFill>
                <a:latin typeface="Georgia"/>
              </a:rPr>
              <a:t>dk2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249424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Georgia"/>
              </a:rPr>
              <a:t>#424242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1499616"/>
            <a:ext cx="566928" cy="566928"/>
          </a:xfrm>
          <a:prstGeom prst="rect">
            <a:avLst/>
          </a:prstGeom>
          <a:solidFill>
            <a:srgbClr val="E7E6E6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023360" y="210312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3E5C"/>
                </a:solidFill>
                <a:latin typeface="Georgia"/>
              </a:rPr>
              <a:t>lt2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249424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Georgia"/>
              </a:rPr>
              <a:t>#E7E6E6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1499616"/>
            <a:ext cx="566928" cy="566928"/>
          </a:xfrm>
          <a:prstGeom prst="rect">
            <a:avLst/>
          </a:prstGeom>
          <a:solidFill>
            <a:srgbClr val="A68B4E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12080" y="210312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3E5C"/>
                </a:solidFill>
                <a:latin typeface="Georgia"/>
              </a:rPr>
              <a:t>accent1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249424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Georgia"/>
              </a:rPr>
              <a:t>#A68B4E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499616"/>
            <a:ext cx="566928" cy="566928"/>
          </a:xfrm>
          <a:prstGeom prst="rect">
            <a:avLst/>
          </a:prstGeom>
          <a:solidFill>
            <a:srgbClr val="006880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0" y="210312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3E5C"/>
                </a:solidFill>
                <a:latin typeface="Georgia"/>
              </a:rPr>
              <a:t>accent2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249424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Georgia"/>
              </a:rPr>
              <a:t>#006880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551176"/>
            <a:ext cx="566928" cy="566928"/>
          </a:xfrm>
          <a:prstGeom prst="rect">
            <a:avLst/>
          </a:prstGeom>
          <a:solidFill>
            <a:srgbClr val="6DCCBB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3E5C"/>
                </a:solidFill>
                <a:latin typeface="Georgia"/>
              </a:rPr>
              <a:t>accent3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300984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Georgia"/>
              </a:rPr>
              <a:t>#6DCCBB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0" y="2551176"/>
            <a:ext cx="566928" cy="566928"/>
          </a:xfrm>
          <a:prstGeom prst="rect">
            <a:avLst/>
          </a:prstGeom>
          <a:solidFill>
            <a:srgbClr val="D4E8EF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645920" y="315468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3E5C"/>
                </a:solidFill>
                <a:latin typeface="Georgia"/>
              </a:rPr>
              <a:t>accent4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3300984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Georgia"/>
              </a:rPr>
              <a:t>#D4E8EF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2551176"/>
            <a:ext cx="566928" cy="566928"/>
          </a:xfrm>
          <a:prstGeom prst="rect">
            <a:avLst/>
          </a:prstGeom>
          <a:solidFill>
            <a:srgbClr val="98B8B4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834640" y="315468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3E5C"/>
                </a:solidFill>
                <a:latin typeface="Georgia"/>
              </a:rPr>
              <a:t>accent5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3300984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Georgia"/>
              </a:rPr>
              <a:t>#98B8B4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23360" y="2551176"/>
            <a:ext cx="566928" cy="566928"/>
          </a:xfrm>
          <a:prstGeom prst="rect">
            <a:avLst/>
          </a:prstGeom>
          <a:solidFill>
            <a:srgbClr val="96DCFF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023360" y="315468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3E5C"/>
                </a:solidFill>
                <a:latin typeface="Georgia"/>
              </a:rPr>
              <a:t>accent6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3300984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Georgia"/>
              </a:rPr>
              <a:t>#96DCFF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80" y="2551176"/>
            <a:ext cx="566928" cy="566928"/>
          </a:xfrm>
          <a:prstGeom prst="rect">
            <a:avLst/>
          </a:prstGeom>
          <a:solidFill>
            <a:srgbClr val="87788B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212080" y="315468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3E5C"/>
                </a:solidFill>
                <a:latin typeface="Georgia"/>
              </a:rPr>
              <a:t>hlink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3300984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Georgia"/>
              </a:rPr>
              <a:t>#87788B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2551176"/>
            <a:ext cx="566928" cy="566928"/>
          </a:xfrm>
          <a:prstGeom prst="rect">
            <a:avLst/>
          </a:prstGeom>
          <a:solidFill>
            <a:srgbClr val="954F72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00800" y="315468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3E5C"/>
                </a:solidFill>
                <a:latin typeface="Georgia"/>
              </a:rPr>
              <a:t>folHlink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300984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Georgia"/>
              </a:rPr>
              <a:t>#954F72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7200" y="3712463"/>
            <a:ext cx="11277600" cy="0"/>
          </a:xfrm>
          <a:prstGeom prst="line">
            <a:avLst/>
          </a:prstGeom>
          <a:ln w="12700">
            <a:solidFill>
              <a:srgbClr val="A68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57200" y="3858768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Fonts — Georgia · Century Gothic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133087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3E5C"/>
                </a:solidFill>
                <a:latin typeface="Consolas"/>
              </a:rPr>
              <a:t>Level 1    24 pt           Georgia             marL=0  bullet=none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334255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3E5C"/>
                </a:solidFill>
                <a:latin typeface="Consolas"/>
              </a:rPr>
              <a:t>Level 2    18 pt           Georgia             marL=0  bullet=none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535423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3E5C"/>
                </a:solidFill>
                <a:latin typeface="Consolas"/>
              </a:rPr>
              <a:t>Level 3    12 pt bold      Georgia             marL=0  bullet=none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736591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3E5C"/>
                </a:solidFill>
                <a:latin typeface="Consolas"/>
              </a:rPr>
              <a:t>Level 4    10 pt           Century Gothic      marL=0  bullet=none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937759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3E5C"/>
                </a:solidFill>
                <a:latin typeface="Consolas"/>
              </a:rPr>
              <a:t>Level 5    10 pt           Century Gothic      marL=171450  bullet=•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138927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3E5C"/>
                </a:solidFill>
                <a:latin typeface="Consolas"/>
              </a:rPr>
              <a:t>Level 6    10 pt           Century Gothic      marL=0  bullet=none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340095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68B4E"/>
                </a:solidFill>
                <a:latin typeface="Georgia"/>
              </a:rPr>
              <a:t>If every marL is 0, this template carries hierarchy by SIZE ONLY: set marL/indent yourself and add a bullet glyph, or indentation is invisible on screen.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A68B4E"/>
                </a:solidFill>
                <a:latin typeface="Georgia"/>
              </a:rPr>
              <a:t>Layout inventory (1/3) — name, then placeholder idx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F7F7F"/>
                </a:solidFill>
                <a:latin typeface="Georgia"/>
              </a:rPr>
              <a:t>Use the exact name in a slide's `layout:` field. Placeholder idx values are NOT in reading order — pair them by coordinates (inspect_template.py prints those).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78992"/>
            <a:ext cx="11277600" cy="0"/>
          </a:xfrm>
          <a:prstGeom prst="line">
            <a:avLst/>
          </a:prstGeom>
          <a:ln w="12700">
            <a:solidFill>
              <a:srgbClr val="A68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225295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VIDE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00563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(no placeholder — draw everything yourself)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52778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2_Couverture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045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10:BODY, 11:BODY, 12:BODY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0260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5_Couverture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55527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10:BODY, 11:BODY, 12:BODY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07741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Sommaire 3 parties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83009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2:DATE, 4:SLIDE_NUMBER, 31:BODY, 34:BODY, 37:BODY, 71:BODY, 72:BODY, 73:BODY, 74:BODY, 75:BODY, 76:BODY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35224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1_Sommaire 4 parties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10491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2:DATE, 4:SLIDE_NUMBER, 31:BODY, 34:BODY, 37:BODY, 40:BODY, 64:BODY, 66:BODY, 67:BODY, 68:BODY, 69:BODY, 70:BODY, 71:BODY, 72:BODY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62706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Sommaire 5 parties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37973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2:DATE, 4:SLIDE_NUMBER, 31:BODY, 34:BODY, 37:BODY, 40:BODY, 43:BODY, 52:BODY, 53:BODY, 54:BODY, 58:BODY, 62:BODY, 63:BODY, 64:BODY, 65:BODY, 66:BODY, 67:BODY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90188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Sommaire 6 parties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65455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2:DATE, 4:SLIDE_NUMBER, 31:BODY, 34:BODY, 37:BODY, 44:BODY, 47:BODY, 50:BODY, 52:BODY, 53:BODY, 54:BODY, 55:BODY, 56:BODY, 57:BODY, 58:BODY, 59:BODY, 60:BODY, 61:BODY, 62:BODY, 63:BODY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17670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Sommaire 2 parties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92937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2:DATE, 4:SLIDE_NUMBER, 31:BODY, 34:BODY, 71:BODY, 72:BODY, 73:BODY, 74:BODY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45152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Intercalaire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20419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10:BODY, 11:BODY, 12:BODY, 13:BODY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72634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Intercalaire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247901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10:BODY, 11:BODY, 12:BODY, 13:BODY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500116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Intercalaire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75383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10:BODY, 11:BODY, 12:BODY, 13:BODY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27598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Intercalaire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102865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10:BODY, 11:BODY, 12:BODY, 13:BODY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A68B4E"/>
                </a:solidFill>
                <a:latin typeface="Georgia"/>
              </a:rPr>
              <a:t>Layout inventory (2/3) — name, then placeholder idx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F7F7F"/>
                </a:solidFill>
                <a:latin typeface="Georgia"/>
              </a:rPr>
              <a:t>Use the exact name in a slide's `layout:` field. Placeholder idx values are NOT in reading order — pair them by coordinates (inspect_template.py prints those).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78992"/>
            <a:ext cx="11277600" cy="0"/>
          </a:xfrm>
          <a:prstGeom prst="line">
            <a:avLst/>
          </a:prstGeom>
          <a:ln w="12700">
            <a:solidFill>
              <a:srgbClr val="A68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225295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Slide vide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00563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0:TITLE, 2:DATE, 4:SLIDE_NUMBER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52778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Carte France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045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0:TITLE, 2:DATE, 4:SLIDE_NUMBER, 10:BODY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0260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Carte Monde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55527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0:TITLE, 2:DATE, 4:SLIDE_NUMBER, 10:BODY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07741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Tableau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83009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0:TITLE, 2:DATE, 4:SLIDE_NUMBER, 10:TABLE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35224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Bloc de texte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10491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0:TITLE, 2:DATE, 4:SLIDE_NUMBER, 10:BODY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62706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Double bloc de texte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37973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0:TITLE, 2:DATE, 4:SLIDE_NUMBER, 10:BODY, 12:BODY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90188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Timeline 5 entrées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65455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0:TITLE, 2:DATE, 4:SLIDE_NUMBER, 10:PICTURE, 11:PICTURE, 12:PICTURE, 14:PICTURE, 15:PICTURE, 18:BODY, 19:BODY, 20:BODY, 21:BODY, 22:BODY, 23:BODY, 26:BODY, 27:BODY, 28:BODY, 29:BODY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17670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Timeline 8 entrées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92937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0:TITLE, 2:DATE, 4:SLIDE_NUMBER, 10:PICTURE, 11:PICTURE, 12:PICTURE, 13:PICTURE, 14:PICTURE, 15:PICTURE, 16:PICTURE, 17:PICTURE, 18:BODY, 19:BODY, 20:BODY, 21:BODY, 22:BODY, 23:BODY, 24:BODY, 25:BODY, 26:BODY, 27:BODY, 28:BODY, 29:BODY, 30:BODY, 31:BODY, 32:BODY, 33:BODY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45152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15 images + texte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20419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0:TITLE, 2:DATE, 4:SLIDE_NUMBER, 18:BODY, 56:PICTURE, 59:PICTURE, 60:BODY, 61:PICTURE, 62:BODY, 63:PICTURE, 64:BODY, 65:PICTURE, 66:BODY, 67:PICTURE, 68:BODY, 69:PICTURE, 70:BODY, 71:PICTURE, 72:BODY, 73:PICTURE, 74:BODY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72634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Deux colonnes évênements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247901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0:TITLE, 2:DATE, 4:SLIDE_NUMBER, 10:BODY, 18:BODY, 26:BODY, 44:BODY, 45:BODY, 46:BODY, 47:BODY, 48:BODY, 49:BODY, 50:BODY, 56:PICTURE, 57:PICTURE, 58:PICTURE, 59:PICTURE, 60:PICTURE, 61:PICTURE, 62:PICTURE, 63:PICTURE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500116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1_Triptyque évênements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75383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0:TITLE, 2:DATE, 4:SLIDE_NUMBER, 10:BODY, 18:BODY, 26:BODY, 35:BODY, 44:BODY, 45:BODY, 46:BODY, 47:BODY, 48:BODY, 49:BODY, 50:BODY, 51:BODY, 52:BODY, 53:BODY, 54:BODY, 55:PICTURE, 56:PICTURE, 57:PICTURE, 58:PICTURE, 59:PICTURE, 60:PICTURE, 61:PICTURE, 62:PICTURE, 63:PICTURE, 64:PICTURE, 65:PICTURE, 66:PICTURE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27598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4 images + texte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102865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0:TITLE, 2:DATE, 4:SLIDE_NUMBER, 10:PICTURE, 11:PICTURE, 18:BODY, 19:BODY, 23:PICTURE, 24:PICTURE, 25:BODY, 26:BODY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A68B4E"/>
                </a:solidFill>
                <a:latin typeface="Georgia"/>
              </a:rPr>
              <a:t>Layout inventory (3/3) — name, then placeholder idx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F7F7F"/>
                </a:solidFill>
                <a:latin typeface="Georgia"/>
              </a:rPr>
              <a:t>Use the exact name in a slide's `layout:` field. Placeholder idx values are NOT in reading order — pair them by coordinates (inspect_template.py prints those).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78992"/>
            <a:ext cx="11277600" cy="0"/>
          </a:xfrm>
          <a:prstGeom prst="line">
            <a:avLst/>
          </a:prstGeom>
          <a:ln w="12700">
            <a:solidFill>
              <a:srgbClr val="A68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225295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5 images + 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00563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0:TITLE, 2:DATE, 4:SLIDE_NUMBER, 10:PICTURE, 11:PICTURE, 12:PICTURE, 13:PICTURE, 14:PICTURE, 18:BODY, 19:BODY, 20:BODY, 21:BODY, 22:BODY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52778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6 images + texte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045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0:TITLE, 2:DATE, 4:SLIDE_NUMBER, 10:PICTURE, 11:PICTURE, 12:PICTURE, 13:PICTURE, 14:PICTURE, 18:BODY, 19:BODY, 20:BODY, 21:BODY, 22:BODY, 23:PICTURE, 24:BODY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0260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Liste à puces + armes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55527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0:TITLE, 2:DATE, 4:SLIDE_NUMBER, 11:BODY, 12:BODY, 13:BODY, 14:BODY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07741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Liste à puces + photo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83009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0:TITLE, 2:DATE, 4:SLIDE_NUMBER, 10:PICTURE, 11:BODY, 12:BODY, 13:BODY, 14:BODY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35224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Classement 6 entrées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10491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0:TITLE, 2:DATE, 4:SLIDE_NUMBER, 10:PICTURE, 11:BODY, 12:BODY, 14:BODY, 15:BODY, 17:BODY, 18:BODY, 20:BODY, 21:BODY, 23:BODY, 24:BODY, 26:BODY, 27:BODY, 29:BODY, 30:BODY, 31:BODY, 32:BODY, 33:BODY, 34:BODY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62706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Classement 9 entrées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37973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0:TITLE, 2:DATE, 4:SLIDE_NUMBER, 11:BODY, 12:BODY, 14:BODY, 15:BODY, 17:BODY, 18:BODY, 20:BODY, 21:BODY, 23:BODY, 24:BODY, 26:BODY, 27:BODY, 29:BODY, 30:BODY, 31:BODY, 32:BODY, 33:BODY, 34:BODY, 35:BODY, 36:BODY, 37:BODY, 38:BODY, 39:BODY, 40:BODY, 41:BODY, 42:BODY, 43:BODY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90188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Macarons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65455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0:TITLE, 2:DATE, 4:SLIDE_NUMBER, 10:BODY, 11:BODY, 12:BODY, 13:BODY, 14:BODY, 15:BODY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17670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Organigramme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92937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0:TITLE, 2:DATE, 4:SLIDE_NUMBER, 10:PICTURE, 11:PICTURE, 12:PICTURE, 13:PICTURE, 15:PICTURE, 16:PICTURE, 18:BODY, 19:BODY, 20:BODY, 21:BODY, 22:BODY, 23:BODY, 24:BODY, 25:BODY, 26:BODY, 27:BODY, 28:BODY, 29:BODY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45152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Contact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20419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2:DATE, 4:SLIDE_NUMBER, 10:PICTURE, 11:BODY, 12:BODY, 13:BODY, 14:BODY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72634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Merci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247901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(no placeholder — draw everything yourself)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500116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2_4e de couverture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75383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(no placeholder — draw everything yourself)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27598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4e de couverture 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102865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(no placeholder — draw everything yourself)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A68B4E"/>
                </a:solidFill>
                <a:latin typeface="Georgia"/>
              </a:rPr>
              <a:t>How to drive this template — grammar &amp; archetypes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F7F7F"/>
                </a:solidFill>
                <a:latin typeface="Georgia"/>
              </a:rPr>
              <a:t>One slide = one markdown file. Python places, never writes. Full contract: .agents/skills/k-pptx/SKILL.md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78992"/>
            <a:ext cx="11277600" cy="0"/>
          </a:xfrm>
          <a:prstGeom prst="line">
            <a:avLst/>
          </a:prstGeom>
          <a:ln w="12700">
            <a:solidFill>
              <a:srgbClr val="A68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225295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A68B4E"/>
                </a:solidFill>
                <a:latin typeface="Georgia"/>
              </a:rPr>
              <a:t># front-matter (real YAML)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30487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003E5C"/>
                </a:solidFill>
                <a:latin typeface="Consolas"/>
              </a:rPr>
              <a:t>---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35678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003E5C"/>
                </a:solidFill>
                <a:latin typeface="Consolas"/>
              </a:rPr>
              <a:t>layout: Double bloc de texte   # exact layout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40870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003E5C"/>
                </a:solidFill>
                <a:latin typeface="Consolas"/>
              </a:rPr>
              <a:t>part: III · The mission       # breadcrumb, optional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46061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003E5C"/>
                </a:solidFill>
                <a:latin typeface="Consolas"/>
              </a:rPr>
              <a:t>title: What this slide claims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51252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003E5C"/>
                </a:solidFill>
                <a:latin typeface="Consolas"/>
              </a:rPr>
              <a:t>figure: value_loop             # or image: ../path.png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56444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003E5C"/>
                </a:solidFill>
                <a:latin typeface="Consolas"/>
              </a:rPr>
              <a:t>caption: source, method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61635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003E5C"/>
                </a:solidFill>
                <a:latin typeface="Consolas"/>
              </a:rPr>
              <a:t>quote: a pull quote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66826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003E5C"/>
                </a:solidFill>
                <a:latin typeface="Consolas"/>
              </a:rPr>
              <a:t>---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72018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003E5C"/>
                </a:solidFill>
                <a:latin typeface="Consola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77209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A68B4E"/>
                </a:solidFill>
                <a:latin typeface="Georgia"/>
              </a:rPr>
              <a:t># body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82400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003E5C"/>
                </a:solidFill>
                <a:latin typeface="Consolas"/>
              </a:rPr>
              <a:t>- A main idea                 level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87592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003E5C"/>
                </a:solidFill>
                <a:latin typeface="Consolas"/>
              </a:rPr>
              <a:t>  - a qualifier               level 1 (2 spaces)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92783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003E5C"/>
                </a:solidFill>
                <a:latin typeface="Consolas"/>
              </a:rPr>
              <a:t>- date | label                cells, split on ' | 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97975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003E5C"/>
                </a:solidFill>
                <a:latin typeface="Consola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03166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A68B4E"/>
                </a:solidFill>
                <a:latin typeface="Georgia"/>
              </a:rPr>
              <a:t>## Named block                a column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08357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A68B4E"/>
                </a:solidFill>
                <a:latin typeface="Georgia"/>
              </a:rPr>
              <a:t>## Notes                      speaker notes, never shown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13549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003E5C"/>
                </a:solidFill>
                <a:latin typeface="Consola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918740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A68B4E"/>
                </a:solidFill>
                <a:latin typeface="Georgia"/>
              </a:rPr>
              <a:t># inline emphasis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23931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003E5C"/>
                </a:solidFill>
                <a:latin typeface="Consolas"/>
              </a:rPr>
              <a:t>**strong**  __accent__  *stress*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29123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003E5C"/>
                </a:solidFill>
                <a:latin typeface="Consola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4314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A68B4E"/>
                </a:solidFill>
                <a:latin typeface="Georgia"/>
              </a:rPr>
              <a:t># hard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739505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003E5C"/>
                </a:solidFill>
                <a:latin typeface="Consolas"/>
              </a:rPr>
              <a:t>two bullet levels max — a third means two ideas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944697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003E5C"/>
                </a:solidFill>
                <a:latin typeface="Consolas"/>
              </a:rPr>
              <a:t>nothing projected below 16 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49888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003E5C"/>
                </a:solidFill>
                <a:latin typeface="Consolas"/>
              </a:rPr>
              <a:t>numbers in filenames are sort keys, not page numbers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3160" y="1225295"/>
            <a:ext cx="545592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E5C"/>
                </a:solidFill>
                <a:latin typeface="Georgia"/>
              </a:rPr>
              <a:t>Archetypes worth repeating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3160" y="1582150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3E5C"/>
                </a:solidFill>
                <a:latin typeface="Georgia"/>
              </a:rPr>
              <a:t>·  Cover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3160" y="1765038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Georgia"/>
              </a:rPr>
              <a:t>   title, author, entity, dates — host logo most visible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3160" y="2028218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3E5C"/>
                </a:solidFill>
                <a:latin typeface="Georgia"/>
              </a:rPr>
              <a:t>·  Sommaire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3160" y="2211106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Georgia"/>
              </a:rPr>
              <a:t>   level-1 titles only, no page references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3160" y="2474286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3E5C"/>
                </a:solidFill>
                <a:latin typeface="Georgia"/>
              </a:rPr>
              <a:t>·  Statement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3160" y="2657174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Georgia"/>
              </a:rPr>
              <a:t>   one idea, large type, nothing else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3160" y="2920355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3E5C"/>
                </a:solidFill>
                <a:latin typeface="Georgia"/>
              </a:rPr>
              <a:t>·  Two columns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33160" y="3103243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Georgia"/>
              </a:rPr>
              <a:t>   a comparison, a rule at the gutter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3160" y="3366423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3E5C"/>
                </a:solidFill>
                <a:latin typeface="Georgia"/>
              </a:rPr>
              <a:t>·  Figure + takeaway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3160" y="3549311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Georgia"/>
              </a:rPr>
              <a:t>   a drawn diagram, one sentence under 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3160" y="3812491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3E5C"/>
                </a:solidFill>
                <a:latin typeface="Georgia"/>
              </a:rPr>
              <a:t>·  Image + one 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3160" y="3995379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Georgia"/>
              </a:rPr>
              <a:t>   full-bleed, treated to the house palette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3160" y="4258559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3E5C"/>
                </a:solidFill>
                <a:latin typeface="Georgia"/>
              </a:rPr>
              <a:t>·  Object + satellites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3160" y="4441447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Georgia"/>
              </a:rPr>
              <a:t>   a centred visual spine, text blocks around 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3160" y="4704627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3E5C"/>
                </a:solidFill>
                <a:latin typeface="Georgia"/>
              </a:rPr>
              <a:t>·  Table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33160" y="4887515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Georgia"/>
              </a:rPr>
              <a:t>   a real table, readable during questions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3160" y="5150695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3E5C"/>
                </a:solidFill>
                <a:latin typeface="Georgia"/>
              </a:rPr>
              <a:t>·  Timeline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3160" y="5333583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Georgia"/>
              </a:rPr>
              <a:t>   date | label per entry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3160" y="5596764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3E5C"/>
                </a:solidFill>
                <a:latin typeface="Georgia"/>
              </a:rPr>
              <a:t>·  Conclusion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33160" y="5779652"/>
            <a:ext cx="545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Georgia"/>
              </a:rPr>
              <a:t>   synthesis plus an opening; stays on screen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que Polytechnique">
  <a:themeElements>
    <a:clrScheme name="Personnalisé 4">
      <a:dk1>
        <a:srgbClr val="003E5C"/>
      </a:dk1>
      <a:lt1>
        <a:srgbClr val="FFFFFF"/>
      </a:lt1>
      <a:dk2>
        <a:srgbClr val="424242"/>
      </a:dk2>
      <a:lt2>
        <a:srgbClr val="E7E6E6"/>
      </a:lt2>
      <a:accent1>
        <a:srgbClr val="A68B4E"/>
      </a:accent1>
      <a:accent2>
        <a:srgbClr val="006880"/>
      </a:accent2>
      <a:accent3>
        <a:srgbClr val="6DCCBB"/>
      </a:accent3>
      <a:accent4>
        <a:srgbClr val="D4E8EF"/>
      </a:accent4>
      <a:accent5>
        <a:srgbClr val="98B8B4"/>
      </a:accent5>
      <a:accent6>
        <a:srgbClr val="96DCFF"/>
      </a:accent6>
      <a:hlink>
        <a:srgbClr val="87788B"/>
      </a:hlink>
      <a:folHlink>
        <a:srgbClr val="954F72"/>
      </a:folHlink>
    </a:clrScheme>
    <a:fontScheme name="POLYTECHNIQUE">
      <a:majorFont>
        <a:latin typeface="Georgi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CE410AFC1BCA489D45A8BCB1E03F16" ma:contentTypeVersion="8" ma:contentTypeDescription="Crée un document." ma:contentTypeScope="" ma:versionID="fe2592ea880ebfc58bbc009999a618ab">
  <xsd:schema xmlns:xsd="http://www.w3.org/2001/XMLSchema" xmlns:xs="http://www.w3.org/2001/XMLSchema" xmlns:p="http://schemas.microsoft.com/office/2006/metadata/properties" xmlns:ns2="4027e7f6-b698-45c1-a146-df9b8136a614" targetNamespace="http://schemas.microsoft.com/office/2006/metadata/properties" ma:root="true" ma:fieldsID="684e193e56769501f45eb28762be96a3" ns2:_="">
    <xsd:import namespace="4027e7f6-b698-45c1-a146-df9b8136a6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7e7f6-b698-45c1-a146-df9b8136a6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E9B16C0-5D4E-49B8-871B-048EC9B9C1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B97C348-4ECD-4EFC-9788-8F00B8AD1B5D}">
  <ds:schemaRefs>
    <ds:schemaRef ds:uri="http://schemas.microsoft.com/office/2006/metadata/properties"/>
    <ds:schemaRef ds:uri="http://schemas.microsoft.com/office/infopath/2007/PartnerControls"/>
    <ds:schemaRef ds:uri="http://www.w3.org/2000/xmlns/"/>
  </ds:schemaRefs>
</ds:datastoreItem>
</file>

<file path=customXml/itemProps3.xml><?xml version="1.0" encoding="utf-8"?>
<ds:datastoreItem xmlns:ds="http://schemas.openxmlformats.org/officeDocument/2006/customXml" ds:itemID="{DA20588F-D66A-43C0-845A-045F94815E03}">
  <ds:schemaRefs>
    <ds:schemaRef ds:uri="4027e7f6-b698-45c1-a146-df9b8136a61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1605</Words>
  <Application>Microsoft Office PowerPoint</Application>
  <PresentationFormat>Widescreen</PresentationFormat>
  <Paragraphs>199</Paragraphs>
  <Slides>18</Slides>
  <Notes>6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Century Gothic</vt:lpstr>
      <vt:lpstr>Georgia</vt:lpstr>
      <vt:lpstr>Masque Polytechnique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Une plongée dans l’inconnu</vt:lpstr>
      <vt:lpstr>PowerPoint Presentation</vt:lpstr>
      <vt:lpstr>Une autre réalité : choc et découverte</vt:lpstr>
      <vt:lpstr>Vivre avec : immersion et implication</vt:lpstr>
      <vt:lpstr>PowerPoint Presentation</vt:lpstr>
      <vt:lpstr>Apprendre des autres : écouter, comprendre, agir</vt:lpstr>
      <vt:lpstr>PowerPoint Presentation</vt:lpstr>
      <vt:lpstr>Apprendre sur moi : adaptation et communication</vt:lpstr>
      <vt:lpstr>Faire face : affirmation et gestion émotionnelle</vt:lpstr>
      <vt:lpstr>Vers plus de confiance et d’authenticité</vt:lpstr>
      <vt:lpstr>PowerPoint Presentation</vt:lpstr>
      <vt:lpstr>Conclusion : une mue en cours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 | Adrien Pasquet</dc:creator>
  <cp:lastModifiedBy>K𝛑X</cp:lastModifiedBy>
  <cp:revision>1</cp:revision>
  <dcterms:created xsi:type="dcterms:W3CDTF">2019-10-24T12:16:20Z</dcterms:created>
  <dcterms:modified xsi:type="dcterms:W3CDTF">2025-08-05T11:01:00Z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0x01010047CE410AFC1BCA489D45A8BCB1E03F16</vt:lpwstr>
  </property>
</Properties>
</file>