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68" r:id="rId5"/>
    <p:sldId id="307" r:id="rId6"/>
    <p:sldId id="366" r:id="rId7"/>
    <p:sldId id="337" r:id="rId8"/>
    <p:sldId id="373" r:id="rId9"/>
    <p:sldId id="386" r:id="rId10"/>
    <p:sldId id="367" r:id="rId11"/>
    <p:sldId id="383" r:id="rId12"/>
    <p:sldId id="384" r:id="rId13"/>
    <p:sldId id="382" r:id="rId14"/>
    <p:sldId id="374" r:id="rId15"/>
    <p:sldId id="380" r:id="rId16"/>
    <p:sldId id="381" r:id="rId17"/>
    <p:sldId id="360" r:id="rId18"/>
    <p:sldId id="375" r:id="rId19"/>
    <p:sldId id="311" r:id="rId20"/>
    <p:sldId id="379" r:id="rId21"/>
    <p:sldId id="354" r:id="rId22"/>
    <p:sldId id="376" r:id="rId23"/>
    <p:sldId id="377" r:id="rId24"/>
    <p:sldId id="378" r:id="rId25"/>
    <p:sldId id="387" r:id="rId26"/>
    <p:sldId id="368" r:id="rId27"/>
    <p:sldId id="369" r:id="rId28"/>
    <p:sldId id="388" r:id="rId29"/>
  </p:sldIdLst>
  <p:sldSz cx="12192000" cy="6858000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Gulim" panose="020B0604020202020204" charset="-127"/>
      <p:regular r:id="rId36"/>
    </p:embeddedFont>
    <p:embeddedFont>
      <p:font typeface="Speak Pro" panose="020B0604020202020204" charset="0"/>
      <p:regular r:id="rId37"/>
      <p:bold r:id="rId38"/>
      <p:italic r:id="rId39"/>
      <p:boldItalic r:id="rId40"/>
    </p:embeddedFont>
    <p:embeddedFont>
      <p:font typeface="Avenir Next LT Pro" panose="020B0604020202020204" charset="0"/>
      <p:regular r:id="rId41"/>
      <p:bold r:id="rId42"/>
      <p:italic r:id="rId43"/>
      <p:boldItalic r:id="rId44"/>
    </p:embeddedFont>
    <p:embeddedFont>
      <p:font typeface="Tahoma" panose="020B0604030504040204" pitchFamily="34" charset="0"/>
      <p:regular r:id="rId45"/>
      <p:bold r:id="rId46"/>
    </p:embeddedFont>
  </p:embeddedFontLst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80808"/>
    <a:srgbClr val="282828"/>
    <a:srgbClr val="D5D000"/>
    <a:srgbClr val="EBC125"/>
    <a:srgbClr val="D00000"/>
    <a:srgbClr val="FFCD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0" autoAdjust="0"/>
    <p:restoredTop sz="80802" autoAdjust="0"/>
  </p:normalViewPr>
  <p:slideViewPr>
    <p:cSldViewPr snapToGrid="0">
      <p:cViewPr varScale="1">
        <p:scale>
          <a:sx n="54" d="100"/>
          <a:sy n="54" d="100"/>
        </p:scale>
        <p:origin x="1136" y="52"/>
      </p:cViewPr>
      <p:guideLst>
        <p:guide orient="horz" pos="211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4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6.xml"/><Relationship Id="rId41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44FA9168-1AA0-4330-93C8-8A2BC786D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C5761D6-F269-4E92-99D5-40AC843D86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0B60A04-6042-4737-B723-4EAE1B4CA51F}" type="datetime1">
              <a:rPr lang="fr-FR" smtClean="0"/>
              <a:t>25/07/2023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12D8426-202C-4385-BEF1-8D0C15BC74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CF91F5F-CE2D-4C59-9BE8-D5C9660BC8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82E420-31C0-4FAB-9C47-370244A3A0D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53939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665B5B0-655F-416D-9F16-1D56867553DE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FBDF500-FE05-4D50-AB42-37EDEB80A66C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9349205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Merci monsieur le </a:t>
            </a:r>
            <a:r>
              <a:rPr lang="fr-FR" dirty="0" smtClean="0"/>
              <a:t>président</a:t>
            </a:r>
            <a:r>
              <a:rPr lang="fr-FR" baseline="0" dirty="0" smtClean="0"/>
              <a:t> </a:t>
            </a:r>
            <a:r>
              <a:rPr lang="fr-FR" dirty="0" smtClean="0"/>
              <a:t>de m’avoir </a:t>
            </a:r>
            <a:r>
              <a:rPr lang="fr-FR" dirty="0"/>
              <a:t>passé la</a:t>
            </a:r>
            <a:r>
              <a:rPr lang="fr-FR" baseline="0" dirty="0"/>
              <a:t> parole</a:t>
            </a:r>
            <a:r>
              <a:rPr lang="fr-FR" baseline="0" dirty="0" smtClean="0"/>
              <a:t>,</a:t>
            </a:r>
            <a:endParaRPr lang="fr-FR" baseline="0" dirty="0"/>
          </a:p>
          <a:p>
            <a:r>
              <a:rPr lang="fr-FR" dirty="0"/>
              <a:t>Honorable membres du jury, </a:t>
            </a:r>
            <a:r>
              <a:rPr lang="fr-FR" dirty="0" smtClean="0"/>
              <a:t>distingués invités, chers camarades bonsoir, </a:t>
            </a:r>
            <a:r>
              <a:rPr lang="fr-FR" dirty="0"/>
              <a:t>En vue de l’obtention de notre diplôme de licence professionnelle en conception et développement </a:t>
            </a:r>
            <a:r>
              <a:rPr lang="fr-FR" dirty="0" smtClean="0"/>
              <a:t>d’application, </a:t>
            </a:r>
            <a:r>
              <a:rPr lang="fr-FR" dirty="0"/>
              <a:t>nous avons </a:t>
            </a:r>
            <a:r>
              <a:rPr lang="fr-FR" dirty="0" smtClean="0"/>
              <a:t>effectué </a:t>
            </a:r>
            <a:r>
              <a:rPr lang="fr-FR" dirty="0"/>
              <a:t>un </a:t>
            </a:r>
            <a:r>
              <a:rPr lang="fr-FR" dirty="0" smtClean="0"/>
              <a:t>stage </a:t>
            </a:r>
            <a:r>
              <a:rPr lang="fr-FR" dirty="0"/>
              <a:t>de trois mois au sein de l’entreprise </a:t>
            </a:r>
            <a:r>
              <a:rPr lang="fr-FR" dirty="0" smtClean="0"/>
              <a:t>Sésame Financial </a:t>
            </a:r>
            <a:r>
              <a:rPr lang="fr-FR" dirty="0"/>
              <a:t>services </a:t>
            </a:r>
            <a:r>
              <a:rPr lang="fr-FR" dirty="0" smtClean="0"/>
              <a:t>où il était question</a:t>
            </a:r>
            <a:r>
              <a:rPr lang="fr-FR" baseline="0" dirty="0" smtClean="0"/>
              <a:t> pour nous à la fin de cette période, de</a:t>
            </a:r>
            <a:r>
              <a:rPr lang="fr-FR" dirty="0" smtClean="0"/>
              <a:t> mettre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>
                <a:solidFill>
                  <a:schemeClr val="tx1"/>
                </a:solidFill>
              </a:rPr>
              <a:t>sur </a:t>
            </a:r>
            <a:r>
              <a:rPr lang="fr-FR" sz="1200" dirty="0" smtClean="0">
                <a:solidFill>
                  <a:schemeClr val="tx1"/>
                </a:solidFill>
              </a:rPr>
              <a:t>pied une </a:t>
            </a:r>
            <a:r>
              <a:rPr lang="fr-FR" sz="1200" dirty="0">
                <a:solidFill>
                  <a:schemeClr val="tx1"/>
                </a:solidFill>
              </a:rPr>
              <a:t>plateforme de gestion pour l’agrégateur </a:t>
            </a:r>
            <a:r>
              <a:rPr lang="fr-FR" sz="1200" dirty="0" smtClean="0">
                <a:solidFill>
                  <a:schemeClr val="tx1"/>
                </a:solidFill>
              </a:rPr>
              <a:t>YUPAYX</a:t>
            </a:r>
            <a:r>
              <a:rPr lang="fr-FR" sz="1200" baseline="0" dirty="0" smtClean="0">
                <a:solidFill>
                  <a:schemeClr val="tx1"/>
                </a:solidFill>
              </a:rPr>
              <a:t> . </a:t>
            </a:r>
          </a:p>
          <a:p>
            <a:r>
              <a:rPr lang="fr-FR" sz="1200" baseline="0" dirty="0" smtClean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Times New Roman" panose="02020603050405020304" pitchFamily="18" charset="0"/>
              </a:rPr>
              <a:t>Sésame en lui-même est une entreprise exerçant dans le domaine financier dont la principale mission est l’échange de devise.</a:t>
            </a:r>
            <a:endParaRPr lang="fr-FR" sz="1200" dirty="0">
              <a:solidFill>
                <a:schemeClr val="accent3"/>
              </a:solidFill>
              <a:effectLst>
                <a:outerShdw blurRad="38100" dist="19050" dir="2700000" algn="tl">
                  <a:schemeClr val="dk1">
                    <a:alpha val="40000"/>
                  </a:schemeClr>
                </a:outerShdw>
              </a:effectLs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baseline="0" dirty="0"/>
              <a:t>Ce travail a été </a:t>
            </a:r>
            <a:r>
              <a:rPr lang="fr-FR" baseline="0" dirty="0" smtClean="0"/>
              <a:t>effectué sous </a:t>
            </a:r>
            <a:r>
              <a:rPr lang="fr-FR" baseline="0" dirty="0"/>
              <a:t>l’encadrement </a:t>
            </a:r>
            <a:r>
              <a:rPr lang="fr-FR" baseline="0" dirty="0" smtClean="0"/>
              <a:t>professionnel de M. </a:t>
            </a:r>
            <a:r>
              <a:rPr lang="fr-FR" baseline="0" dirty="0" err="1" smtClean="0"/>
              <a:t>Simo</a:t>
            </a:r>
            <a:r>
              <a:rPr lang="fr-FR" baseline="0" dirty="0" smtClean="0"/>
              <a:t> Joël et académique </a:t>
            </a:r>
            <a:r>
              <a:rPr lang="fr-FR" baseline="0" dirty="0"/>
              <a:t>de </a:t>
            </a:r>
            <a:r>
              <a:rPr lang="fr-FR" baseline="0" dirty="0" smtClean="0"/>
              <a:t>M. </a:t>
            </a:r>
            <a:r>
              <a:rPr lang="fr-FR" baseline="0" dirty="0"/>
              <a:t>Pessa Dave </a:t>
            </a:r>
            <a:r>
              <a:rPr lang="fr-FR" baseline="0" dirty="0" smtClean="0"/>
              <a:t>Arthur.</a:t>
            </a:r>
          </a:p>
          <a:p>
            <a:endParaRPr lang="fr-FR" baseline="0" dirty="0" smtClean="0"/>
          </a:p>
          <a:p>
            <a:r>
              <a:rPr lang="fr-FR" baseline="0" dirty="0" smtClean="0"/>
              <a:t>Pour mieux structurer notre présentation, nous allons tout d’abord vous présenter notre plan :</a:t>
            </a: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3227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Nous</a:t>
            </a:r>
            <a:r>
              <a:rPr lang="fr-FR" baseline="0" dirty="0" smtClean="0"/>
              <a:t> allons tout présenter le contexte du projet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2889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833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De cette présentation du contexte, il en découle deux</a:t>
            </a:r>
            <a:r>
              <a:rPr lang="fr-FR" baseline="0" dirty="0" smtClean="0"/>
              <a:t> questions :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8726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agrégateur de paiement est </a:t>
            </a:r>
            <a:r>
              <a:rPr lang="fr-FR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système qui permet de collecter les fonds provenant de plusieurs méthodes de paiement</a:t>
            </a:r>
            <a:endParaRPr lang="fr-CM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Avec cette définition d’agrégateur de paiement, nous pouvons définir</a:t>
            </a:r>
            <a:r>
              <a:rPr lang="fr-FR" baseline="0" dirty="0" smtClean="0"/>
              <a:t> Yupayx. C’est quoi ?</a:t>
            </a:r>
            <a:endParaRPr lang="fr-FR" sz="1200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4391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M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Yupayx est un agrégateur de paiement développer par SESAME Financial services dont le but est de collecter les fonds de façon  unifier chez leurs différents partenaire</a:t>
            </a:r>
            <a:endParaRPr lang="fr-FR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5391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Apres</a:t>
            </a:r>
            <a:r>
              <a:rPr lang="fr-FR" baseline="0" dirty="0" smtClean="0"/>
              <a:t> cette présentation du contexte, nous allons présenter la problématique, </a:t>
            </a:r>
          </a:p>
          <a:p>
            <a:endParaRPr lang="fr-FR" baseline="0" dirty="0" smtClean="0"/>
          </a:p>
          <a:p>
            <a:r>
              <a:rPr lang="fr-FR" dirty="0" smtClean="0"/>
              <a:t>Apres la mise sur</a:t>
            </a:r>
            <a:r>
              <a:rPr lang="fr-FR" baseline="0" dirty="0" smtClean="0"/>
              <a:t> pied de </a:t>
            </a:r>
            <a:r>
              <a:rPr lang="fr-FR" baseline="0" dirty="0" err="1" smtClean="0"/>
              <a:t>yupayx</a:t>
            </a:r>
            <a:r>
              <a:rPr lang="fr-FR" baseline="0" dirty="0" smtClean="0"/>
              <a:t>, SESAME </a:t>
            </a:r>
            <a:r>
              <a:rPr lang="fr-FR" baseline="0" dirty="0" err="1" smtClean="0"/>
              <a:t>financial</a:t>
            </a:r>
            <a:r>
              <a:rPr lang="fr-FR" baseline="0" dirty="0" smtClean="0"/>
              <a:t> service a fait face a une </a:t>
            </a:r>
            <a:r>
              <a:rPr lang="fr-FR" baseline="0" dirty="0" err="1" smtClean="0"/>
              <a:t>problematique</a:t>
            </a:r>
            <a:r>
              <a:rPr lang="fr-FR" baseline="0" dirty="0" smtClean="0"/>
              <a:t> qui est :</a:t>
            </a:r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1402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A</a:t>
            </a:r>
            <a:r>
              <a:rPr lang="fr-FR" baseline="0" dirty="0" smtClean="0"/>
              <a:t> </a:t>
            </a:r>
            <a:r>
              <a:rPr lang="fr-FR" baseline="0" dirty="0" smtClean="0"/>
              <a:t>travers cette problématique, il découle plusieurs problèmes: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1350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Pour répondre à ce besoin et au</a:t>
            </a:r>
            <a:r>
              <a:rPr lang="fr-FR" baseline="0" dirty="0" smtClean="0"/>
              <a:t> attente de l’entreprise</a:t>
            </a:r>
            <a:r>
              <a:rPr lang="fr-FR" dirty="0" smtClean="0"/>
              <a:t>, nous avons juger nécessaire de mettre sur pied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1597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fr-FR" dirty="0" smtClean="0"/>
              <a:t>YUPAYX</a:t>
            </a:r>
            <a:r>
              <a:rPr lang="fr-FR" baseline="0" dirty="0" smtClean="0"/>
              <a:t> </a:t>
            </a:r>
            <a:r>
              <a:rPr lang="fr-FR" baseline="0" dirty="0" smtClean="0"/>
              <a:t>MANAGER qui </a:t>
            </a:r>
            <a:r>
              <a:rPr lang="fr-FR" dirty="0" smtClean="0"/>
              <a:t>une  </a:t>
            </a:r>
            <a:r>
              <a:rPr lang="fr-FR" dirty="0"/>
              <a:t>plateforme de gestion pour leur agrégateur de paiement YUPAYX. </a:t>
            </a:r>
          </a:p>
          <a:p>
            <a:pPr algn="just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0978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allons maintenant </a:t>
            </a:r>
            <a:r>
              <a:rPr lang="fr-FR" dirty="0" smtClean="0"/>
              <a:t>présenter </a:t>
            </a:r>
            <a:r>
              <a:rPr lang="fr-FR" dirty="0"/>
              <a:t>quelque solution qui existe déjà au problème posé par l’entreprise: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0007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Comme solution existante, nous avons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En</a:t>
            </a:r>
            <a:r>
              <a:rPr lang="fr-FR" sz="1200" baseline="0" dirty="0" smtClean="0"/>
              <a:t> accord avec l'entreprise, nous avons décide de mettre sur pieds une solution propriétaire sur la base de ces différentes solution d’ou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0076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err="1" smtClean="0"/>
              <a:t>Yupayx</a:t>
            </a:r>
            <a:r>
              <a:rPr lang="fr-FR" sz="1200" dirty="0" smtClean="0"/>
              <a:t> </a:t>
            </a:r>
            <a:r>
              <a:rPr lang="fr-FR" sz="1200" dirty="0" smtClean="0"/>
              <a:t>manager.</a:t>
            </a:r>
            <a:r>
              <a:rPr lang="fr-FR" sz="1200" baseline="0" dirty="0" smtClean="0"/>
              <a:t> Q</a:t>
            </a:r>
            <a:r>
              <a:rPr lang="fr-FR" sz="1200" dirty="0" smtClean="0"/>
              <a:t>ui </a:t>
            </a:r>
            <a:r>
              <a:rPr lang="fr-FR" sz="1200" dirty="0"/>
              <a:t>est la plateforme de gestion pour </a:t>
            </a:r>
            <a:r>
              <a:rPr lang="fr-FR" sz="1200" dirty="0" smtClean="0"/>
              <a:t>l’agrégateur </a:t>
            </a:r>
            <a:r>
              <a:rPr lang="fr-FR" sz="1200" dirty="0"/>
              <a:t>Yupayx </a:t>
            </a:r>
            <a:r>
              <a:rPr lang="fr-FR" sz="1200" dirty="0" smtClean="0"/>
              <a:t>. Yupayx manager a travers Yupayx, elle </a:t>
            </a:r>
            <a:r>
              <a:rPr lang="fr-FR" sz="1200" dirty="0" smtClean="0"/>
              <a:t>permet</a:t>
            </a:r>
            <a:r>
              <a:rPr lang="fr-FR" sz="1200" baseline="0" dirty="0" smtClean="0"/>
              <a:t> </a:t>
            </a:r>
            <a:r>
              <a:rPr lang="fr-FR" sz="1200" baseline="0" dirty="0" smtClean="0"/>
              <a:t>a ses différents utilisateur de collecter leurs fonds via leurs applications client avec les méthodes ….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Pour réaliser notre plateforme, nous avons utilise un ensemble d’outils a s’avoir :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24389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réaliser notre plateforme, nous avons utilise un ensemble d’outils a s’avoir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9911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6631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s’agit ici du diagramme de cas d’utilisation du système ,</a:t>
            </a:r>
          </a:p>
          <a:p>
            <a:r>
              <a:rPr lang="fr-FR" dirty="0"/>
              <a:t> Ce diagramme nous montre les comportement fonctionnel du système.</a:t>
            </a:r>
          </a:p>
          <a:p>
            <a:r>
              <a:rPr lang="fr-FR" dirty="0" smtClean="0"/>
              <a:t>Vous pouvez avoir plus</a:t>
            </a:r>
            <a:r>
              <a:rPr lang="fr-FR" baseline="0" dirty="0" smtClean="0"/>
              <a:t> de détails en consultant la page 18 de notre rapport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3384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Ici il s'agit du diagramme </a:t>
            </a:r>
            <a:r>
              <a:rPr lang="fr-FR" dirty="0"/>
              <a:t>d’activité</a:t>
            </a:r>
            <a:r>
              <a:rPr lang="fr-FR" baseline="0" dirty="0"/>
              <a:t> pour créé un point de collecte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sz="1200" dirty="0"/>
              <a:t>Ce diagramme permet de représenter le déclenchement des activité en fonction des états du système.</a:t>
            </a:r>
          </a:p>
          <a:p>
            <a:r>
              <a:rPr lang="fr-FR" dirty="0" smtClean="0"/>
              <a:t>Vous pouvez avoir plus</a:t>
            </a:r>
            <a:r>
              <a:rPr lang="fr-FR" baseline="0" dirty="0" smtClean="0"/>
              <a:t> de </a:t>
            </a:r>
            <a:r>
              <a:rPr lang="fr-FR" baseline="0" dirty="0" smtClean="0"/>
              <a:t>détails </a:t>
            </a:r>
            <a:r>
              <a:rPr lang="fr-FR" baseline="0" dirty="0" smtClean="0"/>
              <a:t>en consultant la page 22 de notre rapport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5815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Il s’agit ici du diagramme de classe de notre système il a été structure en plusieurs module :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3811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Ce module nous permet de stocker l’ensemble des informations concernant la</a:t>
            </a:r>
            <a:r>
              <a:rPr lang="fr-FR" baseline="0" dirty="0" smtClean="0"/>
              <a:t> localisation d’un</a:t>
            </a:r>
            <a:r>
              <a:rPr lang="fr-FR" dirty="0" smtClean="0"/>
              <a:t> utilisateur du </a:t>
            </a:r>
            <a:r>
              <a:rPr lang="fr-FR" dirty="0" err="1" smtClean="0"/>
              <a:t>systéme</a:t>
            </a:r>
            <a:r>
              <a:rPr lang="fr-FR" dirty="0" smtClean="0"/>
              <a:t>,</a:t>
            </a:r>
          </a:p>
          <a:p>
            <a:endParaRPr lang="fr-FR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Vous pouvez avoir plus</a:t>
            </a:r>
            <a:r>
              <a:rPr lang="fr-FR" baseline="0" dirty="0" smtClean="0"/>
              <a:t> de </a:t>
            </a:r>
            <a:r>
              <a:rPr lang="fr-FR" baseline="0" dirty="0" err="1" smtClean="0"/>
              <a:t>details</a:t>
            </a:r>
            <a:r>
              <a:rPr lang="fr-FR" baseline="0" dirty="0" smtClean="0"/>
              <a:t> en consultant la page 23 de notre rapport</a:t>
            </a:r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5217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module nous </a:t>
            </a:r>
            <a:r>
              <a:rPr lang="fr-FR" dirty="0" smtClean="0"/>
              <a:t>permet de stocker l’ensemble des informations concernant un utilisateur du </a:t>
            </a:r>
            <a:r>
              <a:rPr lang="fr-FR" dirty="0" err="1" smtClean="0"/>
              <a:t>systéme</a:t>
            </a:r>
            <a:r>
              <a:rPr lang="fr-FR" dirty="0" smtClean="0"/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Vous pouvez avoir plus</a:t>
            </a:r>
            <a:r>
              <a:rPr lang="fr-FR" baseline="0" dirty="0" smtClean="0"/>
              <a:t> de </a:t>
            </a:r>
            <a:r>
              <a:rPr lang="fr-FR" baseline="0" dirty="0" err="1" smtClean="0"/>
              <a:t>details</a:t>
            </a:r>
            <a:r>
              <a:rPr lang="fr-FR" baseline="0" dirty="0" smtClean="0"/>
              <a:t> en consultant la page 24 de notre rapport</a:t>
            </a:r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0359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module nous permet de gère l’ensemble des opérations susceptible d’être réaliser dans notre </a:t>
            </a:r>
            <a:r>
              <a:rPr lang="fr-FR" dirty="0" smtClean="0"/>
              <a:t>plateforme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Vous pouvez avoir plus</a:t>
            </a:r>
            <a:r>
              <a:rPr lang="fr-FR" baseline="0" dirty="0" smtClean="0"/>
              <a:t> de </a:t>
            </a:r>
            <a:r>
              <a:rPr lang="fr-FR" baseline="0" dirty="0" err="1" smtClean="0"/>
              <a:t>details</a:t>
            </a:r>
            <a:r>
              <a:rPr lang="fr-FR" baseline="0" dirty="0" smtClean="0"/>
              <a:t> en consultant la page 23 de notre rapport</a:t>
            </a:r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9132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Le fonctionnement de notre système est base sur une</a:t>
            </a:r>
            <a:r>
              <a:rPr lang="fr-FR" baseline="0" dirty="0" smtClean="0"/>
              <a:t> architecture client serveur.</a:t>
            </a:r>
          </a:p>
          <a:p>
            <a:r>
              <a:rPr lang="fr-FR" baseline="0" dirty="0" smtClean="0"/>
              <a:t>Et en termes d'architecture logicielle nous avons implémente du MVC pour </a:t>
            </a:r>
            <a:r>
              <a:rPr lang="fr-FR" baseline="0" dirty="0" err="1" smtClean="0"/>
              <a:t>Modele</a:t>
            </a:r>
            <a:r>
              <a:rPr lang="fr-FR" baseline="0" dirty="0" smtClean="0"/>
              <a:t> vue </a:t>
            </a:r>
            <a:r>
              <a:rPr lang="fr-FR" baseline="0" dirty="0" err="1" smtClean="0"/>
              <a:t>controleur</a:t>
            </a:r>
            <a:r>
              <a:rPr lang="fr-FR" baseline="0" dirty="0" smtClean="0"/>
              <a:t>. Vous pouvez avoir une description plus </a:t>
            </a:r>
            <a:r>
              <a:rPr lang="fr-FR" baseline="0" dirty="0" err="1" smtClean="0"/>
              <a:t>detaillé</a:t>
            </a:r>
            <a:r>
              <a:rPr lang="fr-FR" baseline="0" dirty="0" smtClean="0"/>
              <a:t> a la page 17 du rapport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81568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Apres cette </a:t>
            </a:r>
            <a:r>
              <a:rPr lang="fr-FR" dirty="0" err="1" smtClean="0"/>
              <a:t>presentation</a:t>
            </a:r>
            <a:r>
              <a:rPr lang="fr-FR" dirty="0" smtClean="0"/>
              <a:t> de notre </a:t>
            </a:r>
            <a:r>
              <a:rPr lang="fr-FR" dirty="0" err="1" smtClean="0"/>
              <a:t>modelisation</a:t>
            </a:r>
            <a:r>
              <a:rPr lang="fr-FR" dirty="0" smtClean="0"/>
              <a:t>, nous allons faire</a:t>
            </a:r>
            <a:r>
              <a:rPr lang="fr-FR" baseline="0" dirty="0" smtClean="0"/>
              <a:t> une </a:t>
            </a:r>
            <a:r>
              <a:rPr lang="fr-FR" baseline="0" dirty="0" err="1" smtClean="0"/>
              <a:t>demonstration</a:t>
            </a:r>
            <a:r>
              <a:rPr lang="fr-FR" baseline="0" dirty="0" smtClean="0"/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16024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Pour clore</a:t>
            </a:r>
            <a:r>
              <a:rPr lang="fr-FR" baseline="0" dirty="0" smtClean="0"/>
              <a:t> cette </a:t>
            </a:r>
            <a:r>
              <a:rPr lang="fr-FR" baseline="0" dirty="0" err="1" smtClean="0"/>
              <a:t>presentation</a:t>
            </a:r>
            <a:r>
              <a:rPr lang="fr-FR" baseline="0" dirty="0" smtClean="0"/>
              <a:t>, nous pouvons dire que notre stage projet de trois mois nous a permis de </a:t>
            </a:r>
            <a:r>
              <a:rPr lang="fr-FR" baseline="0" dirty="0" err="1" smtClean="0"/>
              <a:t>develloper</a:t>
            </a:r>
            <a:r>
              <a:rPr lang="fr-FR" baseline="0" dirty="0" smtClean="0"/>
              <a:t> un meilleur esprit </a:t>
            </a:r>
            <a:r>
              <a:rPr lang="fr-FR" baseline="0" dirty="0" smtClean="0"/>
              <a:t>d’</a:t>
            </a:r>
            <a:r>
              <a:rPr lang="fr-FR" baseline="0" dirty="0" err="1" smtClean="0"/>
              <a:t>annalyse</a:t>
            </a:r>
            <a:r>
              <a:rPr lang="fr-FR" baseline="0" dirty="0" smtClean="0"/>
              <a:t> </a:t>
            </a:r>
            <a:r>
              <a:rPr lang="fr-FR" baseline="0" dirty="0" smtClean="0"/>
              <a:t>pour pouvoir </a:t>
            </a:r>
            <a:r>
              <a:rPr lang="fr-FR" baseline="0" dirty="0" smtClean="0"/>
              <a:t>analyser un système identifier un </a:t>
            </a:r>
            <a:r>
              <a:rPr lang="fr-FR" baseline="0" dirty="0" err="1" smtClean="0"/>
              <a:t>probleme</a:t>
            </a:r>
            <a:r>
              <a:rPr lang="fr-FR" baseline="0" dirty="0" smtClean="0"/>
              <a:t> et apporter des solutions a laide des outils vue en cours et ceux obtenues par nos propre recherche. Je vous remercie pour votre aimable attention.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55587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Pour clore</a:t>
            </a:r>
            <a:r>
              <a:rPr lang="fr-FR" baseline="0" dirty="0" smtClean="0"/>
              <a:t> cette </a:t>
            </a:r>
            <a:r>
              <a:rPr lang="fr-FR" baseline="0" dirty="0" err="1" smtClean="0"/>
              <a:t>presentation</a:t>
            </a:r>
            <a:r>
              <a:rPr lang="fr-FR" baseline="0" dirty="0" smtClean="0"/>
              <a:t>, nous pouvons dire que notre stage projet de trois mois nous a permis de </a:t>
            </a:r>
            <a:r>
              <a:rPr lang="fr-FR" baseline="0" dirty="0" err="1" smtClean="0"/>
              <a:t>develloper</a:t>
            </a:r>
            <a:r>
              <a:rPr lang="fr-FR" baseline="0" dirty="0" smtClean="0"/>
              <a:t> un meilleur esprit </a:t>
            </a:r>
            <a:r>
              <a:rPr lang="fr-FR" baseline="0" dirty="0" err="1" smtClean="0"/>
              <a:t>dannalyse</a:t>
            </a:r>
            <a:r>
              <a:rPr lang="fr-FR" baseline="0" dirty="0" smtClean="0"/>
              <a:t> pour pouvoir identifier un </a:t>
            </a:r>
            <a:r>
              <a:rPr lang="fr-FR" baseline="0" dirty="0" err="1" smtClean="0"/>
              <a:t>probleme</a:t>
            </a:r>
            <a:r>
              <a:rPr lang="fr-FR" baseline="0" dirty="0" smtClean="0"/>
              <a:t> </a:t>
            </a:r>
            <a:r>
              <a:rPr lang="fr-FR" baseline="0" dirty="0" err="1" smtClean="0"/>
              <a:t>apres</a:t>
            </a:r>
            <a:r>
              <a:rPr lang="fr-FR" baseline="0" dirty="0" smtClean="0"/>
              <a:t> analyse du système et pouvoir apporter ou proposer des solutions pour palier a ce </a:t>
            </a:r>
            <a:r>
              <a:rPr lang="fr-FR" baseline="0" dirty="0" err="1" smtClean="0"/>
              <a:t>problemes</a:t>
            </a:r>
            <a:r>
              <a:rPr lang="fr-FR" baseline="0" dirty="0" smtClean="0"/>
              <a:t>. Je vous remercie pour votre </a:t>
            </a:r>
            <a:r>
              <a:rPr lang="fr-FR" baseline="0" dirty="0" err="1" smtClean="0"/>
              <a:t>ecoute</a:t>
            </a:r>
            <a:r>
              <a:rPr lang="fr-FR" baseline="0" dirty="0" smtClean="0"/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FBDF500-FE05-4D50-AB42-37EDEB80A66C}" type="slidenum">
              <a:rPr lang="fr-FR" smtClean="0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461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 13">
            <a:extLst>
              <a:ext uri="{FF2B5EF4-FFF2-40B4-BE49-F238E27FC236}">
                <a16:creationId xmlns:a16="http://schemas.microsoft.com/office/drawing/2014/main" id="{25A1ED5E-125E-4828-9BC6-A73A2C8B88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318288"/>
            <a:ext cx="8807116" cy="2387600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PRÉSENTATION</a:t>
            </a:r>
            <a:br>
              <a:rPr lang="fr-FR" noProof="0"/>
            </a:br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3052756"/>
            <a:ext cx="9144000" cy="1397991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Lorem Ipsum</a:t>
            </a:r>
            <a:br>
              <a:rPr lang="fr-FR" noProof="0"/>
            </a:br>
            <a:r>
              <a:rPr lang="fr-FR" noProof="0"/>
              <a:t>Dolor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E85B486-089A-40DF-9E61-A2D324EF3DCE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0"/>
            <a:ext cx="144000" cy="24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289770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172200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396630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26781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522758"/>
            <a:ext cx="8807116" cy="2387600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PRÉSENTATION</a:t>
            </a:r>
            <a:br>
              <a:rPr lang="fr-FR" noProof="0"/>
            </a:br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257226"/>
            <a:ext cx="9144000" cy="1397991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Lorem Ipsum</a:t>
            </a:r>
            <a:br>
              <a:rPr lang="fr-FR" noProof="0"/>
            </a:br>
            <a:r>
              <a:rPr lang="fr-FR" noProof="0"/>
              <a:t>Dolor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BE2F7A-B455-4F5D-99C5-ED07A0417AEC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3438000"/>
            <a:ext cx="144000" cy="34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10217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1015979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6874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00582"/>
            <a:ext cx="8807116" cy="915873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949257"/>
            <a:ext cx="9144000" cy="601840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Lorem Ipsum Dolor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6EFE8C-2899-42EC-A11D-BF5D60F8BD0B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878000"/>
            <a:ext cx="144000" cy="19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79420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F632EEF-732A-4DE7-BC5A-A86C31DB6F5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4">
            <a:extLst>
              <a:ext uri="{FF2B5EF4-FFF2-40B4-BE49-F238E27FC236}">
                <a16:creationId xmlns:a16="http://schemas.microsoft.com/office/drawing/2014/main" id="{C54CE062-7CDB-4AB7-B86E-461B22E7F4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1013969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01244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413986"/>
            <a:ext cx="7107331" cy="1838643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4599498"/>
            <a:ext cx="7107331" cy="966857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Lorem Ipsum</a:t>
            </a:r>
            <a:br>
              <a:rPr lang="fr-FR" noProof="0"/>
            </a:br>
            <a:r>
              <a:rPr lang="fr-FR" noProof="0"/>
              <a:t>Dolor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2DC500-291A-4CF8-AE71-779329AAAF7E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2740862"/>
            <a:ext cx="144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444445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6E88EDA-C5A5-4C22-8CE4-5C7FDCF2E85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77074" y="5622756"/>
            <a:ext cx="0" cy="98422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4">
            <a:extLst>
              <a:ext uri="{FF2B5EF4-FFF2-40B4-BE49-F238E27FC236}">
                <a16:creationId xmlns:a16="http://schemas.microsoft.com/office/drawing/2014/main" id="{1B98974C-AC7A-4E66-AE1A-DBA5F1A1D0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532986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62517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-1"/>
            <a:ext cx="12192000" cy="446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85756"/>
            <a:ext cx="8807116" cy="915873"/>
          </a:xfrm>
        </p:spPr>
        <p:txBody>
          <a:bodyPr rtlCol="0" anchor="b">
            <a:normAutofit/>
          </a:bodyPr>
          <a:lstStyle>
            <a:lvl1pPr algn="l">
              <a:defRPr sz="5500" b="1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fr-FR" noProof="0"/>
              <a:t>TITRE DE LA PRÉSENTATION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6050473"/>
            <a:ext cx="9144000" cy="601840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Lorem Ipsum Dolor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74F7D1-7D7E-4658-AD28-15EA15C05BD6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950000"/>
            <a:ext cx="144000" cy="19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882423"/>
            <a:ext cx="93044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10820400" y="870003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1005185"/>
            <a:ext cx="1460500" cy="481013"/>
          </a:xfrm>
        </p:spPr>
        <p:txBody>
          <a:bodyPr rtlCol="0"/>
          <a:lstStyle>
            <a:lvl1pPr marL="0" indent="0" algn="l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98615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1" y="458919"/>
            <a:ext cx="9971159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 DE CONTENU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29641" y="3775165"/>
            <a:ext cx="9971158" cy="2427923"/>
          </a:xfrm>
        </p:spPr>
        <p:txBody>
          <a:bodyPr rtlCol="0">
            <a:normAutofit/>
          </a:bodyPr>
          <a:lstStyle>
            <a:lvl1pPr marL="0" indent="0"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BE851A-DA70-429D-A883-BCD42F4DAE88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687289" y="0"/>
            <a:ext cx="72000" cy="1271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068863" y="1528464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ous-titr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29641" y="1669110"/>
            <a:ext cx="9971158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Sous-titre de la diapositive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810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1" y="458919"/>
            <a:ext cx="9971159" cy="1325563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fr-FR" noProof="0"/>
              <a:t>DIAPOSITIVE DE CONTENU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29641" y="3133484"/>
            <a:ext cx="10515600" cy="242792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14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66D3B3-1C19-484A-A0A3-6151083CDA8B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687289" y="0"/>
            <a:ext cx="72000" cy="12710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068863" y="1528464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ous-titr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29641" y="1669110"/>
            <a:ext cx="9971158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Sous-titre de la diapositive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33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CF94AF4-4F78-4DA5-8571-FD66FFA6313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21" y="546844"/>
            <a:ext cx="8997738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 DE CONTENU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27520" y="3581731"/>
            <a:ext cx="8997737" cy="223046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1C90BB-3A6F-4FFE-8312-1D0EC1C7CA60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400" y="6159402"/>
            <a:ext cx="2788169" cy="365125"/>
          </a:xfrm>
        </p:spPr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8" y="244717"/>
            <a:ext cx="72000" cy="10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2" y="161638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ous-titr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20" y="1757035"/>
            <a:ext cx="8997737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Sous-titre de la diapositive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0938200" y="1341281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1016" y="1377655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480265F1-E793-484F-ADC9-31450ADF8B0E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68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443655"/>
            <a:ext cx="4143555" cy="153658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DE CONTENU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71409" y="2588054"/>
            <a:ext cx="5228216" cy="3122935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878941-AFFA-41E7-878A-6A268A35B27F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684524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288248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ous-titr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023127"/>
            <a:ext cx="4143555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Sous-titre de la diapositive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63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700327"/>
            <a:ext cx="4143555" cy="1536580"/>
          </a:xfrm>
        </p:spPr>
        <p:txBody>
          <a:bodyPr rtlCol="0"/>
          <a:lstStyle>
            <a:lvl1pPr>
              <a:defRPr>
                <a:gradFill flip="none" rotWithShape="1"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</a:defRPr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DE CONTENU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8B931-E896-4471-A71A-819D3B68292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14145" y="2138878"/>
            <a:ext cx="4361941" cy="3122935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 i="0">
                <a:solidFill>
                  <a:schemeClr val="bg1"/>
                </a:solidFill>
              </a:defRPr>
            </a:lvl1pPr>
            <a:lvl2pPr marL="457200" indent="0">
              <a:buNone/>
              <a:defRPr sz="1800" i="1">
                <a:solidFill>
                  <a:schemeClr val="bg1"/>
                </a:solidFill>
              </a:defRPr>
            </a:lvl2pPr>
            <a:lvl3pPr marL="914400" indent="0">
              <a:buNone/>
              <a:defRPr sz="1600" i="1">
                <a:solidFill>
                  <a:schemeClr val="bg1"/>
                </a:solidFill>
              </a:defRPr>
            </a:lvl3pPr>
            <a:lvl4pPr marL="1371600" indent="0">
              <a:buNone/>
              <a:defRPr sz="1400" i="1">
                <a:solidFill>
                  <a:schemeClr val="bg1"/>
                </a:solidFill>
              </a:defRPr>
            </a:lvl4pPr>
            <a:lvl5pPr marL="1828800" indent="0">
              <a:buNone/>
              <a:defRPr sz="1400" i="1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D58AAA-A5D3-4BE1-9D9F-8893AADFA71E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941196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313915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ous-titr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279799"/>
            <a:ext cx="4143555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Sous-titre de la diapositive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056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864D1B-05AA-49BC-BA1A-52FAC02DA9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2316701"/>
            <a:ext cx="10515600" cy="1500187"/>
          </a:xfrm>
        </p:spPr>
        <p:txBody>
          <a:bodyPr rtlCol="0" anchor="b">
            <a:normAutofit/>
          </a:bodyPr>
          <a:lstStyle>
            <a:lvl1pPr>
              <a:defRPr sz="4000"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SÉPARATION DE SECTION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4083026"/>
            <a:ext cx="10515600" cy="77032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Sous-titre de section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77FF20-D0A4-4AC3-8F58-0F36CCDA248D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900A71E-3FCF-4E9F-9CE1-574118517636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687289" y="0"/>
            <a:ext cx="72000" cy="36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068863" y="3940727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CB5B0FB-5693-42A3-BD99-CA01387F8DF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654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-têt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864D1B-05AA-49BC-BA1A-52FAC02DA9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2781919"/>
            <a:ext cx="10515600" cy="1500187"/>
          </a:xfrm>
        </p:spPr>
        <p:txBody>
          <a:bodyPr rtlCol="0" anchor="b">
            <a:normAutofit/>
          </a:bodyPr>
          <a:lstStyle>
            <a:lvl1pPr>
              <a:defRPr sz="4000"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SÉPARATION DE SECTION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4548244"/>
            <a:ext cx="10515600" cy="77032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Sous-titre de section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DFC0135-2020-4918-9D84-86B76EEA8C34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8800" y="6159402"/>
            <a:ext cx="2919886" cy="365125"/>
          </a:xfrm>
        </p:spPr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687289" y="3186000"/>
            <a:ext cx="72000" cy="36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068863" y="4405945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CB5B0FB-5693-42A3-BD99-CA01387F8DF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956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-tête de section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8820" y="4537309"/>
            <a:ext cx="9384760" cy="915873"/>
          </a:xfrm>
        </p:spPr>
        <p:txBody>
          <a:bodyPr rtlCol="0" anchor="b">
            <a:normAutofit/>
          </a:bodyPr>
          <a:lstStyle>
            <a:lvl1pPr>
              <a:defRPr sz="400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fr-FR" noProof="0"/>
              <a:t>DIAPOSITIVE SÉPARATION DE SECTION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118A53-620F-4EA1-A63B-3BFD5D6F74A1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8819" y="6159402"/>
            <a:ext cx="2616158" cy="384202"/>
          </a:xfrm>
        </p:spPr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fld id="{95CBEC59-7FF9-4688-98DF-89832A0C9025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E2523DB2-F162-4E92-B6E1-B5E87D5D8ACF}"/>
              </a:ext>
            </a:extLst>
          </p:cNvPr>
          <p:cNvSpPr/>
          <p:nvPr userDrawn="1"/>
        </p:nvSpPr>
        <p:spPr>
          <a:xfrm>
            <a:off x="813409" y="5238000"/>
            <a:ext cx="72000" cy="1620000"/>
          </a:xfrm>
          <a:prstGeom prst="rect">
            <a:avLst/>
          </a:prstGeom>
          <a:solidFill>
            <a:srgbClr val="EBC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316CC9B7-E806-4C95-96A5-EEEEBB4E99A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98820" y="5702936"/>
            <a:ext cx="9384760" cy="526936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Sous-titre de section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BAA4CC-3D2B-49F9-B077-001CA4738B89}"/>
              </a:ext>
            </a:extLst>
          </p:cNvPr>
          <p:cNvSpPr/>
          <p:nvPr userDrawn="1"/>
        </p:nvSpPr>
        <p:spPr>
          <a:xfrm>
            <a:off x="0" y="0"/>
            <a:ext cx="12192000" cy="477170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2" name="Rectangle 15">
            <a:extLst>
              <a:ext uri="{FF2B5EF4-FFF2-40B4-BE49-F238E27FC236}">
                <a16:creationId xmlns:a16="http://schemas.microsoft.com/office/drawing/2014/main" id="{E2523DB2-F162-4E92-B6E1-B5E87D5D8ACF}"/>
              </a:ext>
            </a:extLst>
          </p:cNvPr>
          <p:cNvSpPr/>
          <p:nvPr userDrawn="1"/>
        </p:nvSpPr>
        <p:spPr>
          <a:xfrm>
            <a:off x="11010749" y="5235129"/>
            <a:ext cx="72000" cy="1620000"/>
          </a:xfrm>
          <a:prstGeom prst="rect">
            <a:avLst/>
          </a:prstGeom>
          <a:solidFill>
            <a:srgbClr val="EBC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26020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-têt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14">
            <a:extLst>
              <a:ext uri="{FF2B5EF4-FFF2-40B4-BE49-F238E27FC236}">
                <a16:creationId xmlns:a16="http://schemas.microsoft.com/office/drawing/2014/main" id="{B37245BE-F984-498B-9CBB-C4DDD775060D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F4F6DA-C141-44B8-A3D2-B717A87A8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20" y="2316701"/>
            <a:ext cx="9556063" cy="1500187"/>
          </a:xfrm>
        </p:spPr>
        <p:txBody>
          <a:bodyPr rtlCol="0" anchor="b">
            <a:normAutofit/>
          </a:bodyPr>
          <a:lstStyle>
            <a:lvl1pPr>
              <a:defRPr sz="4000"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SÉPARATION DE SECTION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2DD7E2-5C7F-4027-B814-C7CC0E8D95A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27520" y="4083026"/>
            <a:ext cx="9556064" cy="77032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Sous-titre de section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702D73-8A0A-45AB-A4F6-F8D00BF25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CBF37F-3109-4B68-8527-2280E7DAC474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ABD5BA-639F-449E-A055-BE79772AE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B626F1-D33A-4FC7-A75F-B53331D9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AE552-11D7-45BF-8B66-071AE054F7B4}"/>
              </a:ext>
            </a:extLst>
          </p:cNvPr>
          <p:cNvSpPr/>
          <p:nvPr userDrawn="1"/>
        </p:nvSpPr>
        <p:spPr>
          <a:xfrm>
            <a:off x="1285167" y="255684"/>
            <a:ext cx="72000" cy="3411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14F7723-8043-4A0B-B2AB-BCF5A44ED246}"/>
              </a:ext>
            </a:extLst>
          </p:cNvPr>
          <p:cNvCxnSpPr/>
          <p:nvPr userDrawn="1"/>
        </p:nvCxnSpPr>
        <p:spPr>
          <a:xfrm>
            <a:off x="1666742" y="3940727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5E0C289-2BC1-4B83-96F5-C1B9E010D027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5F65E082-5015-4DA2-9655-AE200511FD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BA8760C4-08C1-4929-A6AE-568F6788388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69AE345-7CB6-4F86-99E6-C8B881714A2B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740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-têt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443655"/>
            <a:ext cx="4143555" cy="153658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SÉPARATION DE SECTION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88DA23-E8EE-4E59-9A7A-2ADB69BBA323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684524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288248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ous-titr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023127"/>
            <a:ext cx="4143555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Sous-titre de la diapositive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990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-têt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1700327"/>
            <a:ext cx="4143555" cy="1536580"/>
          </a:xfrm>
        </p:spPr>
        <p:txBody>
          <a:bodyPr rtlCol="0"/>
          <a:lstStyle>
            <a:lvl1pPr>
              <a:defRPr>
                <a:gradFill flip="none" rotWithShape="1"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</a:defRPr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SÉPARATION DE SECTION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DE7C8A-43D4-402A-991B-7459038030F9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1941196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4D4EAA8-8E55-45C3-BD00-531D549BB77D}"/>
              </a:ext>
            </a:extLst>
          </p:cNvPr>
          <p:cNvCxnSpPr/>
          <p:nvPr userDrawn="1"/>
        </p:nvCxnSpPr>
        <p:spPr>
          <a:xfrm>
            <a:off x="1666741" y="313915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ous-titre 2">
            <a:extLst>
              <a:ext uri="{FF2B5EF4-FFF2-40B4-BE49-F238E27FC236}">
                <a16:creationId xmlns:a16="http://schemas.microsoft.com/office/drawing/2014/main" id="{126D1C29-9D03-4CB6-B17E-D7DC93295F21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527519" y="3279799"/>
            <a:ext cx="4143555" cy="692595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Sous-titre de la diapositive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929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7A75830-97F6-4D74-A47F-8CD50EFD37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DEUX CONTENUS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227200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BD9244-253B-4F61-9F15-81C783E03B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8800" y="3386142"/>
            <a:ext cx="5157787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84744" y="2272009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7D4D83-C440-4343-A6F6-98D96573BB4F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9" y="0"/>
            <a:ext cx="72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50FF488-85D0-4162-BF82-7F9DAA427094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726B73F3-1DAC-413E-B204-D9A6E14725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78574EA-1B80-4D53-A1C5-929097CBD6A1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2DDB37A-C70A-4701-A519-6A882408133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contenu 3">
            <a:extLst>
              <a:ext uri="{FF2B5EF4-FFF2-40B4-BE49-F238E27FC236}">
                <a16:creationId xmlns:a16="http://schemas.microsoft.com/office/drawing/2014/main" id="{ED988384-E3A4-482D-94EF-A8F8894AA50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310145" y="3386142"/>
            <a:ext cx="5157787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10590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ux conten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A30FC14-A5B3-4B00-8DE8-B6E28CF32743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DEUX CONTENUS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227200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BD9244-253B-4F61-9F15-81C783E03B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8800" y="3386142"/>
            <a:ext cx="5157787" cy="2015247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84744" y="2272009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D9DAC08-B52B-4DCC-9D22-E4E54E71163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84744" y="3386142"/>
            <a:ext cx="5183188" cy="2015247"/>
          </a:xfrm>
        </p:spPr>
        <p:txBody>
          <a:bodyPr rtlCol="0">
            <a:normAutofit/>
          </a:bodyPr>
          <a:lstStyle>
            <a:lvl1pPr marL="18000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F7C951-59BD-4657-B2C8-1232E3BA4B4B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9" y="0"/>
            <a:ext cx="72000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D50FF488-85D0-4162-BF82-7F9DAA427094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726B73F3-1DAC-413E-B204-D9A6E14725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78574EA-1B80-4D53-A1C5-929097CBD6A1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2DDB37A-C70A-4701-A519-6A882408133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2774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ux contenu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BBFDD45-3FE7-46CA-9142-8DBABF181C24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3195AFA-7DE7-4BBC-AE6C-B5FAE8A37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724195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DEUX CONTENUS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8AFDAC-3A23-4F5B-B2BE-CDF8D1AFCF8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227200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BA65450-4B24-4A6B-9987-1F3CF67B414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84744" y="2272009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53D5824-9ACF-4E5F-AC80-9ACD7B67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E38DBD-7831-4D23-A7CC-CF7F20C5846B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2F28EAD-9FFC-4EDD-96C6-CDAF179B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6D156D5-5DCA-446B-8C31-2251F7EC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4CE474-0060-44FE-B47E-DA6AF06C369C}"/>
              </a:ext>
            </a:extLst>
          </p:cNvPr>
          <p:cNvSpPr/>
          <p:nvPr userDrawn="1"/>
        </p:nvSpPr>
        <p:spPr>
          <a:xfrm>
            <a:off x="687288" y="255684"/>
            <a:ext cx="72000" cy="1573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DEED813-3D7D-4166-A729-7E883823CD5E}"/>
              </a:ext>
            </a:extLst>
          </p:cNvPr>
          <p:cNvCxnSpPr/>
          <p:nvPr userDrawn="1"/>
        </p:nvCxnSpPr>
        <p:spPr>
          <a:xfrm>
            <a:off x="1068863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1CC230C-5438-4284-8FAA-05E533A44A5C}"/>
              </a:ext>
            </a:extLst>
          </p:cNvPr>
          <p:cNvCxnSpPr/>
          <p:nvPr userDrawn="1"/>
        </p:nvCxnSpPr>
        <p:spPr>
          <a:xfrm>
            <a:off x="641224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728791ED-1F60-48B9-B73C-7835714E670D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15">
            <a:extLst>
              <a:ext uri="{FF2B5EF4-FFF2-40B4-BE49-F238E27FC236}">
                <a16:creationId xmlns:a16="http://schemas.microsoft.com/office/drawing/2014/main" id="{F968FAF7-548C-4383-BE8C-5A194EC21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BEDEE03-9903-44CE-8EB8-22B19F5E8DD7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FE8DF3E-FD5B-4215-B847-DFFB761C21A4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space réservé du contenu 3">
            <a:extLst>
              <a:ext uri="{FF2B5EF4-FFF2-40B4-BE49-F238E27FC236}">
                <a16:creationId xmlns:a16="http://schemas.microsoft.com/office/drawing/2014/main" id="{C2B73E5D-AD65-4FEE-89DE-2E2643A3456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8800" y="3386142"/>
            <a:ext cx="5157787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  <p:sp>
        <p:nvSpPr>
          <p:cNvPr id="25" name="Espace réservé du contenu 3">
            <a:extLst>
              <a:ext uri="{FF2B5EF4-FFF2-40B4-BE49-F238E27FC236}">
                <a16:creationId xmlns:a16="http://schemas.microsoft.com/office/drawing/2014/main" id="{E10D0906-57D4-410E-823B-3BAD416949E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310145" y="3386142"/>
            <a:ext cx="5157787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29739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ux contenu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55328" y="2272009"/>
            <a:ext cx="4759643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DEUX CONTENUS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BCE2D3-0F66-4A8B-8BCB-97E9165E3F22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911272" y="2272009"/>
            <a:ext cx="4783083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ce réservé du contenu 3">
            <a:extLst>
              <a:ext uri="{FF2B5EF4-FFF2-40B4-BE49-F238E27FC236}">
                <a16:creationId xmlns:a16="http://schemas.microsoft.com/office/drawing/2014/main" id="{757A12BA-9C40-44B2-BB42-FE7A1F89A090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27519" y="3386142"/>
            <a:ext cx="4783074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  <p:sp>
        <p:nvSpPr>
          <p:cNvPr id="27" name="Espace réservé du contenu 3">
            <a:extLst>
              <a:ext uri="{FF2B5EF4-FFF2-40B4-BE49-F238E27FC236}">
                <a16:creationId xmlns:a16="http://schemas.microsoft.com/office/drawing/2014/main" id="{16A390F6-1520-488F-97A9-78F0B211900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911271" y="3386142"/>
            <a:ext cx="4783075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902670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ux contenu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55329" y="2272009"/>
            <a:ext cx="4540672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DEUX CONTENUS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B29BBE-289E-4496-AC29-8D63546749A8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911272" y="2272009"/>
            <a:ext cx="4783083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space réservé du contenu 3">
            <a:extLst>
              <a:ext uri="{FF2B5EF4-FFF2-40B4-BE49-F238E27FC236}">
                <a16:creationId xmlns:a16="http://schemas.microsoft.com/office/drawing/2014/main" id="{80E9747C-D5E4-4606-9D3D-103BF578726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527519" y="3386142"/>
            <a:ext cx="4559068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 dirty="0"/>
              <a:t>Modifiez les styles du texte du masque</a:t>
            </a:r>
          </a:p>
        </p:txBody>
      </p:sp>
      <p:sp>
        <p:nvSpPr>
          <p:cNvPr id="29" name="Espace réservé du contenu 3">
            <a:extLst>
              <a:ext uri="{FF2B5EF4-FFF2-40B4-BE49-F238E27FC236}">
                <a16:creationId xmlns:a16="http://schemas.microsoft.com/office/drawing/2014/main" id="{C45F91F2-CC9B-43AA-A5DF-A0BCEB342754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911271" y="3386142"/>
            <a:ext cx="4783069" cy="2773258"/>
          </a:xfrm>
        </p:spPr>
        <p:txBody>
          <a:bodyPr rtlCol="0">
            <a:normAutofit/>
          </a:bodyPr>
          <a:lstStyle>
            <a:lvl1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000" marR="0" lvl="0" indent="-1800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noProof="0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117924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et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15">
            <a:extLst>
              <a:ext uri="{FF2B5EF4-FFF2-40B4-BE49-F238E27FC236}">
                <a16:creationId xmlns:a16="http://schemas.microsoft.com/office/drawing/2014/main" id="{77FDF157-A493-4A5F-9B08-356A30F203C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B0ED56-F1B1-4DBE-9DF3-13C23A2BEF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2822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D93C86-ABD2-4554-A6DC-88EB255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98AC07-6810-4701-85A1-BAEF72F0F7BC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E45015-FD92-48FC-8C28-ACCBC8B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C07E4C-515F-4DA3-9B83-5C6CE5B9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BD1F59C3-73BF-4D90-B580-4014C2B27C2C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891E214-8AE6-4CA6-B994-7A8BDD0B394C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C95F487E-1B8C-4FBA-95B3-043C11DA1E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AB912DCD-5EAD-419F-BF95-02B45172EDB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’image 19">
            <a:extLst>
              <a:ext uri="{FF2B5EF4-FFF2-40B4-BE49-F238E27FC236}">
                <a16:creationId xmlns:a16="http://schemas.microsoft.com/office/drawing/2014/main" id="{E570BBF0-DF30-4898-89DD-8E929C0AD0B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59525"/>
            <a:ext cx="12192000" cy="4517136"/>
          </a:xfrm>
          <a:solidFill>
            <a:schemeClr val="bg1">
              <a:alpha val="5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8043271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et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12">
            <a:extLst>
              <a:ext uri="{FF2B5EF4-FFF2-40B4-BE49-F238E27FC236}">
                <a16:creationId xmlns:a16="http://schemas.microsoft.com/office/drawing/2014/main" id="{D0DB8CD8-F2C6-48F5-8A73-E5FB643BC475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B0ED56-F1B1-4DBE-9DF3-13C23A2BEF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2822"/>
            <a:ext cx="10515600" cy="1325563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fr-FR" noProof="0"/>
              <a:t>DIAPOSITIVE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D93C86-ABD2-4554-A6DC-88EB255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37D58D-269D-4B20-9198-F9DF2CE96593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E45015-FD92-48FC-8C28-ACCBC8B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C07E4C-515F-4DA3-9B83-5C6CE5B9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BD1F59C3-73BF-4D90-B580-4014C2B27C2C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891E214-8AE6-4CA6-B994-7A8BDD0B394C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C95F487E-1B8C-4FBA-95B3-043C11DA1E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AB912DCD-5EAD-419F-BF95-02B45172EDB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’image 19">
            <a:extLst>
              <a:ext uri="{FF2B5EF4-FFF2-40B4-BE49-F238E27FC236}">
                <a16:creationId xmlns:a16="http://schemas.microsoft.com/office/drawing/2014/main" id="{E570BBF0-DF30-4898-89DD-8E929C0AD0B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659525"/>
            <a:ext cx="12192000" cy="3872910"/>
          </a:xfrm>
          <a:solidFill>
            <a:schemeClr val="bg1">
              <a:alpha val="5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E25C7F29-6151-4F91-80D1-C96C51C06795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4107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et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12">
            <a:extLst>
              <a:ext uri="{FF2B5EF4-FFF2-40B4-BE49-F238E27FC236}">
                <a16:creationId xmlns:a16="http://schemas.microsoft.com/office/drawing/2014/main" id="{E50F2065-1E46-45F4-8B82-40AFF3B380E4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B0ED56-F1B1-4DBE-9DF3-13C23A2BEF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2822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D93C86-ABD2-4554-A6DC-88EB2556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FDEBBD-41C9-4B45-9775-1BB4D63A949F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E45015-FD92-48FC-8C28-ACCBC8BAB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C07E4C-515F-4DA3-9B83-5C6CE5B9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F59C3-73BF-4D90-B580-4014C2B27C2C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0" name="Espace réservé d’image 19">
            <a:extLst>
              <a:ext uri="{FF2B5EF4-FFF2-40B4-BE49-F238E27FC236}">
                <a16:creationId xmlns:a16="http://schemas.microsoft.com/office/drawing/2014/main" id="{E570BBF0-DF30-4898-89DD-8E929C0AD0B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1659525"/>
            <a:ext cx="11700000" cy="4517136"/>
          </a:xfrm>
          <a:solidFill>
            <a:schemeClr val="bg1">
              <a:alpha val="5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2A58BD2B-1B9B-49E6-8C1A-77F7A60420D7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A17DA84B-7C7B-413F-9A4E-88B7975E1C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453C73EB-9DF5-425B-B9EA-BADEC346708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099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et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4" name="Espace réservé d’image 19">
            <a:extLst>
              <a:ext uri="{FF2B5EF4-FFF2-40B4-BE49-F238E27FC236}">
                <a16:creationId xmlns:a16="http://schemas.microsoft.com/office/drawing/2014/main" id="{90DA0444-D1E1-48F5-9158-243679F7B63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167439"/>
            <a:ext cx="12192000" cy="4009222"/>
          </a:xfrm>
          <a:solidFill>
            <a:schemeClr val="bg1">
              <a:alpha val="5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IMAGE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45230A-47B7-4A45-A345-EE3603200EEB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1391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et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’image 24">
            <a:extLst>
              <a:ext uri="{FF2B5EF4-FFF2-40B4-BE49-F238E27FC236}">
                <a16:creationId xmlns:a16="http://schemas.microsoft.com/office/drawing/2014/main" id="{4FC6DCA8-CFF5-4F20-A410-C3EA0873D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1999" cy="4251153"/>
          </a:xfrm>
          <a:custGeom>
            <a:avLst/>
            <a:gdLst>
              <a:gd name="connsiteX0" fmla="*/ 0 w 12191999"/>
              <a:gd name="connsiteY0" fmla="*/ 0 h 4251153"/>
              <a:gd name="connsiteX1" fmla="*/ 12191999 w 12191999"/>
              <a:gd name="connsiteY1" fmla="*/ 0 h 4251153"/>
              <a:gd name="connsiteX2" fmla="*/ 12191999 w 12191999"/>
              <a:gd name="connsiteY2" fmla="*/ 795243 h 4251153"/>
              <a:gd name="connsiteX3" fmla="*/ 11190767 w 12191999"/>
              <a:gd name="connsiteY3" fmla="*/ 795243 h 4251153"/>
              <a:gd name="connsiteX4" fmla="*/ 11190767 w 12191999"/>
              <a:gd name="connsiteY4" fmla="*/ 802443 h 4251153"/>
              <a:gd name="connsiteX5" fmla="*/ 12191999 w 12191999"/>
              <a:gd name="connsiteY5" fmla="*/ 802443 h 4251153"/>
              <a:gd name="connsiteX6" fmla="*/ 12191999 w 12191999"/>
              <a:gd name="connsiteY6" fmla="*/ 4251153 h 4251153"/>
              <a:gd name="connsiteX7" fmla="*/ 0 w 12191999"/>
              <a:gd name="connsiteY7" fmla="*/ 4251153 h 425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4251153">
                <a:moveTo>
                  <a:pt x="0" y="0"/>
                </a:moveTo>
                <a:lnTo>
                  <a:pt x="12191999" y="0"/>
                </a:lnTo>
                <a:lnTo>
                  <a:pt x="12191999" y="795243"/>
                </a:lnTo>
                <a:lnTo>
                  <a:pt x="11190767" y="795243"/>
                </a:lnTo>
                <a:lnTo>
                  <a:pt x="11190767" y="802443"/>
                </a:lnTo>
                <a:lnTo>
                  <a:pt x="12191999" y="802443"/>
                </a:lnTo>
                <a:lnTo>
                  <a:pt x="12191999" y="4251153"/>
                </a:lnTo>
                <a:lnTo>
                  <a:pt x="0" y="425115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4227" y="4435638"/>
            <a:ext cx="8807116" cy="1571359"/>
          </a:xfrm>
        </p:spPr>
        <p:txBody>
          <a:bodyPr rtlCol="0" anchor="b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IMAGE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6152B86-70B3-418A-B2A4-76DEF58B5FDF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4226" y="6159402"/>
            <a:ext cx="2154460" cy="365125"/>
          </a:xfrm>
        </p:spPr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AE6B4C8-5DC5-48CB-A4AB-540F064C26C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BA6E06C-D6DA-4EDA-9A87-02C42E3144CB}"/>
              </a:ext>
            </a:extLst>
          </p:cNvPr>
          <p:cNvSpPr/>
          <p:nvPr userDrawn="1"/>
        </p:nvSpPr>
        <p:spPr>
          <a:xfrm>
            <a:off x="1283369" y="4914000"/>
            <a:ext cx="72000" cy="19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D9DE605B-C51B-41B7-9FCB-86CE13FFB5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2311598-88E6-4CCA-AFD4-E5D87D3AAF1D}"/>
              </a:ext>
            </a:extLst>
          </p:cNvPr>
          <p:cNvCxnSpPr>
            <a:cxnSpLocks/>
          </p:cNvCxnSpPr>
          <p:nvPr userDrawn="1"/>
        </p:nvCxnSpPr>
        <p:spPr>
          <a:xfrm>
            <a:off x="11184000" y="805368"/>
            <a:ext cx="1008000" cy="0"/>
          </a:xfrm>
          <a:prstGeom prst="line">
            <a:avLst/>
          </a:prstGeom>
          <a:ln w="349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6897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9B2A5FC-034D-4F4C-833F-A3DDC66E3E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 GRAPHIQUE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4453C5-D59D-46FE-8DED-A2E71767E9EC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231697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contenu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8800" y="3431112"/>
            <a:ext cx="5157787" cy="277325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4784" y="1402584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4784" y="2516716"/>
            <a:ext cx="5183188" cy="3687653"/>
          </a:xfrm>
        </p:spPr>
        <p:txBody>
          <a:bodyPr rtlCol="0"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EBE7B492-C944-422B-9779-A95207B000CF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B7A18CA1-13F1-4B77-BA9C-71FAF3AEE4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66915A3-52A7-4C8C-B8EC-41071CB1A90B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248B84D4-EC6A-481E-87B5-0AA6E59A5C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409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 avec légen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A48C424-A3E8-45D9-A344-780A64F65F99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fr-FR" noProof="0"/>
              <a:t>DIAPOSITIVE GRAPHIQUE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4F95DB-D91B-4E4C-8AC4-4D02D673E27A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8" name="Rectangle 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9" y="0"/>
            <a:ext cx="72000" cy="12893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231697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contenu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8800" y="3431112"/>
            <a:ext cx="5157787" cy="2017154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4784" y="1402584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4784" y="2516716"/>
            <a:ext cx="5183188" cy="2931545"/>
          </a:xfrm>
        </p:spPr>
        <p:txBody>
          <a:bodyPr rtlCol="0">
            <a:normAutofit/>
          </a:bodyPr>
          <a:lstStyle>
            <a:lvl1pPr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/>
              <a:t>Modifiez les styles du texte du masque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EBE7B492-C944-422B-9779-A95207B000CF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B7A18CA1-13F1-4B77-BA9C-71FAF3AEE4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66915A3-52A7-4C8C-B8EC-41071CB1A90B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248B84D4-EC6A-481E-87B5-0AA6E59A5C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5611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u avec légen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0540321-6794-45E5-A403-F840A499D670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FA226BC7-E49E-4871-8B90-93766E659C8E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space réservé du texte 15">
            <a:extLst>
              <a:ext uri="{FF2B5EF4-FFF2-40B4-BE49-F238E27FC236}">
                <a16:creationId xmlns:a16="http://schemas.microsoft.com/office/drawing/2014/main" id="{7FD1F1BF-3901-435E-A225-44921D7097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3A349A95-A047-4A05-83FB-F32C38181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0A2C5870-C68D-4A7D-82BB-410BAD394D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470055"/>
            <a:ext cx="10515600" cy="1325563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DIAPOSITIVE GRAPHIQUE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236F3ED-82D9-4642-A435-86170B8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E52D72-09FB-4C63-AD6A-A41AD80C8E0A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72C020-7618-45BB-AF25-CD2F3A57D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AFB5F8-C1DD-4F45-9C62-6669B34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8A3A2-B6A3-4735-BBC9-E721BA710C9B}"/>
              </a:ext>
            </a:extLst>
          </p:cNvPr>
          <p:cNvSpPr/>
          <p:nvPr userDrawn="1"/>
        </p:nvSpPr>
        <p:spPr>
          <a:xfrm>
            <a:off x="687288" y="255842"/>
            <a:ext cx="72000" cy="1033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BADDF5A7-229B-4731-9A6F-9DE095F666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28800" y="2316979"/>
            <a:ext cx="5157787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contenu 3">
            <a:extLst>
              <a:ext uri="{FF2B5EF4-FFF2-40B4-BE49-F238E27FC236}">
                <a16:creationId xmlns:a16="http://schemas.microsoft.com/office/drawing/2014/main" id="{131A72C0-870A-4F64-AE16-6B1FA2C61A9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8800" y="3431112"/>
            <a:ext cx="5157787" cy="277325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9962AFC0-1C35-4CF7-B15A-46973836000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4784" y="1402584"/>
            <a:ext cx="5183188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2A1EF39B-44B4-41E9-B813-11A664255B4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4784" y="2516716"/>
            <a:ext cx="5183188" cy="3687653"/>
          </a:xfrm>
        </p:spPr>
        <p:txBody>
          <a:bodyPr rtlCol="0"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0E13CA67-E267-486C-8B01-B07C27F7D30A}"/>
              </a:ext>
            </a:extLst>
          </p:cNvPr>
          <p:cNvCxnSpPr/>
          <p:nvPr userDrawn="1"/>
        </p:nvCxnSpPr>
        <p:spPr>
          <a:xfrm>
            <a:off x="1068863" y="327193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551A0EC-216D-492E-A209-7CD61B5343CC}"/>
              </a:ext>
            </a:extLst>
          </p:cNvPr>
          <p:cNvCxnSpPr/>
          <p:nvPr userDrawn="1"/>
        </p:nvCxnSpPr>
        <p:spPr>
          <a:xfrm>
            <a:off x="6352281" y="2357538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DF95BF2-B52F-4059-BC20-4B61F5F92FC3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9852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u avec légen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C8FE21-4B79-46A0-A2D5-AA64AFC61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55328" y="2272009"/>
            <a:ext cx="4759643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fr-FR" noProof="0"/>
              <a:t>GRAPHIQUE</a:t>
            </a:r>
            <a:br>
              <a:rPr lang="fr-FR" noProof="0"/>
            </a:br>
            <a:r>
              <a:rPr lang="fr-FR" noProof="0"/>
              <a:t>DIAPOSITIVE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94CC6A1-1021-4598-A0E7-CD0B81C1EDD5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3B530EAF-CF53-49F1-B6C8-C2B60A5F633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5328" y="3386142"/>
            <a:ext cx="4759643" cy="277325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911272" y="1414759"/>
            <a:ext cx="4783083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1" name="Espace réservé du contenu 5">
            <a:extLst>
              <a:ext uri="{FF2B5EF4-FFF2-40B4-BE49-F238E27FC236}">
                <a16:creationId xmlns:a16="http://schemas.microsoft.com/office/drawing/2014/main" id="{17E62B55-2C81-4D0C-82F0-D765EFB7457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911272" y="2528891"/>
            <a:ext cx="4783083" cy="3630507"/>
          </a:xfrm>
        </p:spPr>
        <p:txBody>
          <a:bodyPr rtlCol="0"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236971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0670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u avec légen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0CD2376-834B-4EE0-BA14-A9AEA2135615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4D589D6B-831D-4563-A99C-EBE2564083E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55329" y="2272009"/>
            <a:ext cx="4540672" cy="823912"/>
          </a:xfrm>
        </p:spPr>
        <p:txBody>
          <a:bodyPr rtlCol="0" anchor="b"/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248368-1908-4FA2-8871-C97A5210E9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7519" y="630859"/>
            <a:ext cx="4143555" cy="1536580"/>
          </a:xfrm>
        </p:spPr>
        <p:txBody>
          <a:bodyPr rtlCol="0"/>
          <a:lstStyle>
            <a:lvl1pPr>
              <a:defRPr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fr-FR" noProof="0"/>
              <a:t>GRAPHIQUE</a:t>
            </a:r>
            <a:br>
              <a:rPr lang="fr-FR" noProof="0"/>
            </a:br>
            <a:r>
              <a:rPr lang="fr-FR" noProof="0"/>
              <a:t>DIAPOSITIVE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269E74E-E12F-474D-8520-0AAEE93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65B0CA-C929-4E7F-A7B8-AE2F9261EA85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568C84-3A49-4E3F-B2E7-4CE5D636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980AB7-46B3-4911-A879-10A54748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D751D1-0AE0-4B49-A19D-74CA71D2C096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83713E2-6BCF-4CEB-A9B2-A0F540060B9B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557CF87C-3640-450C-B0F1-EAD2166611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B2A467A-5EC5-4E43-861E-F15D1E487F6D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FCDC761-E078-4116-B4FD-B0C88CDEB3DB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3B530EAF-CF53-49F1-B6C8-C2B60A5F633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5329" y="3386142"/>
            <a:ext cx="4540672" cy="2773258"/>
          </a:xfrm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73B77664-6718-4048-AA03-DCFB4D6D880C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911272" y="1414759"/>
            <a:ext cx="4783083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1" name="Espace réservé du contenu 5">
            <a:extLst>
              <a:ext uri="{FF2B5EF4-FFF2-40B4-BE49-F238E27FC236}">
                <a16:creationId xmlns:a16="http://schemas.microsoft.com/office/drawing/2014/main" id="{17E62B55-2C81-4D0C-82F0-D765EFB7457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911272" y="2528891"/>
            <a:ext cx="4783083" cy="3630507"/>
          </a:xfrm>
        </p:spPr>
        <p:txBody>
          <a:bodyPr rtlCol="0">
            <a:normAutofit/>
          </a:bodyPr>
          <a:lstStyle>
            <a:lvl1pPr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D6ECB7AA-A238-4E2E-8A06-0B7C8B62A61D}"/>
              </a:ext>
            </a:extLst>
          </p:cNvPr>
          <p:cNvCxnSpPr>
            <a:cxnSpLocks/>
          </p:cNvCxnSpPr>
          <p:nvPr userDrawn="1"/>
        </p:nvCxnSpPr>
        <p:spPr>
          <a:xfrm>
            <a:off x="1695391" y="3226963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734F3080-CEDC-41FB-BA9C-9C93575A8C71}"/>
              </a:ext>
            </a:extLst>
          </p:cNvPr>
          <p:cNvCxnSpPr>
            <a:cxnSpLocks/>
          </p:cNvCxnSpPr>
          <p:nvPr userDrawn="1"/>
        </p:nvCxnSpPr>
        <p:spPr>
          <a:xfrm>
            <a:off x="7038769" y="2369713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3516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C33DF7-D0A2-49E4-BF1D-6DC097E62D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52069"/>
            <a:ext cx="3932237" cy="2390931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IMAGE</a:t>
            </a:r>
            <a:br>
              <a:rPr lang="fr-FR" noProof="0"/>
            </a:br>
            <a:r>
              <a:rPr lang="fr-FR" noProof="0"/>
              <a:t>AVEC</a:t>
            </a:r>
            <a:br>
              <a:rPr lang="fr-FR" noProof="0"/>
            </a:br>
            <a:r>
              <a:rPr lang="fr-FR" noProof="0"/>
              <a:t>LÉGENDE</a:t>
            </a:r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231566" y="0"/>
            <a:ext cx="5231567" cy="6857999"/>
          </a:xfrm>
          <a:solidFill>
            <a:schemeClr val="bg1">
              <a:alpha val="35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0" y="3283710"/>
            <a:ext cx="3932237" cy="24399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2E5918-1E83-4207-9543-C99023B23AB4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308350" y="163000"/>
            <a:ext cx="72000" cy="28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A339F42-187E-423E-888A-A223C1B2E02E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3156C8BB-DCB4-4A6F-9463-81442ECFAE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43ED311-FC15-4C06-8B1C-5C57F3F9A786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46941A3-2F65-4CFA-8EEF-AB50FBB6660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895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vec légen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15">
            <a:extLst>
              <a:ext uri="{FF2B5EF4-FFF2-40B4-BE49-F238E27FC236}">
                <a16:creationId xmlns:a16="http://schemas.microsoft.com/office/drawing/2014/main" id="{0ED1F5F9-2E42-493E-906D-AA9F7D5F0880}"/>
              </a:ext>
            </a:extLst>
          </p:cNvPr>
          <p:cNvSpPr/>
          <p:nvPr userDrawn="1"/>
        </p:nvSpPr>
        <p:spPr>
          <a:xfrm>
            <a:off x="0" y="5532437"/>
            <a:ext cx="12192000" cy="132556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47703"/>
            <a:ext cx="6291150" cy="1328497"/>
          </a:xfrm>
        </p:spPr>
        <p:txBody>
          <a:bodyPr rtlCol="0" anchor="b">
            <a:noAutofit/>
          </a:bodyPr>
          <a:lstStyle>
            <a:lvl1pPr>
              <a:defRPr sz="400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fr-FR" noProof="0"/>
              <a:t>DIAPOSITIVE IMAGE</a:t>
            </a:r>
            <a:br>
              <a:rPr lang="fr-FR" noProof="0"/>
            </a:br>
            <a:r>
              <a:rPr lang="fr-FR" noProof="0"/>
              <a:t>AVEC LÉGENDE</a:t>
            </a:r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2950934"/>
            <a:ext cx="12192000" cy="2581498"/>
          </a:xfrm>
          <a:solidFill>
            <a:schemeClr val="bg1">
              <a:alpha val="35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0" y="2216910"/>
            <a:ext cx="6291150" cy="654726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ADA2E8-A66F-43C7-940E-C6B7C062EA2D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687289" y="0"/>
            <a:ext cx="71723" cy="181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068863" y="2102969"/>
            <a:ext cx="63093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A339F42-187E-423E-888A-A223C1B2E02E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3156C8BB-DCB4-4A6F-9463-81442ECFAE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46941A3-2F65-4CFA-8EEF-AB50FBB6660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98707FDA-D4BE-43FA-91CD-CBA55EB8CA17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7538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vec légen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14">
            <a:extLst>
              <a:ext uri="{FF2B5EF4-FFF2-40B4-BE49-F238E27FC236}">
                <a16:creationId xmlns:a16="http://schemas.microsoft.com/office/drawing/2014/main" id="{801289E2-E0FB-4100-99AE-FC48AB519EE0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52069"/>
            <a:ext cx="3932237" cy="2390931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IMAGE</a:t>
            </a:r>
            <a:br>
              <a:rPr lang="fr-FR" noProof="0"/>
            </a:br>
            <a:r>
              <a:rPr lang="fr-FR" noProof="0"/>
              <a:t>AVEC</a:t>
            </a:r>
            <a:br>
              <a:rPr lang="fr-FR" noProof="0"/>
            </a:br>
            <a:r>
              <a:rPr lang="fr-FR" noProof="0"/>
              <a:t>LÉGENDE</a:t>
            </a:r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231566" y="255600"/>
            <a:ext cx="5231567" cy="6346800"/>
          </a:xfrm>
          <a:solidFill>
            <a:schemeClr val="bg1">
              <a:alpha val="35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0" y="3283710"/>
            <a:ext cx="3932237" cy="24399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E7D283-08EC-4813-AA7E-7E69248E98B9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687289" y="0"/>
            <a:ext cx="72000" cy="28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068863" y="316976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FBF50E9D-E2D8-41FB-816D-829494C06AD8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15">
            <a:extLst>
              <a:ext uri="{FF2B5EF4-FFF2-40B4-BE49-F238E27FC236}">
                <a16:creationId xmlns:a16="http://schemas.microsoft.com/office/drawing/2014/main" id="{0C17ED7B-D5EA-4FB8-8E1B-F04BFE982E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4A992C28-7C5F-479C-A649-564EFD0EEAB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D1F0C21-A9B5-47E2-93F8-6226D37312FC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4376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avec légen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C33DF7-D0A2-49E4-BF1D-6DC097E62D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EF872A-3B4F-4F8E-9C76-EEF7A4FEA4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1" y="652069"/>
            <a:ext cx="3490800" cy="2390931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IMAGE</a:t>
            </a:r>
            <a:br>
              <a:rPr lang="fr-FR" noProof="0"/>
            </a:br>
            <a:r>
              <a:rPr lang="fr-FR" noProof="0"/>
              <a:t>AVEC</a:t>
            </a:r>
            <a:br>
              <a:rPr lang="fr-FR" noProof="0"/>
            </a:br>
            <a:r>
              <a:rPr lang="fr-FR" noProof="0"/>
              <a:t>LÉGENDE</a:t>
            </a:r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8625F378-E3B6-430E-A0C8-CEF68EC3486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231566" y="0"/>
            <a:ext cx="5231567" cy="6857999"/>
          </a:xfrm>
          <a:solidFill>
            <a:schemeClr val="bg1">
              <a:alpha val="35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09A766-AE6E-4EE0-BBA9-267550F4669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519351" y="3283710"/>
            <a:ext cx="3490800" cy="2439988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3FA4ED-DF34-437A-A3DD-C590456A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020D87-3249-487C-A488-309615D4BD3B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BE8EAD-D127-4320-BE56-300A2412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BD6BD1-5229-4162-9050-A799C112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F678A-2BA4-4866-BA2B-804BAFA272E6}"/>
              </a:ext>
            </a:extLst>
          </p:cNvPr>
          <p:cNvSpPr/>
          <p:nvPr userDrawn="1"/>
        </p:nvSpPr>
        <p:spPr>
          <a:xfrm>
            <a:off x="1277838" y="837332"/>
            <a:ext cx="72843" cy="2042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37F503C-8741-4170-AB97-2F028D895E60}"/>
              </a:ext>
            </a:extLst>
          </p:cNvPr>
          <p:cNvCxnSpPr/>
          <p:nvPr userDrawn="1"/>
        </p:nvCxnSpPr>
        <p:spPr>
          <a:xfrm>
            <a:off x="1659413" y="3169769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A339F42-187E-423E-888A-A223C1B2E02E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texte 15">
            <a:extLst>
              <a:ext uri="{FF2B5EF4-FFF2-40B4-BE49-F238E27FC236}">
                <a16:creationId xmlns:a16="http://schemas.microsoft.com/office/drawing/2014/main" id="{3156C8BB-DCB4-4A6F-9463-81442ECFAE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943ED311-FC15-4C06-8B1C-5C57F3F9A786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046941A3-2F65-4CFA-8EEF-AB50FBB6660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70207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avec légen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ce réservé d’image 24">
            <a:extLst>
              <a:ext uri="{FF2B5EF4-FFF2-40B4-BE49-F238E27FC236}">
                <a16:creationId xmlns:a16="http://schemas.microsoft.com/office/drawing/2014/main" id="{4FC6DCA8-CFF5-4F20-A410-C3EA0873DE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1999" cy="4251153"/>
          </a:xfrm>
          <a:custGeom>
            <a:avLst/>
            <a:gdLst>
              <a:gd name="connsiteX0" fmla="*/ 0 w 12191999"/>
              <a:gd name="connsiteY0" fmla="*/ 0 h 4251153"/>
              <a:gd name="connsiteX1" fmla="*/ 12191999 w 12191999"/>
              <a:gd name="connsiteY1" fmla="*/ 0 h 4251153"/>
              <a:gd name="connsiteX2" fmla="*/ 12191999 w 12191999"/>
              <a:gd name="connsiteY2" fmla="*/ 795243 h 4251153"/>
              <a:gd name="connsiteX3" fmla="*/ 11190767 w 12191999"/>
              <a:gd name="connsiteY3" fmla="*/ 795243 h 4251153"/>
              <a:gd name="connsiteX4" fmla="*/ 11190767 w 12191999"/>
              <a:gd name="connsiteY4" fmla="*/ 802443 h 4251153"/>
              <a:gd name="connsiteX5" fmla="*/ 12191999 w 12191999"/>
              <a:gd name="connsiteY5" fmla="*/ 802443 h 4251153"/>
              <a:gd name="connsiteX6" fmla="*/ 12191999 w 12191999"/>
              <a:gd name="connsiteY6" fmla="*/ 4251153 h 4251153"/>
              <a:gd name="connsiteX7" fmla="*/ 0 w 12191999"/>
              <a:gd name="connsiteY7" fmla="*/ 4251153 h 425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4251153">
                <a:moveTo>
                  <a:pt x="0" y="0"/>
                </a:moveTo>
                <a:lnTo>
                  <a:pt x="12191999" y="0"/>
                </a:lnTo>
                <a:lnTo>
                  <a:pt x="12191999" y="795243"/>
                </a:lnTo>
                <a:lnTo>
                  <a:pt x="11190767" y="795243"/>
                </a:lnTo>
                <a:lnTo>
                  <a:pt x="11190767" y="802443"/>
                </a:lnTo>
                <a:lnTo>
                  <a:pt x="12191999" y="802443"/>
                </a:lnTo>
                <a:lnTo>
                  <a:pt x="12191999" y="4251153"/>
                </a:lnTo>
                <a:lnTo>
                  <a:pt x="0" y="4251153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 wrap="square" rtlCol="0" anchor="ctr" anchorCtr="0">
            <a:noAutofit/>
          </a:bodyPr>
          <a:lstStyle>
            <a:lvl1pPr marL="0" indent="0" algn="ctr">
              <a:buNone/>
              <a:defRPr sz="1500"/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20892" y="5027253"/>
            <a:ext cx="5373461" cy="1132143"/>
          </a:xfrm>
        </p:spPr>
        <p:txBody>
          <a:bodyPr rtlCol="0">
            <a:normAutofit/>
          </a:bodyPr>
          <a:lstStyle>
            <a:lvl1pPr marL="0" indent="0" algn="l">
              <a:buNone/>
              <a:defRPr sz="25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Lorem Ipsum Dolor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4B6A7686-9AC4-4F00-9096-A661393BEBDC}"/>
              </a:ext>
            </a:extLst>
          </p:cNvPr>
          <p:cNvCxnSpPr/>
          <p:nvPr userDrawn="1"/>
        </p:nvCxnSpPr>
        <p:spPr>
          <a:xfrm>
            <a:off x="1838883" y="6072701"/>
            <a:ext cx="63093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4226" y="4626870"/>
            <a:ext cx="4626665" cy="1389106"/>
          </a:xfrm>
        </p:spPr>
        <p:txBody>
          <a:bodyPr rtlCol="0" anchor="b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IMAGE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408C89-5E2D-434D-AA8B-D2A6F1B7C989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4226" y="6159402"/>
            <a:ext cx="2154460" cy="365125"/>
          </a:xfrm>
        </p:spPr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AE6B4C8-5DC5-48CB-A4AB-540F064C26C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BA6E06C-D6DA-4EDA-9A87-02C42E3144CB}"/>
              </a:ext>
            </a:extLst>
          </p:cNvPr>
          <p:cNvSpPr/>
          <p:nvPr userDrawn="1"/>
        </p:nvSpPr>
        <p:spPr>
          <a:xfrm>
            <a:off x="1283369" y="4914000"/>
            <a:ext cx="72000" cy="19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E088D115-EF5A-444B-AD3E-D2EE18401B4A}"/>
              </a:ext>
            </a:extLst>
          </p:cNvPr>
          <p:cNvCxnSpPr>
            <a:cxnSpLocks/>
          </p:cNvCxnSpPr>
          <p:nvPr userDrawn="1"/>
        </p:nvCxnSpPr>
        <p:spPr>
          <a:xfrm>
            <a:off x="11184000" y="805368"/>
            <a:ext cx="1008000" cy="0"/>
          </a:xfrm>
          <a:prstGeom prst="line">
            <a:avLst/>
          </a:prstGeom>
          <a:ln w="349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D9DE605B-C51B-41B7-9FCB-86CE13FFB5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4624940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e d’ensem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8D5CEF0-7838-4E94-B0E2-6286757235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07100"/>
            <a:ext cx="4737482" cy="697044"/>
          </a:xfrm>
        </p:spPr>
        <p:txBody>
          <a:bodyPr rtlCol="0" anchor="b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DIAPOSITIVE VUE D’ENSEMBLE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1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1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C77FB1-593D-4FAE-9E86-55D1F7BB5EBC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C2BC3-19D8-497A-B742-E2E5155DEA2E}"/>
              </a:ext>
            </a:extLst>
          </p:cNvPr>
          <p:cNvSpPr/>
          <p:nvPr userDrawn="1"/>
        </p:nvSpPr>
        <p:spPr>
          <a:xfrm>
            <a:off x="506314" y="0"/>
            <a:ext cx="72000" cy="115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67663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2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006525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3</a:t>
            </a:r>
          </a:p>
        </p:txBody>
      </p:sp>
      <p:sp>
        <p:nvSpPr>
          <p:cNvPr id="37" name="Espace réservé du texte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28801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4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67663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5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006525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6</a:t>
            </a:r>
          </a:p>
        </p:txBody>
      </p:sp>
      <p:sp>
        <p:nvSpPr>
          <p:cNvPr id="40" name="Espace réservé du texte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928801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1" name="Espace réservé du texte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4467663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8006525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 dirty="0"/>
              <a:t>Modifiez les styles du texte du masque</a:t>
            </a:r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928801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4467663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5" name="Espace réservé du texte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8006525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 dirty="0"/>
              <a:t>Modifiez les styles du texte du masque</a:t>
            </a:r>
          </a:p>
        </p:txBody>
      </p:sp>
      <p:sp>
        <p:nvSpPr>
          <p:cNvPr id="47" name="Espace réservé d’image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7066" y="1757980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8" name="Espace réservé d’image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12376" y="1757980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9" name="Espace réservé d’image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47686" y="1757980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0" name="Espace réservé d’image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77066" y="3890091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1" name="Espace réservé d’image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12376" y="3890091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2" name="Espace réservé d’image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047686" y="3890091"/>
            <a:ext cx="867600" cy="868680"/>
          </a:xfrm>
          <a:prstGeom prst="ellipse">
            <a:avLst/>
          </a:prstGeom>
          <a:noFill/>
          <a:ln w="19050">
            <a:noFill/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2366014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ue d’ensem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7427B840-CC27-4923-A00E-7899AF7A4460}"/>
              </a:ext>
            </a:extLst>
          </p:cNvPr>
          <p:cNvSpPr/>
          <p:nvPr userDrawn="1"/>
        </p:nvSpPr>
        <p:spPr>
          <a:xfrm>
            <a:off x="0" y="5764039"/>
            <a:ext cx="12192000" cy="109396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07100"/>
            <a:ext cx="4737482" cy="697044"/>
          </a:xfrm>
        </p:spPr>
        <p:txBody>
          <a:bodyPr rtlCol="0" anchor="b">
            <a:noAutofit/>
          </a:bodyPr>
          <a:lstStyle>
            <a:lvl1pPr>
              <a:defRPr lang="en-US" sz="40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DIAPOSITIVE VUE D’ENSEMBLE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1" y="245270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1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CEEBE6-8F83-433F-9210-EE119DDF6D3A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C2BC3-19D8-497A-B742-E2E5155DEA2E}"/>
              </a:ext>
            </a:extLst>
          </p:cNvPr>
          <p:cNvSpPr/>
          <p:nvPr userDrawn="1"/>
        </p:nvSpPr>
        <p:spPr>
          <a:xfrm>
            <a:off x="687289" y="0"/>
            <a:ext cx="72000" cy="115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2"/>
              </a:solidFill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67663" y="245270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2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006525" y="245270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3</a:t>
            </a:r>
          </a:p>
        </p:txBody>
      </p:sp>
      <p:sp>
        <p:nvSpPr>
          <p:cNvPr id="37" name="Espace réservé du texte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28801" y="456391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4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67663" y="456391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5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006525" y="456391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6</a:t>
            </a:r>
          </a:p>
        </p:txBody>
      </p:sp>
      <p:sp>
        <p:nvSpPr>
          <p:cNvPr id="40" name="Espace réservé du texte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928801" y="287627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1" name="Espace réservé du texte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4467663" y="287627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8006525" y="287627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928801" y="498747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4467663" y="498747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5" name="Espace réservé du texte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8006525" y="498747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7" name="Espace réservé d’image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4123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8" name="Espace réservé d’image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7654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9" name="Espace réservé d’image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11854" y="157510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0" name="Espace réservé d’image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4123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1" name="Espace réservé d’image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7654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2" name="Espace réservé d’image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11854" y="370721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260961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ue d’ensem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70994831-EE46-4DEA-9077-4FEBBCD60EB3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8800" y="607100"/>
            <a:ext cx="4737482" cy="697044"/>
          </a:xfrm>
        </p:spPr>
        <p:txBody>
          <a:bodyPr rtlCol="0" anchor="b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DIAPOSITIVE VUE D’ENSEMBLE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928801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1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3DE069-206C-413C-A8E9-219863CEF071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C2BC3-19D8-497A-B742-E2E5155DEA2E}"/>
              </a:ext>
            </a:extLst>
          </p:cNvPr>
          <p:cNvSpPr/>
          <p:nvPr userDrawn="1"/>
        </p:nvSpPr>
        <p:spPr>
          <a:xfrm>
            <a:off x="687289" y="244444"/>
            <a:ext cx="72000" cy="907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467663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2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006525" y="26355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3</a:t>
            </a:r>
          </a:p>
        </p:txBody>
      </p:sp>
      <p:sp>
        <p:nvSpPr>
          <p:cNvPr id="37" name="Espace réservé du texte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928801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4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467663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5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006525" y="47467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6</a:t>
            </a:r>
          </a:p>
        </p:txBody>
      </p:sp>
      <p:sp>
        <p:nvSpPr>
          <p:cNvPr id="40" name="Espace réservé du texte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928801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1" name="Espace réservé du texte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4467663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8006525" y="30591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 dirty="0"/>
              <a:t>Modifiez les styles du texte du masque</a:t>
            </a:r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928801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4467663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 dirty="0"/>
              <a:t>Modifiez les styles du texte du masque</a:t>
            </a:r>
          </a:p>
        </p:txBody>
      </p:sp>
      <p:sp>
        <p:nvSpPr>
          <p:cNvPr id="45" name="Espace réservé du texte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8006525" y="51703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 dirty="0"/>
              <a:t>Modifiez les styles du texte du masque</a:t>
            </a:r>
          </a:p>
        </p:txBody>
      </p:sp>
      <p:sp>
        <p:nvSpPr>
          <p:cNvPr id="47" name="Espace réservé d’image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4123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8" name="Espace réservé d’image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7654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9" name="Espace réservé d’image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11854" y="17579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0" name="Espace réservé d’image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04123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1" name="Espace réservé d’image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7654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2" name="Espace réservé d’image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111854" y="38900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6EC8F712-6C02-43F3-8A0A-5DCA975E7C38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63289" y="6300217"/>
            <a:ext cx="0" cy="31022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18B62D71-4318-4C96-828A-D19FFBFA7BDA}"/>
              </a:ext>
            </a:extLst>
          </p:cNvPr>
          <p:cNvCxnSpPr>
            <a:cxnSpLocks/>
          </p:cNvCxnSpPr>
          <p:nvPr userDrawn="1"/>
        </p:nvCxnSpPr>
        <p:spPr>
          <a:xfrm>
            <a:off x="10939723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space réservé du texte 15">
            <a:extLst>
              <a:ext uri="{FF2B5EF4-FFF2-40B4-BE49-F238E27FC236}">
                <a16:creationId xmlns:a16="http://schemas.microsoft.com/office/drawing/2014/main" id="{12E8DD1E-B3CA-4756-A792-B476AFA9A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832539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9603F760-AD2F-4611-99B6-58C4666AEBA1}"/>
              </a:ext>
            </a:extLst>
          </p:cNvPr>
          <p:cNvCxnSpPr>
            <a:cxnSpLocks/>
          </p:cNvCxnSpPr>
          <p:nvPr userDrawn="1"/>
        </p:nvCxnSpPr>
        <p:spPr>
          <a:xfrm>
            <a:off x="256374" y="6168360"/>
            <a:ext cx="1508418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62182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ue d’ensem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8D5CEF0-7838-4E94-B0E2-6286757235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0" y="645199"/>
            <a:ext cx="4737482" cy="1338841"/>
          </a:xfrm>
        </p:spPr>
        <p:txBody>
          <a:bodyPr rtlCol="0" anchor="b">
            <a:noAutofit/>
          </a:bodyPr>
          <a:lstStyle>
            <a:lvl1pPr>
              <a:def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VUE D’ENSEMBLE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86001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1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524777A-4980-4920-95DC-560F0A138321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space réservé du texte 15">
            <a:extLst>
              <a:ext uri="{FF2B5EF4-FFF2-40B4-BE49-F238E27FC236}">
                <a16:creationId xmlns:a16="http://schemas.microsoft.com/office/drawing/2014/main" id="{AC031692-3E92-4C7E-A067-5F49BD126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084400" y="838800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924863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2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463725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3</a:t>
            </a:r>
          </a:p>
        </p:txBody>
      </p:sp>
      <p:sp>
        <p:nvSpPr>
          <p:cNvPr id="37" name="Espace réservé du texte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386001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4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924863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5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463725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6</a:t>
            </a:r>
          </a:p>
        </p:txBody>
      </p:sp>
      <p:sp>
        <p:nvSpPr>
          <p:cNvPr id="40" name="Espace réservé du texte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1386001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1" name="Espace réservé du texte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4924863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8463725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 dirty="0"/>
              <a:t>Modifiez les styles du texte du masque</a:t>
            </a:r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1386001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4924863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5" name="Espace réservé du texte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8463725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 dirty="0"/>
              <a:t>Modifiez les styles du texte du masque</a:t>
            </a:r>
          </a:p>
        </p:txBody>
      </p:sp>
      <p:sp>
        <p:nvSpPr>
          <p:cNvPr id="47" name="Espace réservé d’image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49843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8" name="Espace réservé d’image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03374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9" name="Espace réservé d’image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56905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0" name="Espace réservé d’image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49843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1" name="Espace réservé d’image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03374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2" name="Espace réservé d’image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56905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C2768A5-0309-41B3-94FB-AA3A2FCB638E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735452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ue d’ensem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68D5CEF0-7838-4E94-B0E2-6286757235DA}"/>
              </a:ext>
            </a:extLst>
          </p:cNvPr>
          <p:cNvSpPr/>
          <p:nvPr userDrawn="1"/>
        </p:nvSpPr>
        <p:spPr>
          <a:xfrm>
            <a:off x="4724400" y="0"/>
            <a:ext cx="74676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45FD86-80D5-4520-8C38-1EDDAB179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350" y="645199"/>
            <a:ext cx="4737482" cy="1338841"/>
          </a:xfrm>
        </p:spPr>
        <p:txBody>
          <a:bodyPr rtlCol="0" anchor="b">
            <a:noAutofit/>
          </a:bodyPr>
          <a:lstStyle>
            <a:lvl1pPr>
              <a:defRPr lang="en-US" sz="4000" b="1" kern="1200" dirty="0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 noProof="0"/>
              <a:t>DIAPOSITIVE</a:t>
            </a:r>
            <a:br>
              <a:rPr lang="fr-FR" noProof="0"/>
            </a:br>
            <a:r>
              <a:rPr lang="fr-FR" noProof="0"/>
              <a:t>VUE D’ENSEMBLE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8B7C16C-60B5-44CB-B3D5-09EA7F61FE4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386001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1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4BC91B-2A3F-445A-9C91-9BF7826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5A3A5C-D6B4-4B4C-B2A5-ACD045438CC7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F24CAE-7220-4370-B793-B9D4AA1A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DF5915-4FF1-41EB-9C2F-1918DA858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8AD1AF6-056E-449E-ABB4-F42FCFF2154D}"/>
              </a:ext>
            </a:extLst>
          </p:cNvPr>
          <p:cNvCxnSpPr>
            <a:cxnSpLocks/>
          </p:cNvCxnSpPr>
          <p:nvPr userDrawn="1"/>
        </p:nvCxnSpPr>
        <p:spPr>
          <a:xfrm>
            <a:off x="11190767" y="800959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5">
            <a:extLst>
              <a:ext uri="{FF2B5EF4-FFF2-40B4-BE49-F238E27FC236}">
                <a16:creationId xmlns:a16="http://schemas.microsoft.com/office/drawing/2014/main" id="{B49EFE94-C72E-4FA8-9AE2-70BFB09FB2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83583" y="837333"/>
            <a:ext cx="610772" cy="328893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i="1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97F17BC-9B89-4B33-A693-1583A7EAEED0}"/>
              </a:ext>
            </a:extLst>
          </p:cNvPr>
          <p:cNvCxnSpPr>
            <a:cxnSpLocks/>
          </p:cNvCxnSpPr>
          <p:nvPr userDrawn="1"/>
        </p:nvCxnSpPr>
        <p:spPr>
          <a:xfrm>
            <a:off x="0" y="6168360"/>
            <a:ext cx="1764792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52FBCB0-43B1-4129-B190-2F32EAB36A7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4397" y="6579108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6AF92140-8242-4A51-9463-35E60CF48BE9}"/>
              </a:ext>
            </a:extLst>
          </p:cNvPr>
          <p:cNvCxnSpPr>
            <a:cxnSpLocks/>
          </p:cNvCxnSpPr>
          <p:nvPr userDrawn="1"/>
        </p:nvCxnSpPr>
        <p:spPr>
          <a:xfrm>
            <a:off x="11192400" y="802800"/>
            <a:ext cx="1001233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48D84BA3-D783-472E-AB10-C96A8DE8D0DD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383200" y="6580800"/>
            <a:ext cx="557784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2BBCA2FF-2B83-4966-811C-E9FEEB77CBE4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924863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2</a:t>
            </a:r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663E6488-61FD-4194-B014-22CF5050C2C7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463725" y="3092789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3</a:t>
            </a:r>
          </a:p>
        </p:txBody>
      </p:sp>
      <p:sp>
        <p:nvSpPr>
          <p:cNvPr id="37" name="Espace réservé du texte 3">
            <a:extLst>
              <a:ext uri="{FF2B5EF4-FFF2-40B4-BE49-F238E27FC236}">
                <a16:creationId xmlns:a16="http://schemas.microsoft.com/office/drawing/2014/main" id="{76A0643E-8E5C-4070-97FD-974351B1D00C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386001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4</a:t>
            </a:r>
          </a:p>
        </p:txBody>
      </p:sp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A4ECC130-379C-4A4E-AAC7-D84522D434E2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924863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5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C8C2920A-FB6F-4697-8CDD-0896EC262719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463725" y="5203994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fr-FR" noProof="0"/>
              <a:t>Titre de l’élément 6</a:t>
            </a:r>
          </a:p>
        </p:txBody>
      </p:sp>
      <p:sp>
        <p:nvSpPr>
          <p:cNvPr id="40" name="Espace réservé du texte 3">
            <a:extLst>
              <a:ext uri="{FF2B5EF4-FFF2-40B4-BE49-F238E27FC236}">
                <a16:creationId xmlns:a16="http://schemas.microsoft.com/office/drawing/2014/main" id="{F84CD40D-D65C-419A-B22F-5633C9254F52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1386001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1" name="Espace réservé du texte 3">
            <a:extLst>
              <a:ext uri="{FF2B5EF4-FFF2-40B4-BE49-F238E27FC236}">
                <a16:creationId xmlns:a16="http://schemas.microsoft.com/office/drawing/2014/main" id="{4902ECF4-C668-49EA-AD7B-E0B3332DE48A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4924863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648A6F22-3F59-4E0F-BAE5-9B7E0D16D33F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8463725" y="3516353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5689CAE6-6963-412E-9DAD-B7B5AFC41DCF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1386001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98D9757D-1411-42F4-AABD-CC173E4A038B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4924863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5" name="Espace réservé du texte 3">
            <a:extLst>
              <a:ext uri="{FF2B5EF4-FFF2-40B4-BE49-F238E27FC236}">
                <a16:creationId xmlns:a16="http://schemas.microsoft.com/office/drawing/2014/main" id="{0590AA6E-50BC-4492-8B87-7D8D4A8A5E76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8463725" y="5627558"/>
            <a:ext cx="3256674" cy="499493"/>
          </a:xfrm>
        </p:spPr>
        <p:txBody>
          <a:bodyPr rtlCol="0">
            <a:normAutofit/>
          </a:bodyPr>
          <a:lstStyle>
            <a:lvl1pPr marL="0" indent="0">
              <a:buNone/>
              <a:defRPr lang="en-US" sz="1600" i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fr-FR" noProof="0"/>
              <a:t>Modifiez les styles du texte du masque</a:t>
            </a:r>
          </a:p>
        </p:txBody>
      </p:sp>
      <p:sp>
        <p:nvSpPr>
          <p:cNvPr id="47" name="Espace réservé d’image 46">
            <a:extLst>
              <a:ext uri="{FF2B5EF4-FFF2-40B4-BE49-F238E27FC236}">
                <a16:creationId xmlns:a16="http://schemas.microsoft.com/office/drawing/2014/main" id="{64786CCE-CCCC-4B2D-890D-9D719713DB7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498434" y="2215180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8" name="Espace réservé d’image 46">
            <a:extLst>
              <a:ext uri="{FF2B5EF4-FFF2-40B4-BE49-F238E27FC236}">
                <a16:creationId xmlns:a16="http://schemas.microsoft.com/office/drawing/2014/main" id="{EB08972C-68CE-41CC-9351-3DD741E5393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03374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49" name="Espace réservé d’image 46">
            <a:extLst>
              <a:ext uri="{FF2B5EF4-FFF2-40B4-BE49-F238E27FC236}">
                <a16:creationId xmlns:a16="http://schemas.microsoft.com/office/drawing/2014/main" id="{6347D157-8108-4656-88F3-59B693C47F9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569054" y="2215180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0" name="Espace réservé d’image 46">
            <a:extLst>
              <a:ext uri="{FF2B5EF4-FFF2-40B4-BE49-F238E27FC236}">
                <a16:creationId xmlns:a16="http://schemas.microsoft.com/office/drawing/2014/main" id="{B4548244-F89A-4EA8-9DB4-056E45B2FDF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498434" y="4347291"/>
            <a:ext cx="867600" cy="868680"/>
          </a:xfrm>
          <a:prstGeom prst="ellipse">
            <a:avLst/>
          </a:prstGeom>
          <a:ln w="19050">
            <a:gradFill flip="none" rotWithShape="1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1" name="Espace réservé d’image 46">
            <a:extLst>
              <a:ext uri="{FF2B5EF4-FFF2-40B4-BE49-F238E27FC236}">
                <a16:creationId xmlns:a16="http://schemas.microsoft.com/office/drawing/2014/main" id="{6B46EEEA-383D-42CD-ABFC-86BD330E07A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03374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2" name="Espace réservé d’image 46">
            <a:extLst>
              <a:ext uri="{FF2B5EF4-FFF2-40B4-BE49-F238E27FC236}">
                <a16:creationId xmlns:a16="http://schemas.microsoft.com/office/drawing/2014/main" id="{DF75483C-CE05-4E90-8A93-D0424442392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569054" y="4347291"/>
            <a:ext cx="867600" cy="868680"/>
          </a:xfrm>
          <a:prstGeom prst="ellipse">
            <a:avLst/>
          </a:prstGeom>
          <a:ln w="1905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C2768A5-0309-41B3-94FB-AA3A2FCB638E}"/>
              </a:ext>
            </a:extLst>
          </p:cNvPr>
          <p:cNvSpPr/>
          <p:nvPr userDrawn="1"/>
        </p:nvSpPr>
        <p:spPr>
          <a:xfrm>
            <a:off x="1285167" y="871728"/>
            <a:ext cx="72000" cy="9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920621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remerci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 14">
            <a:extLst>
              <a:ext uri="{FF2B5EF4-FFF2-40B4-BE49-F238E27FC236}">
                <a16:creationId xmlns:a16="http://schemas.microsoft.com/office/drawing/2014/main" id="{385FB182-4CCC-45D7-A2A4-A593CA00EB5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8E2AFE-9147-47F3-ADFE-AD251E989D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4400" y="1144587"/>
            <a:ext cx="9395400" cy="1483413"/>
          </a:xfrm>
        </p:spPr>
        <p:txBody>
          <a:bodyPr rtlCol="0">
            <a:noAutofit/>
          </a:bodyPr>
          <a:lstStyle>
            <a:lvl1pPr>
              <a:defRPr sz="5500"/>
            </a:lvl1pPr>
          </a:lstStyle>
          <a:p>
            <a:pPr rtl="0"/>
            <a:r>
              <a:rPr lang="fr-FR" noProof="0"/>
              <a:t>MERCI</a:t>
            </a:r>
            <a:br>
              <a:rPr lang="fr-FR" noProof="0"/>
            </a:br>
            <a:r>
              <a:rPr lang="fr-FR" noProof="0"/>
              <a:t>DE VOTRE ATTENTION !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B46BDE-7853-435A-80A6-D25940D1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07CBE6-2C68-4806-AD2D-8009BCF26913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C83E82-A916-403C-8BE8-252132A9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7F2326-238E-4FE6-8842-680DE4A0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9D0891-2A9E-4F35-82BE-7966AECBB0F1}"/>
              </a:ext>
            </a:extLst>
          </p:cNvPr>
          <p:cNvSpPr/>
          <p:nvPr userDrawn="1"/>
        </p:nvSpPr>
        <p:spPr>
          <a:xfrm>
            <a:off x="1379621" y="0"/>
            <a:ext cx="144000" cy="248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E52F6420-3AFC-4D7F-A45D-56EA5EFC0D18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1812758" y="3038688"/>
            <a:ext cx="9144000" cy="1397991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Lorem Ipsum</a:t>
            </a:r>
            <a:br>
              <a:rPr lang="fr-FR" noProof="0"/>
            </a:br>
            <a:r>
              <a:rPr lang="fr-FR" noProof="0"/>
              <a:t>Dolor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BC78E93-F6DF-44C7-A9BB-D035C397BFD5}"/>
              </a:ext>
            </a:extLst>
          </p:cNvPr>
          <p:cNvCxnSpPr/>
          <p:nvPr userDrawn="1"/>
        </p:nvCxnSpPr>
        <p:spPr>
          <a:xfrm>
            <a:off x="1957137" y="288364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87BFFD5-4519-4811-BDD2-3B0318780ACC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172200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A4E36001-6B54-4F6D-9532-965904F3C3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5377580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058583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remerci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-1" y="0"/>
            <a:ext cx="12191989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522758"/>
            <a:ext cx="8807116" cy="2387600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MERCI</a:t>
            </a:r>
            <a:br>
              <a:rPr lang="fr-FR" noProof="0"/>
            </a:br>
            <a:r>
              <a:rPr lang="fr-FR" noProof="0"/>
              <a:t>DE VOTRE ATTENTION !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257226"/>
            <a:ext cx="9144000" cy="1397991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Lorem Ipsum</a:t>
            </a:r>
            <a:br>
              <a:rPr lang="fr-FR" noProof="0"/>
            </a:br>
            <a:r>
              <a:rPr lang="fr-FR" noProof="0"/>
              <a:t>Dolor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7B494E-4DC0-4407-B02E-561B30804F4C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3438000"/>
            <a:ext cx="144000" cy="34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102179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1006893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53495056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remerci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4251158"/>
            <a:ext cx="12192000" cy="260684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00332"/>
            <a:ext cx="8807116" cy="915873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MERCI DE VOTRE ATTENTION !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5963075"/>
            <a:ext cx="9144000" cy="601840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Lorem Ipsum Dolor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52F1EF-C96F-4A28-A41E-B394C9883BE9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878000"/>
            <a:ext cx="144000" cy="19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5808027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F632EEF-732A-4DE7-BC5A-A86C31DB6F5A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391274" y="685801"/>
            <a:ext cx="137160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4">
            <a:extLst>
              <a:ext uri="{FF2B5EF4-FFF2-40B4-BE49-F238E27FC236}">
                <a16:creationId xmlns:a16="http://schemas.microsoft.com/office/drawing/2014/main" id="{C54CE062-7CDB-4AB7-B86E-461B22E7F4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16048" y="1006893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0836357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remerci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12">
            <a:extLst>
              <a:ext uri="{FF2B5EF4-FFF2-40B4-BE49-F238E27FC236}">
                <a16:creationId xmlns:a16="http://schemas.microsoft.com/office/drawing/2014/main" id="{61D61DF5-2BE6-40B6-97DF-A161EF9520AA}"/>
              </a:ext>
            </a:extLst>
          </p:cNvPr>
          <p:cNvSpPr/>
          <p:nvPr userDrawn="1"/>
        </p:nvSpPr>
        <p:spPr>
          <a:xfrm>
            <a:off x="120000" y="117000"/>
            <a:ext cx="11952000" cy="6624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 w="273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2413986"/>
            <a:ext cx="7107331" cy="1838643"/>
          </a:xfrm>
        </p:spPr>
        <p:txBody>
          <a:bodyPr rtlCol="0" anchor="b">
            <a:normAutofit/>
          </a:bodyPr>
          <a:lstStyle>
            <a:lvl1pPr algn="l">
              <a:defRPr sz="55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MERCI</a:t>
            </a:r>
            <a:br>
              <a:rPr lang="fr-FR" noProof="0"/>
            </a:br>
            <a:r>
              <a:rPr lang="fr-FR" noProof="0"/>
              <a:t>DE VOTRE ATTENTION !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4599498"/>
            <a:ext cx="7107331" cy="966857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Lorem Ipsum</a:t>
            </a:r>
            <a:br>
              <a:rPr lang="fr-FR" noProof="0"/>
            </a:br>
            <a:r>
              <a:rPr lang="fr-FR" noProof="0"/>
              <a:t>Dolor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F22F4E-1093-4452-A10D-86F71B365682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noProof="0" smtClean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2740862"/>
            <a:ext cx="144000" cy="128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8240730-69E4-4798-8578-D648F7A2C4C9}"/>
              </a:ext>
            </a:extLst>
          </p:cNvPr>
          <p:cNvCxnSpPr/>
          <p:nvPr userDrawn="1"/>
        </p:nvCxnSpPr>
        <p:spPr>
          <a:xfrm>
            <a:off x="1957137" y="4444451"/>
            <a:ext cx="930442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6E88EDA-C5A5-4C22-8CE4-5C7FDCF2E859}"/>
              </a:ext>
            </a:extLst>
          </p:cNvPr>
          <p:cNvCxnSpPr>
            <a:cxnSpLocks/>
          </p:cNvCxnSpPr>
          <p:nvPr userDrawn="1"/>
        </p:nvCxnSpPr>
        <p:spPr>
          <a:xfrm flipV="1">
            <a:off x="11077074" y="5622756"/>
            <a:ext cx="0" cy="984222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14">
            <a:extLst>
              <a:ext uri="{FF2B5EF4-FFF2-40B4-BE49-F238E27FC236}">
                <a16:creationId xmlns:a16="http://schemas.microsoft.com/office/drawing/2014/main" id="{1B98974C-AC7A-4E66-AE1A-DBA5F1A1D0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6048" y="5513936"/>
            <a:ext cx="1460500" cy="481013"/>
          </a:xfrm>
        </p:spPr>
        <p:txBody>
          <a:bodyPr rtlCol="0"/>
          <a:lstStyle>
            <a:lvl1pPr marL="0" indent="0" algn="r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027339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remerci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7E6F6CA0-765E-484B-B9C2-16E6A4F4986D}"/>
              </a:ext>
            </a:extLst>
          </p:cNvPr>
          <p:cNvSpPr/>
          <p:nvPr userDrawn="1"/>
        </p:nvSpPr>
        <p:spPr>
          <a:xfrm>
            <a:off x="0" y="0"/>
            <a:ext cx="12192000" cy="4446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85000"/>
                </a:schemeClr>
              </a:gs>
              <a:gs pos="100000">
                <a:schemeClr val="accent1">
                  <a:alpha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34FC0E2-CB24-439B-B95B-B8EF13A99E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12758" y="4764500"/>
            <a:ext cx="8807116" cy="915873"/>
          </a:xfrm>
        </p:spPr>
        <p:txBody>
          <a:bodyPr rtlCol="0" anchor="b">
            <a:normAutofit/>
          </a:bodyPr>
          <a:lstStyle>
            <a:lvl1pPr algn="l">
              <a:defRPr sz="5500" b="1">
                <a:gradFill>
                  <a:gsLst>
                    <a:gs pos="0">
                      <a:schemeClr val="bg2"/>
                    </a:gs>
                    <a:gs pos="100000">
                      <a:schemeClr val="accent1"/>
                    </a:gs>
                  </a:gsLst>
                  <a:lin ang="0" scaled="1"/>
                </a:gradFill>
              </a:defRPr>
            </a:lvl1pPr>
          </a:lstStyle>
          <a:p>
            <a:pPr rtl="0"/>
            <a:r>
              <a:rPr lang="fr-FR" noProof="0"/>
              <a:t>MERCI DE VOTRE ATTENTION !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30698B-AFFB-41C1-AFEB-59EFD03662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12758" y="6043285"/>
            <a:ext cx="9144000" cy="601840"/>
          </a:xfrm>
        </p:spPr>
        <p:txBody>
          <a:bodyPr rtlCol="0">
            <a:normAutofit/>
          </a:bodyPr>
          <a:lstStyle>
            <a:lvl1pPr marL="0" indent="0" algn="l">
              <a:buNone/>
              <a:defRPr sz="30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Lorem Ipsum Dolor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887B92-5889-454A-83C8-E0DE513D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24391B-77B5-41BB-BD3C-0E32E13D9910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53F66A-C669-4D83-A278-F325DE2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0F6560-92FA-4E92-B73B-21E2BA87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rtl="0"/>
            <a:fld id="{95CBEC59-7FF9-4688-98DF-89832A0C9025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FD9A3-66C4-4954-8678-720CFA24D244}"/>
              </a:ext>
            </a:extLst>
          </p:cNvPr>
          <p:cNvSpPr/>
          <p:nvPr userDrawn="1"/>
        </p:nvSpPr>
        <p:spPr>
          <a:xfrm>
            <a:off x="1379621" y="4950000"/>
            <a:ext cx="144000" cy="190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84AF3E3-F20C-4D84-A158-6DFC09B69A91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10820400" y="870003"/>
            <a:ext cx="1371600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C32342D9-9DBE-4809-840C-62844DDC03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68000" y="1005185"/>
            <a:ext cx="1460500" cy="481013"/>
          </a:xfrm>
        </p:spPr>
        <p:txBody>
          <a:bodyPr rtlCol="0"/>
          <a:lstStyle>
            <a:lvl1pPr marL="0" indent="0" algn="l">
              <a:buNone/>
              <a:defRPr lang="en-US" sz="3000" b="1" i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fr-FR" noProof="0"/>
              <a:t>20XX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5475710E-5533-4BB2-A66B-352BB2B1F9CB}"/>
              </a:ext>
            </a:extLst>
          </p:cNvPr>
          <p:cNvCxnSpPr/>
          <p:nvPr userDrawn="1"/>
        </p:nvCxnSpPr>
        <p:spPr>
          <a:xfrm>
            <a:off x="1957137" y="5823067"/>
            <a:ext cx="93044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18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1E1EAD-812A-4236-9F79-679D72C2B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4873" y="6187538"/>
            <a:ext cx="3256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2"/>
                </a:solidFill>
              </a:defRPr>
            </a:lvl1pPr>
          </a:lstStyle>
          <a:p>
            <a:pPr rtl="0"/>
            <a:r>
              <a:rPr lang="fr-FR" noProof="0" dirty="0"/>
              <a:t>Titre de la présentation</a:t>
            </a:r>
          </a:p>
        </p:txBody>
      </p:sp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5A38A25-0817-41BC-96A5-5012FE15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A28A22-3D06-43EE-BD32-97F90FEA1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DAC635-0473-40DB-A82D-46D5F635B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6187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2"/>
                </a:solidFill>
              </a:defRPr>
            </a:lvl1pPr>
          </a:lstStyle>
          <a:p>
            <a:pPr rtl="0"/>
            <a:fld id="{7FD3F958-0829-49BA-9E53-8FDC985C2DC5}" type="datetime1">
              <a:rPr lang="fr-FR" noProof="0" smtClean="0"/>
              <a:t>25/07/2023</a:t>
            </a:fld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BD12B9-96FA-4883-88FA-2071321A4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49751" y="6187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i="1">
                <a:solidFill>
                  <a:schemeClr val="tx2"/>
                </a:solidFill>
              </a:defRPr>
            </a:lvl1pPr>
          </a:lstStyle>
          <a:p>
            <a:pPr rtl="0"/>
            <a:fld id="{95CBEC59-7FF9-4688-98DF-89832A0C9025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3597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50" r:id="rId6"/>
    <p:sldLayoutId id="2147483663" r:id="rId7"/>
    <p:sldLayoutId id="2147483664" r:id="rId8"/>
    <p:sldLayoutId id="2147483665" r:id="rId9"/>
    <p:sldLayoutId id="2147483666" r:id="rId10"/>
    <p:sldLayoutId id="2147483651" r:id="rId11"/>
    <p:sldLayoutId id="2147483670" r:id="rId12"/>
    <p:sldLayoutId id="2147483667" r:id="rId13"/>
    <p:sldLayoutId id="2147483668" r:id="rId14"/>
    <p:sldLayoutId id="2147483671" r:id="rId15"/>
    <p:sldLayoutId id="2147483669" r:id="rId16"/>
    <p:sldLayoutId id="2147483653" r:id="rId17"/>
    <p:sldLayoutId id="2147483672" r:id="rId18"/>
    <p:sldLayoutId id="2147483673" r:id="rId19"/>
    <p:sldLayoutId id="2147483674" r:id="rId20"/>
    <p:sldLayoutId id="2147483676" r:id="rId21"/>
    <p:sldLayoutId id="2147483652" r:id="rId22"/>
    <p:sldLayoutId id="2147483677" r:id="rId23"/>
    <p:sldLayoutId id="2147483678" r:id="rId24"/>
    <p:sldLayoutId id="2147483679" r:id="rId25"/>
    <p:sldLayoutId id="2147483681" r:id="rId26"/>
    <p:sldLayoutId id="2147483654" r:id="rId27"/>
    <p:sldLayoutId id="2147483682" r:id="rId28"/>
    <p:sldLayoutId id="2147483683" r:id="rId29"/>
    <p:sldLayoutId id="2147483684" r:id="rId30"/>
    <p:sldLayoutId id="2147483685" r:id="rId31"/>
    <p:sldLayoutId id="2147483657" r:id="rId32"/>
    <p:sldLayoutId id="2147483686" r:id="rId33"/>
    <p:sldLayoutId id="2147483687" r:id="rId34"/>
    <p:sldLayoutId id="2147483688" r:id="rId35"/>
    <p:sldLayoutId id="2147483689" r:id="rId36"/>
    <p:sldLayoutId id="2147483656" r:id="rId37"/>
    <p:sldLayoutId id="2147483690" r:id="rId38"/>
    <p:sldLayoutId id="2147483691" r:id="rId39"/>
    <p:sldLayoutId id="2147483692" r:id="rId40"/>
    <p:sldLayoutId id="2147483697" r:id="rId41"/>
    <p:sldLayoutId id="2147483658" r:id="rId42"/>
    <p:sldLayoutId id="2147483693" r:id="rId43"/>
    <p:sldLayoutId id="2147483694" r:id="rId44"/>
    <p:sldLayoutId id="2147483695" r:id="rId45"/>
    <p:sldLayoutId id="2147483696" r:id="rId4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4.jpg"/><Relationship Id="rId7" Type="http://schemas.openxmlformats.org/officeDocument/2006/relationships/image" Target="../media/image29.jp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jpg"/><Relationship Id="rId1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35.png"/><Relationship Id="rId5" Type="http://schemas.openxmlformats.org/officeDocument/2006/relationships/image" Target="../media/image39.png"/><Relationship Id="rId4" Type="http://schemas.openxmlformats.org/officeDocument/2006/relationships/image" Target="../media/image29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033C2E-1977-40BD-8194-FFAA92F5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787" y="1346771"/>
            <a:ext cx="9590169" cy="1230429"/>
          </a:xfrm>
        </p:spPr>
        <p:txBody>
          <a:bodyPr rtlCol="0">
            <a:normAutofit/>
          </a:bodyPr>
          <a:lstStyle/>
          <a:p>
            <a:pPr algn="ctr"/>
            <a:r>
              <a:rPr lang="fr-FR" sz="3200" u="sng" dirty="0">
                <a:solidFill>
                  <a:schemeClr val="tx1"/>
                </a:solidFill>
              </a:rPr>
              <a:t>Thème:</a:t>
            </a:r>
            <a:r>
              <a:rPr lang="fr-FR" sz="3200" dirty="0">
                <a:solidFill>
                  <a:schemeClr val="tx1"/>
                </a:solidFill>
              </a:rPr>
              <a:t> Mise sur pieds d’une plateforme de gestion pour l’agrégateur YUPAYX </a:t>
            </a:r>
          </a:p>
        </p:txBody>
      </p:sp>
      <p:sp>
        <p:nvSpPr>
          <p:cNvPr id="12" name="Espace réservé du texte 5"/>
          <p:cNvSpPr>
            <a:spLocks noGrp="1"/>
          </p:cNvSpPr>
          <p:nvPr>
            <p:ph type="body" sz="half" idx="4294967295"/>
          </p:nvPr>
        </p:nvSpPr>
        <p:spPr>
          <a:xfrm>
            <a:off x="819035" y="3882453"/>
            <a:ext cx="10926316" cy="80665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TOUKO SEUGOUA JOHAN PHILBERT</a:t>
            </a:r>
          </a:p>
        </p:txBody>
      </p:sp>
      <p:sp>
        <p:nvSpPr>
          <p:cNvPr id="13" name="Espace réservé du texte 5"/>
          <p:cNvSpPr>
            <a:spLocks noGrp="1"/>
          </p:cNvSpPr>
          <p:nvPr>
            <p:ph type="body" sz="half" idx="4294967295"/>
          </p:nvPr>
        </p:nvSpPr>
        <p:spPr>
          <a:xfrm>
            <a:off x="819035" y="2855722"/>
            <a:ext cx="10926316" cy="806658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Travail soutenu et présenté en vue de l’obtention de notre licence professionnelle en conception et développement d'application pour l’économie numérique par :</a:t>
            </a:r>
          </a:p>
        </p:txBody>
      </p:sp>
      <p:sp>
        <p:nvSpPr>
          <p:cNvPr id="14" name="Espace réservé du texte 5"/>
          <p:cNvSpPr>
            <a:spLocks noGrp="1"/>
          </p:cNvSpPr>
          <p:nvPr>
            <p:ph type="body" sz="half" idx="4294967295"/>
          </p:nvPr>
        </p:nvSpPr>
        <p:spPr>
          <a:xfrm>
            <a:off x="6686435" y="5588293"/>
            <a:ext cx="4280750" cy="40661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PESSA DAVE Arthur </a:t>
            </a:r>
          </a:p>
        </p:txBody>
      </p:sp>
      <p:sp>
        <p:nvSpPr>
          <p:cNvPr id="15" name="Espace réservé du texte 5"/>
          <p:cNvSpPr>
            <a:spLocks noGrp="1"/>
          </p:cNvSpPr>
          <p:nvPr>
            <p:ph type="body" sz="half" idx="4294967295"/>
          </p:nvPr>
        </p:nvSpPr>
        <p:spPr>
          <a:xfrm>
            <a:off x="7273057" y="5185419"/>
            <a:ext cx="3107506" cy="49232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Encadreur Académique :</a:t>
            </a:r>
          </a:p>
        </p:txBody>
      </p:sp>
      <p:sp>
        <p:nvSpPr>
          <p:cNvPr id="18" name="Espace réservé du texte 5"/>
          <p:cNvSpPr>
            <a:spLocks noGrp="1"/>
          </p:cNvSpPr>
          <p:nvPr>
            <p:ph type="body" sz="half" idx="4294967295"/>
          </p:nvPr>
        </p:nvSpPr>
        <p:spPr>
          <a:xfrm>
            <a:off x="7156945" y="5965988"/>
            <a:ext cx="3413086" cy="49232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Enseignant a l’Institut Universitaire Saint Jean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1" t="44304" r="40745" b="35408"/>
          <a:stretch/>
        </p:blipFill>
        <p:spPr>
          <a:xfrm>
            <a:off x="10111939" y="129738"/>
            <a:ext cx="1587500" cy="1365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60" y="152339"/>
            <a:ext cx="1390770" cy="13907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390" y="78333"/>
            <a:ext cx="1677219" cy="1493327"/>
          </a:xfrm>
          <a:prstGeom prst="rect">
            <a:avLst/>
          </a:prstGeom>
        </p:spPr>
      </p:pic>
      <p:sp>
        <p:nvSpPr>
          <p:cNvPr id="19" name="Espace réservé du texte 5"/>
          <p:cNvSpPr>
            <a:spLocks noGrp="1"/>
          </p:cNvSpPr>
          <p:nvPr>
            <p:ph type="body" sz="half" idx="4294967295"/>
          </p:nvPr>
        </p:nvSpPr>
        <p:spPr>
          <a:xfrm>
            <a:off x="1767839" y="5689148"/>
            <a:ext cx="2396575" cy="49839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SIMO Joël</a:t>
            </a:r>
          </a:p>
        </p:txBody>
      </p:sp>
      <p:sp>
        <p:nvSpPr>
          <p:cNvPr id="20" name="Espace réservé du texte 5"/>
          <p:cNvSpPr>
            <a:spLocks noGrp="1"/>
          </p:cNvSpPr>
          <p:nvPr>
            <p:ph type="body" sz="half" idx="4294967295"/>
          </p:nvPr>
        </p:nvSpPr>
        <p:spPr>
          <a:xfrm>
            <a:off x="1412374" y="5307745"/>
            <a:ext cx="3107506" cy="49232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Encadreur Professionnel :</a:t>
            </a:r>
          </a:p>
        </p:txBody>
      </p:sp>
      <p:sp>
        <p:nvSpPr>
          <p:cNvPr id="21" name="Espace réservé du texte 5"/>
          <p:cNvSpPr>
            <a:spLocks noGrp="1"/>
          </p:cNvSpPr>
          <p:nvPr>
            <p:ph type="body" sz="half" idx="4294967295"/>
          </p:nvPr>
        </p:nvSpPr>
        <p:spPr>
          <a:xfrm>
            <a:off x="1145761" y="6033003"/>
            <a:ext cx="3374118" cy="49232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Co-responsable cellule IT SESAME Financial Services</a:t>
            </a:r>
          </a:p>
        </p:txBody>
      </p:sp>
    </p:spTree>
    <p:extLst>
      <p:ext uri="{BB962C8B-B14F-4D97-AF65-F5344CB8AC3E}">
        <p14:creationId xmlns:p14="http://schemas.microsoft.com/office/powerpoint/2010/main" val="19204971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e 38">
            <a:extLst>
              <a:ext uri="{FF2B5EF4-FFF2-40B4-BE49-F238E27FC236}">
                <a16:creationId xmlns:a16="http://schemas.microsoft.com/office/drawing/2014/main" id="{BBAED7E6-D4B8-2861-4860-8302AC4C69C7}"/>
              </a:ext>
            </a:extLst>
          </p:cNvPr>
          <p:cNvGrpSpPr/>
          <p:nvPr/>
        </p:nvGrpSpPr>
        <p:grpSpPr>
          <a:xfrm>
            <a:off x="12336987" y="1355413"/>
            <a:ext cx="4165600" cy="923330"/>
            <a:chOff x="6763659" y="1399792"/>
            <a:chExt cx="4165600" cy="923330"/>
          </a:xfrm>
        </p:grpSpPr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DA990DD1-982F-53A5-184B-E829EE78133A}"/>
                </a:ext>
              </a:extLst>
            </p:cNvPr>
            <p:cNvSpPr/>
            <p:nvPr/>
          </p:nvSpPr>
          <p:spPr>
            <a:xfrm flipH="1">
              <a:off x="6763659" y="1471855"/>
              <a:ext cx="1183578" cy="806889"/>
            </a:xfrm>
            <a:custGeom>
              <a:avLst/>
              <a:gdLst>
                <a:gd name="connsiteX0" fmla="*/ 892012 w 1183578"/>
                <a:gd name="connsiteY0" fmla="*/ 0 h 806889"/>
                <a:gd name="connsiteX1" fmla="*/ 811357 w 1183578"/>
                <a:gd name="connsiteY1" fmla="*/ 38853 h 806889"/>
                <a:gd name="connsiteX2" fmla="*/ 42220 w 1183578"/>
                <a:gd name="connsiteY2" fmla="*/ 737393 h 806889"/>
                <a:gd name="connsiteX3" fmla="*/ 0 w 1183578"/>
                <a:gd name="connsiteY3" fmla="*/ 806889 h 806889"/>
                <a:gd name="connsiteX4" fmla="*/ 769921 w 1183578"/>
                <a:gd name="connsiteY4" fmla="*/ 806889 h 806889"/>
                <a:gd name="connsiteX5" fmla="*/ 1183578 w 1183578"/>
                <a:gd name="connsiteY5" fmla="*/ 393232 h 806889"/>
                <a:gd name="connsiteX6" fmla="*/ 930935 w 1183578"/>
                <a:gd name="connsiteY6" fmla="*/ 12082 h 806889"/>
                <a:gd name="connsiteX7" fmla="*/ 892012 w 1183578"/>
                <a:gd name="connsiteY7" fmla="*/ 0 h 80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3578" h="806889">
                  <a:moveTo>
                    <a:pt x="892012" y="0"/>
                  </a:moveTo>
                  <a:lnTo>
                    <a:pt x="811357" y="38853"/>
                  </a:lnTo>
                  <a:cubicBezTo>
                    <a:pt x="502239" y="206776"/>
                    <a:pt x="238245" y="447238"/>
                    <a:pt x="42220" y="737393"/>
                  </a:cubicBezTo>
                  <a:lnTo>
                    <a:pt x="0" y="806889"/>
                  </a:lnTo>
                  <a:lnTo>
                    <a:pt x="769921" y="806889"/>
                  </a:lnTo>
                  <a:cubicBezTo>
                    <a:pt x="998377" y="806889"/>
                    <a:pt x="1183578" y="621688"/>
                    <a:pt x="1183578" y="393232"/>
                  </a:cubicBezTo>
                  <a:cubicBezTo>
                    <a:pt x="1183578" y="221890"/>
                    <a:pt x="1079403" y="74879"/>
                    <a:pt x="930935" y="12082"/>
                  </a:cubicBezTo>
                  <a:lnTo>
                    <a:pt x="892012" y="0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FBBE6B3F-88FC-9AF1-5A09-AAC999E4FEF5}"/>
                </a:ext>
              </a:extLst>
            </p:cNvPr>
            <p:cNvSpPr/>
            <p:nvPr/>
          </p:nvSpPr>
          <p:spPr>
            <a:xfrm flipH="1">
              <a:off x="7055225" y="1451429"/>
              <a:ext cx="3874034" cy="827314"/>
            </a:xfrm>
            <a:custGeom>
              <a:avLst/>
              <a:gdLst>
                <a:gd name="connsiteX0" fmla="*/ 3751943 w 3874034"/>
                <a:gd name="connsiteY0" fmla="*/ 0 h 827314"/>
                <a:gd name="connsiteX1" fmla="*/ 413657 w 3874034"/>
                <a:gd name="connsiteY1" fmla="*/ 0 h 827314"/>
                <a:gd name="connsiteX2" fmla="*/ 0 w 3874034"/>
                <a:gd name="connsiteY2" fmla="*/ 413657 h 827314"/>
                <a:gd name="connsiteX3" fmla="*/ 413657 w 3874034"/>
                <a:gd name="connsiteY3" fmla="*/ 827314 h 827314"/>
                <a:gd name="connsiteX4" fmla="*/ 2982022 w 3874034"/>
                <a:gd name="connsiteY4" fmla="*/ 827314 h 827314"/>
                <a:gd name="connsiteX5" fmla="*/ 3024242 w 3874034"/>
                <a:gd name="connsiteY5" fmla="*/ 757818 h 827314"/>
                <a:gd name="connsiteX6" fmla="*/ 3793379 w 3874034"/>
                <a:gd name="connsiteY6" fmla="*/ 59278 h 827314"/>
                <a:gd name="connsiteX7" fmla="*/ 3874034 w 3874034"/>
                <a:gd name="connsiteY7" fmla="*/ 20425 h 827314"/>
                <a:gd name="connsiteX8" fmla="*/ 3835309 w 3874034"/>
                <a:gd name="connsiteY8" fmla="*/ 8404 h 827314"/>
                <a:gd name="connsiteX9" fmla="*/ 3751943 w 3874034"/>
                <a:gd name="connsiteY9" fmla="*/ 0 h 82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4034" h="827314">
                  <a:moveTo>
                    <a:pt x="3751943" y="0"/>
                  </a:moveTo>
                  <a:lnTo>
                    <a:pt x="413657" y="0"/>
                  </a:lnTo>
                  <a:cubicBezTo>
                    <a:pt x="185201" y="0"/>
                    <a:pt x="0" y="185201"/>
                    <a:pt x="0" y="413657"/>
                  </a:cubicBezTo>
                  <a:cubicBezTo>
                    <a:pt x="0" y="642113"/>
                    <a:pt x="185201" y="827314"/>
                    <a:pt x="413657" y="827314"/>
                  </a:cubicBezTo>
                  <a:lnTo>
                    <a:pt x="2982022" y="827314"/>
                  </a:lnTo>
                  <a:lnTo>
                    <a:pt x="3024242" y="757818"/>
                  </a:lnTo>
                  <a:cubicBezTo>
                    <a:pt x="3220267" y="467663"/>
                    <a:pt x="3484261" y="227201"/>
                    <a:pt x="3793379" y="59278"/>
                  </a:cubicBezTo>
                  <a:lnTo>
                    <a:pt x="3874034" y="20425"/>
                  </a:lnTo>
                  <a:lnTo>
                    <a:pt x="3835309" y="8404"/>
                  </a:lnTo>
                  <a:cubicBezTo>
                    <a:pt x="3808381" y="2894"/>
                    <a:pt x="3780500" y="0"/>
                    <a:pt x="375194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92100" dir="5400000" algn="ctr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CONCLUSION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05BEF6F-C922-2321-9077-D7D89F1C2CEA}"/>
                </a:ext>
              </a:extLst>
            </p:cNvPr>
            <p:cNvSpPr/>
            <p:nvPr/>
          </p:nvSpPr>
          <p:spPr>
            <a:xfrm>
              <a:off x="6855617" y="1399792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5400" b="1" cap="none" spc="0" dirty="0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6</a:t>
              </a:r>
              <a:endParaRPr lang="fr-FR" sz="5400" b="1" cap="none" spc="0" dirty="0">
                <a:ln w="0"/>
                <a:solidFill>
                  <a:srgbClr val="FFFFFF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79FB16CE-7B58-3D36-4EAC-7F52D7E82553}"/>
              </a:ext>
            </a:extLst>
          </p:cNvPr>
          <p:cNvGrpSpPr/>
          <p:nvPr/>
        </p:nvGrpSpPr>
        <p:grpSpPr>
          <a:xfrm>
            <a:off x="12192000" y="2919327"/>
            <a:ext cx="4165600" cy="923330"/>
            <a:chOff x="7520630" y="2919327"/>
            <a:chExt cx="4165600" cy="923330"/>
          </a:xfrm>
        </p:grpSpPr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1643B3B6-4119-8FAD-5381-D75F9DE220E6}"/>
                </a:ext>
              </a:extLst>
            </p:cNvPr>
            <p:cNvSpPr/>
            <p:nvPr/>
          </p:nvSpPr>
          <p:spPr>
            <a:xfrm flipH="1">
              <a:off x="7520630" y="3015343"/>
              <a:ext cx="756970" cy="827314"/>
            </a:xfrm>
            <a:custGeom>
              <a:avLst/>
              <a:gdLst>
                <a:gd name="connsiteX0" fmla="*/ 343313 w 756970"/>
                <a:gd name="connsiteY0" fmla="*/ 0 h 827314"/>
                <a:gd name="connsiteX1" fmla="*/ 40352 w 756970"/>
                <a:gd name="connsiteY1" fmla="*/ 0 h 827314"/>
                <a:gd name="connsiteX2" fmla="*/ 11263 w 756970"/>
                <a:gd name="connsiteY2" fmla="*/ 190601 h 827314"/>
                <a:gd name="connsiteX3" fmla="*/ 0 w 756970"/>
                <a:gd name="connsiteY3" fmla="*/ 413657 h 827314"/>
                <a:gd name="connsiteX4" fmla="*/ 11263 w 756970"/>
                <a:gd name="connsiteY4" fmla="*/ 636713 h 827314"/>
                <a:gd name="connsiteX5" fmla="*/ 40352 w 756970"/>
                <a:gd name="connsiteY5" fmla="*/ 827314 h 827314"/>
                <a:gd name="connsiteX6" fmla="*/ 343313 w 756970"/>
                <a:gd name="connsiteY6" fmla="*/ 827314 h 827314"/>
                <a:gd name="connsiteX7" fmla="*/ 756970 w 756970"/>
                <a:gd name="connsiteY7" fmla="*/ 413657 h 827314"/>
                <a:gd name="connsiteX8" fmla="*/ 343313 w 756970"/>
                <a:gd name="connsiteY8" fmla="*/ 0 h 82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6970" h="827314">
                  <a:moveTo>
                    <a:pt x="343313" y="0"/>
                  </a:moveTo>
                  <a:lnTo>
                    <a:pt x="40352" y="0"/>
                  </a:lnTo>
                  <a:lnTo>
                    <a:pt x="11263" y="190601"/>
                  </a:lnTo>
                  <a:cubicBezTo>
                    <a:pt x="3816" y="263940"/>
                    <a:pt x="0" y="338353"/>
                    <a:pt x="0" y="413657"/>
                  </a:cubicBezTo>
                  <a:cubicBezTo>
                    <a:pt x="0" y="488961"/>
                    <a:pt x="3816" y="563374"/>
                    <a:pt x="11263" y="636713"/>
                  </a:cubicBezTo>
                  <a:lnTo>
                    <a:pt x="40352" y="827314"/>
                  </a:lnTo>
                  <a:lnTo>
                    <a:pt x="343313" y="827314"/>
                  </a:lnTo>
                  <a:cubicBezTo>
                    <a:pt x="571769" y="827314"/>
                    <a:pt x="756970" y="642113"/>
                    <a:pt x="756970" y="413657"/>
                  </a:cubicBezTo>
                  <a:cubicBezTo>
                    <a:pt x="756970" y="185201"/>
                    <a:pt x="571769" y="0"/>
                    <a:pt x="343313" y="0"/>
                  </a:cubicBezTo>
                  <a:close/>
                </a:path>
              </a:pathLst>
            </a:custGeom>
            <a:solidFill>
              <a:srgbClr val="D5D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C212F887-E294-F23D-41DF-60DCE698E187}"/>
                </a:ext>
              </a:extLst>
            </p:cNvPr>
            <p:cNvSpPr/>
            <p:nvPr/>
          </p:nvSpPr>
          <p:spPr>
            <a:xfrm flipH="1">
              <a:off x="8237248" y="3015343"/>
              <a:ext cx="3448982" cy="827314"/>
            </a:xfrm>
            <a:custGeom>
              <a:avLst/>
              <a:gdLst>
                <a:gd name="connsiteX0" fmla="*/ 3448982 w 3448982"/>
                <a:gd name="connsiteY0" fmla="*/ 0 h 827314"/>
                <a:gd name="connsiteX1" fmla="*/ 413657 w 3448982"/>
                <a:gd name="connsiteY1" fmla="*/ 0 h 827314"/>
                <a:gd name="connsiteX2" fmla="*/ 0 w 3448982"/>
                <a:gd name="connsiteY2" fmla="*/ 413657 h 827314"/>
                <a:gd name="connsiteX3" fmla="*/ 413657 w 3448982"/>
                <a:gd name="connsiteY3" fmla="*/ 827314 h 827314"/>
                <a:gd name="connsiteX4" fmla="*/ 3448982 w 3448982"/>
                <a:gd name="connsiteY4" fmla="*/ 827314 h 827314"/>
                <a:gd name="connsiteX5" fmla="*/ 3419893 w 3448982"/>
                <a:gd name="connsiteY5" fmla="*/ 636713 h 827314"/>
                <a:gd name="connsiteX6" fmla="*/ 3408630 w 3448982"/>
                <a:gd name="connsiteY6" fmla="*/ 413657 h 827314"/>
                <a:gd name="connsiteX7" fmla="*/ 3419893 w 3448982"/>
                <a:gd name="connsiteY7" fmla="*/ 190601 h 827314"/>
                <a:gd name="connsiteX8" fmla="*/ 3448982 w 3448982"/>
                <a:gd name="connsiteY8" fmla="*/ 0 h 82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8982" h="827314">
                  <a:moveTo>
                    <a:pt x="3448982" y="0"/>
                  </a:moveTo>
                  <a:lnTo>
                    <a:pt x="413657" y="0"/>
                  </a:lnTo>
                  <a:cubicBezTo>
                    <a:pt x="185201" y="0"/>
                    <a:pt x="0" y="185201"/>
                    <a:pt x="0" y="413657"/>
                  </a:cubicBezTo>
                  <a:cubicBezTo>
                    <a:pt x="0" y="642113"/>
                    <a:pt x="185201" y="827314"/>
                    <a:pt x="413657" y="827314"/>
                  </a:cubicBezTo>
                  <a:lnTo>
                    <a:pt x="3448982" y="827314"/>
                  </a:lnTo>
                  <a:lnTo>
                    <a:pt x="3419893" y="636713"/>
                  </a:lnTo>
                  <a:cubicBezTo>
                    <a:pt x="3412446" y="563374"/>
                    <a:pt x="3408630" y="488961"/>
                    <a:pt x="3408630" y="413657"/>
                  </a:cubicBezTo>
                  <a:cubicBezTo>
                    <a:pt x="3408630" y="338353"/>
                    <a:pt x="3412446" y="263940"/>
                    <a:pt x="3419893" y="190601"/>
                  </a:cubicBezTo>
                  <a:lnTo>
                    <a:pt x="344898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92100" dir="5400000" algn="ctr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DEMONSTRATION</a:t>
              </a:r>
              <a:endParaRPr lang="fr-FR" b="1" dirty="0">
                <a:solidFill>
                  <a:srgbClr val="FFFFFF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D3E13DB-D824-4DDC-62FF-BF93C1B46506}"/>
                </a:ext>
              </a:extLst>
            </p:cNvPr>
            <p:cNvSpPr/>
            <p:nvPr/>
          </p:nvSpPr>
          <p:spPr>
            <a:xfrm>
              <a:off x="7665617" y="291932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5400" cap="none" spc="0" dirty="0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  <a:endParaRPr lang="fr-FR" sz="5400" cap="none" spc="0" dirty="0">
                <a:ln w="0"/>
                <a:solidFill>
                  <a:srgbClr val="FFFFFF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5AFFF124-D429-89C6-D0EA-9C8CBD3D7DCA}"/>
              </a:ext>
            </a:extLst>
          </p:cNvPr>
          <p:cNvGrpSpPr/>
          <p:nvPr/>
        </p:nvGrpSpPr>
        <p:grpSpPr>
          <a:xfrm>
            <a:off x="12192000" y="4495806"/>
            <a:ext cx="4165600" cy="971880"/>
            <a:chOff x="6763660" y="4495806"/>
            <a:chExt cx="4165600" cy="971880"/>
          </a:xfrm>
        </p:grpSpPr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14E96177-0517-AEF0-4DFE-C5ABE41FA1FC}"/>
                </a:ext>
              </a:extLst>
            </p:cNvPr>
            <p:cNvSpPr/>
            <p:nvPr/>
          </p:nvSpPr>
          <p:spPr>
            <a:xfrm flipH="1">
              <a:off x="6763660" y="4640373"/>
              <a:ext cx="1146449" cy="778763"/>
            </a:xfrm>
            <a:custGeom>
              <a:avLst/>
              <a:gdLst>
                <a:gd name="connsiteX0" fmla="*/ 732792 w 1146449"/>
                <a:gd name="connsiteY0" fmla="*/ 0 h 778763"/>
                <a:gd name="connsiteX1" fmla="*/ 0 w 1146449"/>
                <a:gd name="connsiteY1" fmla="*/ 0 h 778763"/>
                <a:gd name="connsiteX2" fmla="*/ 5091 w 1146449"/>
                <a:gd name="connsiteY2" fmla="*/ 8381 h 778763"/>
                <a:gd name="connsiteX3" fmla="*/ 774228 w 1146449"/>
                <a:gd name="connsiteY3" fmla="*/ 706921 h 778763"/>
                <a:gd name="connsiteX4" fmla="*/ 923364 w 1146449"/>
                <a:gd name="connsiteY4" fmla="*/ 778763 h 778763"/>
                <a:gd name="connsiteX5" fmla="*/ 964071 w 1146449"/>
                <a:gd name="connsiteY5" fmla="*/ 756668 h 778763"/>
                <a:gd name="connsiteX6" fmla="*/ 1146449 w 1146449"/>
                <a:gd name="connsiteY6" fmla="*/ 413657 h 778763"/>
                <a:gd name="connsiteX7" fmla="*/ 732792 w 1146449"/>
                <a:gd name="connsiteY7" fmla="*/ 0 h 778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6449" h="778763">
                  <a:moveTo>
                    <a:pt x="732792" y="0"/>
                  </a:moveTo>
                  <a:lnTo>
                    <a:pt x="0" y="0"/>
                  </a:lnTo>
                  <a:lnTo>
                    <a:pt x="5091" y="8381"/>
                  </a:lnTo>
                  <a:cubicBezTo>
                    <a:pt x="201116" y="298536"/>
                    <a:pt x="465110" y="538998"/>
                    <a:pt x="774228" y="706921"/>
                  </a:cubicBezTo>
                  <a:lnTo>
                    <a:pt x="923364" y="778763"/>
                  </a:lnTo>
                  <a:lnTo>
                    <a:pt x="964071" y="756668"/>
                  </a:lnTo>
                  <a:cubicBezTo>
                    <a:pt x="1074105" y="682331"/>
                    <a:pt x="1146449" y="556442"/>
                    <a:pt x="1146449" y="413657"/>
                  </a:cubicBezTo>
                  <a:cubicBezTo>
                    <a:pt x="1146449" y="185201"/>
                    <a:pt x="961248" y="0"/>
                    <a:pt x="732792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6396823D-0050-8BC2-9182-F177E7135C98}"/>
                </a:ext>
              </a:extLst>
            </p:cNvPr>
            <p:cNvSpPr/>
            <p:nvPr/>
          </p:nvSpPr>
          <p:spPr>
            <a:xfrm flipH="1">
              <a:off x="6986745" y="4640372"/>
              <a:ext cx="3942515" cy="827314"/>
            </a:xfrm>
            <a:custGeom>
              <a:avLst/>
              <a:gdLst>
                <a:gd name="connsiteX0" fmla="*/ 3019151 w 3942515"/>
                <a:gd name="connsiteY0" fmla="*/ 0 h 827314"/>
                <a:gd name="connsiteX1" fmla="*/ 413657 w 3942515"/>
                <a:gd name="connsiteY1" fmla="*/ 0 h 827314"/>
                <a:gd name="connsiteX2" fmla="*/ 0 w 3942515"/>
                <a:gd name="connsiteY2" fmla="*/ 413657 h 827314"/>
                <a:gd name="connsiteX3" fmla="*/ 413657 w 3942515"/>
                <a:gd name="connsiteY3" fmla="*/ 827314 h 827314"/>
                <a:gd name="connsiteX4" fmla="*/ 3751943 w 3942515"/>
                <a:gd name="connsiteY4" fmla="*/ 827314 h 827314"/>
                <a:gd name="connsiteX5" fmla="*/ 3912957 w 3942515"/>
                <a:gd name="connsiteY5" fmla="*/ 794807 h 827314"/>
                <a:gd name="connsiteX6" fmla="*/ 3942515 w 3942515"/>
                <a:gd name="connsiteY6" fmla="*/ 778763 h 827314"/>
                <a:gd name="connsiteX7" fmla="*/ 3793379 w 3942515"/>
                <a:gd name="connsiteY7" fmla="*/ 706921 h 827314"/>
                <a:gd name="connsiteX8" fmla="*/ 3024242 w 3942515"/>
                <a:gd name="connsiteY8" fmla="*/ 8381 h 827314"/>
                <a:gd name="connsiteX9" fmla="*/ 3019151 w 3942515"/>
                <a:gd name="connsiteY9" fmla="*/ 0 h 82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42515" h="827314">
                  <a:moveTo>
                    <a:pt x="3019151" y="0"/>
                  </a:moveTo>
                  <a:lnTo>
                    <a:pt x="413657" y="0"/>
                  </a:lnTo>
                  <a:cubicBezTo>
                    <a:pt x="185201" y="0"/>
                    <a:pt x="0" y="185201"/>
                    <a:pt x="0" y="413657"/>
                  </a:cubicBezTo>
                  <a:cubicBezTo>
                    <a:pt x="0" y="642113"/>
                    <a:pt x="185201" y="827314"/>
                    <a:pt x="413657" y="827314"/>
                  </a:cubicBezTo>
                  <a:lnTo>
                    <a:pt x="3751943" y="827314"/>
                  </a:lnTo>
                  <a:cubicBezTo>
                    <a:pt x="3809057" y="827314"/>
                    <a:pt x="3863468" y="815739"/>
                    <a:pt x="3912957" y="794807"/>
                  </a:cubicBezTo>
                  <a:lnTo>
                    <a:pt x="3942515" y="778763"/>
                  </a:lnTo>
                  <a:lnTo>
                    <a:pt x="3793379" y="706921"/>
                  </a:lnTo>
                  <a:cubicBezTo>
                    <a:pt x="3484261" y="538998"/>
                    <a:pt x="3220267" y="298536"/>
                    <a:pt x="3024242" y="8381"/>
                  </a:cubicBezTo>
                  <a:lnTo>
                    <a:pt x="3019151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92100" dir="5400000" algn="ctr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800" b="1" dirty="0">
                  <a:solidFill>
                    <a:srgbClr val="FFFFFF"/>
                  </a:solidFill>
                </a:rPr>
                <a:t>MODELISATION</a:t>
              </a:r>
              <a:endParaRPr lang="fr-FR" b="1" dirty="0">
                <a:solidFill>
                  <a:srgbClr val="FFFFFF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49B5B7-EC4C-A7FC-8EF3-0834BE8690DD}"/>
                </a:ext>
              </a:extLst>
            </p:cNvPr>
            <p:cNvSpPr/>
            <p:nvPr/>
          </p:nvSpPr>
          <p:spPr>
            <a:xfrm>
              <a:off x="6851098" y="4495806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5400" b="1" cap="none" spc="0" dirty="0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  <a:endParaRPr lang="fr-FR" sz="5400" b="1" cap="none" spc="0" dirty="0">
                <a:ln w="0"/>
                <a:solidFill>
                  <a:srgbClr val="FFFFFF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067DF25B-9EDC-9AB7-C20F-964EC08F4D11}"/>
              </a:ext>
            </a:extLst>
          </p:cNvPr>
          <p:cNvGrpSpPr/>
          <p:nvPr/>
        </p:nvGrpSpPr>
        <p:grpSpPr>
          <a:xfrm>
            <a:off x="-4165600" y="4495806"/>
            <a:ext cx="4165600" cy="971880"/>
            <a:chOff x="1262743" y="4495806"/>
            <a:chExt cx="4165600" cy="971880"/>
          </a:xfrm>
        </p:grpSpPr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581914D7-9265-0215-109F-B158F7015720}"/>
                </a:ext>
              </a:extLst>
            </p:cNvPr>
            <p:cNvSpPr/>
            <p:nvPr/>
          </p:nvSpPr>
          <p:spPr>
            <a:xfrm flipH="1">
              <a:off x="4281891" y="4640372"/>
              <a:ext cx="1146452" cy="778764"/>
            </a:xfrm>
            <a:custGeom>
              <a:avLst/>
              <a:gdLst>
                <a:gd name="connsiteX0" fmla="*/ 1146452 w 1146452"/>
                <a:gd name="connsiteY0" fmla="*/ 0 h 778764"/>
                <a:gd name="connsiteX1" fmla="*/ 413657 w 1146452"/>
                <a:gd name="connsiteY1" fmla="*/ 0 h 778764"/>
                <a:gd name="connsiteX2" fmla="*/ 0 w 1146452"/>
                <a:gd name="connsiteY2" fmla="*/ 413657 h 778764"/>
                <a:gd name="connsiteX3" fmla="*/ 182378 w 1146452"/>
                <a:gd name="connsiteY3" fmla="*/ 756668 h 778764"/>
                <a:gd name="connsiteX4" fmla="*/ 223086 w 1146452"/>
                <a:gd name="connsiteY4" fmla="*/ 778764 h 778764"/>
                <a:gd name="connsiteX5" fmla="*/ 372223 w 1146452"/>
                <a:gd name="connsiteY5" fmla="*/ 706921 h 778764"/>
                <a:gd name="connsiteX6" fmla="*/ 1141360 w 1146452"/>
                <a:gd name="connsiteY6" fmla="*/ 8381 h 778764"/>
                <a:gd name="connsiteX7" fmla="*/ 1146452 w 1146452"/>
                <a:gd name="connsiteY7" fmla="*/ 0 h 77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6452" h="778764">
                  <a:moveTo>
                    <a:pt x="1146452" y="0"/>
                  </a:moveTo>
                  <a:lnTo>
                    <a:pt x="413657" y="0"/>
                  </a:lnTo>
                  <a:cubicBezTo>
                    <a:pt x="185201" y="0"/>
                    <a:pt x="0" y="185201"/>
                    <a:pt x="0" y="413657"/>
                  </a:cubicBezTo>
                  <a:cubicBezTo>
                    <a:pt x="0" y="556442"/>
                    <a:pt x="72344" y="682331"/>
                    <a:pt x="182378" y="756668"/>
                  </a:cubicBezTo>
                  <a:lnTo>
                    <a:pt x="223086" y="778764"/>
                  </a:lnTo>
                  <a:lnTo>
                    <a:pt x="372223" y="706921"/>
                  </a:lnTo>
                  <a:cubicBezTo>
                    <a:pt x="681341" y="538998"/>
                    <a:pt x="945335" y="298536"/>
                    <a:pt x="1141360" y="8381"/>
                  </a:cubicBezTo>
                  <a:lnTo>
                    <a:pt x="1146452" y="0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04F21750-62C6-6CCA-F1A9-8187049AD66A}"/>
                </a:ext>
              </a:extLst>
            </p:cNvPr>
            <p:cNvSpPr/>
            <p:nvPr/>
          </p:nvSpPr>
          <p:spPr>
            <a:xfrm flipH="1">
              <a:off x="1262743" y="4640372"/>
              <a:ext cx="3942514" cy="827314"/>
            </a:xfrm>
            <a:custGeom>
              <a:avLst/>
              <a:gdLst>
                <a:gd name="connsiteX0" fmla="*/ 3528857 w 3942514"/>
                <a:gd name="connsiteY0" fmla="*/ 0 h 827314"/>
                <a:gd name="connsiteX1" fmla="*/ 923366 w 3942514"/>
                <a:gd name="connsiteY1" fmla="*/ 0 h 827314"/>
                <a:gd name="connsiteX2" fmla="*/ 918274 w 3942514"/>
                <a:gd name="connsiteY2" fmla="*/ 8381 h 827314"/>
                <a:gd name="connsiteX3" fmla="*/ 149137 w 3942514"/>
                <a:gd name="connsiteY3" fmla="*/ 706921 h 827314"/>
                <a:gd name="connsiteX4" fmla="*/ 0 w 3942514"/>
                <a:gd name="connsiteY4" fmla="*/ 778764 h 827314"/>
                <a:gd name="connsiteX5" fmla="*/ 29557 w 3942514"/>
                <a:gd name="connsiteY5" fmla="*/ 794807 h 827314"/>
                <a:gd name="connsiteX6" fmla="*/ 190571 w 3942514"/>
                <a:gd name="connsiteY6" fmla="*/ 827314 h 827314"/>
                <a:gd name="connsiteX7" fmla="*/ 3528857 w 3942514"/>
                <a:gd name="connsiteY7" fmla="*/ 827314 h 827314"/>
                <a:gd name="connsiteX8" fmla="*/ 3942514 w 3942514"/>
                <a:gd name="connsiteY8" fmla="*/ 413657 h 827314"/>
                <a:gd name="connsiteX9" fmla="*/ 3528857 w 3942514"/>
                <a:gd name="connsiteY9" fmla="*/ 0 h 82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42514" h="827314">
                  <a:moveTo>
                    <a:pt x="3528857" y="0"/>
                  </a:moveTo>
                  <a:lnTo>
                    <a:pt x="923366" y="0"/>
                  </a:lnTo>
                  <a:lnTo>
                    <a:pt x="918274" y="8381"/>
                  </a:lnTo>
                  <a:cubicBezTo>
                    <a:pt x="722249" y="298536"/>
                    <a:pt x="458255" y="538998"/>
                    <a:pt x="149137" y="706921"/>
                  </a:cubicBezTo>
                  <a:lnTo>
                    <a:pt x="0" y="778764"/>
                  </a:lnTo>
                  <a:lnTo>
                    <a:pt x="29557" y="794807"/>
                  </a:lnTo>
                  <a:cubicBezTo>
                    <a:pt x="79047" y="815739"/>
                    <a:pt x="133457" y="827314"/>
                    <a:pt x="190571" y="827314"/>
                  </a:cubicBezTo>
                  <a:lnTo>
                    <a:pt x="3528857" y="827314"/>
                  </a:lnTo>
                  <a:cubicBezTo>
                    <a:pt x="3757313" y="827314"/>
                    <a:pt x="3942514" y="642113"/>
                    <a:pt x="3942514" y="413657"/>
                  </a:cubicBezTo>
                  <a:cubicBezTo>
                    <a:pt x="3942514" y="185201"/>
                    <a:pt x="3757313" y="0"/>
                    <a:pt x="352885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92100" dir="5400000" algn="ctr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SOLUTIONS EXISTANTES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589ADC1-7200-0B22-2C4C-0DD56D69EF28}"/>
                </a:ext>
              </a:extLst>
            </p:cNvPr>
            <p:cNvSpPr/>
            <p:nvPr/>
          </p:nvSpPr>
          <p:spPr>
            <a:xfrm>
              <a:off x="4671372" y="4495806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5400" b="1" cap="none" spc="0" dirty="0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  <a:endParaRPr lang="fr-FR" sz="5400" b="1" cap="none" spc="0" dirty="0">
                <a:ln w="0"/>
                <a:solidFill>
                  <a:srgbClr val="FFFFFF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250F1CC5-E0A9-8603-F286-FB55DA7D8FAD}"/>
              </a:ext>
            </a:extLst>
          </p:cNvPr>
          <p:cNvGrpSpPr/>
          <p:nvPr/>
        </p:nvGrpSpPr>
        <p:grpSpPr>
          <a:xfrm>
            <a:off x="-4165600" y="2919327"/>
            <a:ext cx="4165600" cy="923330"/>
            <a:chOff x="505772" y="2919327"/>
            <a:chExt cx="4165600" cy="923330"/>
          </a:xfrm>
        </p:grpSpPr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4FAE2A00-F572-4C6C-830D-A86594AEA44B}"/>
                </a:ext>
              </a:extLst>
            </p:cNvPr>
            <p:cNvSpPr/>
            <p:nvPr/>
          </p:nvSpPr>
          <p:spPr>
            <a:xfrm flipH="1">
              <a:off x="3914400" y="3015343"/>
              <a:ext cx="756972" cy="827314"/>
            </a:xfrm>
            <a:custGeom>
              <a:avLst/>
              <a:gdLst>
                <a:gd name="connsiteX0" fmla="*/ 716620 w 756972"/>
                <a:gd name="connsiteY0" fmla="*/ 0 h 827314"/>
                <a:gd name="connsiteX1" fmla="*/ 413657 w 756972"/>
                <a:gd name="connsiteY1" fmla="*/ 0 h 827314"/>
                <a:gd name="connsiteX2" fmla="*/ 0 w 756972"/>
                <a:gd name="connsiteY2" fmla="*/ 413657 h 827314"/>
                <a:gd name="connsiteX3" fmla="*/ 413657 w 756972"/>
                <a:gd name="connsiteY3" fmla="*/ 827314 h 827314"/>
                <a:gd name="connsiteX4" fmla="*/ 716620 w 756972"/>
                <a:gd name="connsiteY4" fmla="*/ 827314 h 827314"/>
                <a:gd name="connsiteX5" fmla="*/ 745709 w 756972"/>
                <a:gd name="connsiteY5" fmla="*/ 636713 h 827314"/>
                <a:gd name="connsiteX6" fmla="*/ 756972 w 756972"/>
                <a:gd name="connsiteY6" fmla="*/ 413657 h 827314"/>
                <a:gd name="connsiteX7" fmla="*/ 745709 w 756972"/>
                <a:gd name="connsiteY7" fmla="*/ 190601 h 827314"/>
                <a:gd name="connsiteX8" fmla="*/ 716620 w 756972"/>
                <a:gd name="connsiteY8" fmla="*/ 0 h 82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6972" h="827314">
                  <a:moveTo>
                    <a:pt x="716620" y="0"/>
                  </a:moveTo>
                  <a:lnTo>
                    <a:pt x="413657" y="0"/>
                  </a:lnTo>
                  <a:cubicBezTo>
                    <a:pt x="185201" y="0"/>
                    <a:pt x="0" y="185201"/>
                    <a:pt x="0" y="413657"/>
                  </a:cubicBezTo>
                  <a:cubicBezTo>
                    <a:pt x="0" y="642113"/>
                    <a:pt x="185201" y="827314"/>
                    <a:pt x="413657" y="827314"/>
                  </a:cubicBezTo>
                  <a:lnTo>
                    <a:pt x="716620" y="827314"/>
                  </a:lnTo>
                  <a:lnTo>
                    <a:pt x="745709" y="636713"/>
                  </a:lnTo>
                  <a:cubicBezTo>
                    <a:pt x="753157" y="563374"/>
                    <a:pt x="756972" y="488961"/>
                    <a:pt x="756972" y="413657"/>
                  </a:cubicBezTo>
                  <a:cubicBezTo>
                    <a:pt x="756972" y="338353"/>
                    <a:pt x="753157" y="263940"/>
                    <a:pt x="745709" y="190601"/>
                  </a:cubicBezTo>
                  <a:lnTo>
                    <a:pt x="71662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770BF1B5-E666-AFC2-EFB8-03BE409F02F7}"/>
                </a:ext>
              </a:extLst>
            </p:cNvPr>
            <p:cNvSpPr/>
            <p:nvPr/>
          </p:nvSpPr>
          <p:spPr>
            <a:xfrm flipH="1">
              <a:off x="505772" y="3015343"/>
              <a:ext cx="3448980" cy="827314"/>
            </a:xfrm>
            <a:custGeom>
              <a:avLst/>
              <a:gdLst>
                <a:gd name="connsiteX0" fmla="*/ 3035323 w 3448980"/>
                <a:gd name="connsiteY0" fmla="*/ 0 h 827314"/>
                <a:gd name="connsiteX1" fmla="*/ 0 w 3448980"/>
                <a:gd name="connsiteY1" fmla="*/ 0 h 827314"/>
                <a:gd name="connsiteX2" fmla="*/ 29089 w 3448980"/>
                <a:gd name="connsiteY2" fmla="*/ 190601 h 827314"/>
                <a:gd name="connsiteX3" fmla="*/ 40352 w 3448980"/>
                <a:gd name="connsiteY3" fmla="*/ 413657 h 827314"/>
                <a:gd name="connsiteX4" fmla="*/ 29089 w 3448980"/>
                <a:gd name="connsiteY4" fmla="*/ 636713 h 827314"/>
                <a:gd name="connsiteX5" fmla="*/ 0 w 3448980"/>
                <a:gd name="connsiteY5" fmla="*/ 827314 h 827314"/>
                <a:gd name="connsiteX6" fmla="*/ 3035323 w 3448980"/>
                <a:gd name="connsiteY6" fmla="*/ 827314 h 827314"/>
                <a:gd name="connsiteX7" fmla="*/ 3448980 w 3448980"/>
                <a:gd name="connsiteY7" fmla="*/ 413657 h 827314"/>
                <a:gd name="connsiteX8" fmla="*/ 3035323 w 3448980"/>
                <a:gd name="connsiteY8" fmla="*/ 0 h 82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8980" h="827314">
                  <a:moveTo>
                    <a:pt x="3035323" y="0"/>
                  </a:moveTo>
                  <a:lnTo>
                    <a:pt x="0" y="0"/>
                  </a:lnTo>
                  <a:lnTo>
                    <a:pt x="29089" y="190601"/>
                  </a:lnTo>
                  <a:cubicBezTo>
                    <a:pt x="36537" y="263940"/>
                    <a:pt x="40352" y="338353"/>
                    <a:pt x="40352" y="413657"/>
                  </a:cubicBezTo>
                  <a:cubicBezTo>
                    <a:pt x="40352" y="488961"/>
                    <a:pt x="36537" y="563374"/>
                    <a:pt x="29089" y="636713"/>
                  </a:cubicBezTo>
                  <a:lnTo>
                    <a:pt x="0" y="827314"/>
                  </a:lnTo>
                  <a:lnTo>
                    <a:pt x="3035323" y="827314"/>
                  </a:lnTo>
                  <a:cubicBezTo>
                    <a:pt x="3263779" y="827314"/>
                    <a:pt x="3448980" y="642113"/>
                    <a:pt x="3448980" y="413657"/>
                  </a:cubicBezTo>
                  <a:cubicBezTo>
                    <a:pt x="3448980" y="185201"/>
                    <a:pt x="3263779" y="0"/>
                    <a:pt x="303532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92100" dir="5400000" algn="ctr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800" b="1" dirty="0">
                  <a:solidFill>
                    <a:srgbClr val="FFFFFF"/>
                  </a:solidFill>
                </a:rPr>
                <a:t>PROBLEMATIQUE</a:t>
              </a:r>
              <a:endParaRPr lang="fr-FR" b="1" dirty="0">
                <a:solidFill>
                  <a:srgbClr val="FFFFFF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F85B82D-C22A-F042-C149-D2972E624761}"/>
                </a:ext>
              </a:extLst>
            </p:cNvPr>
            <p:cNvSpPr/>
            <p:nvPr/>
          </p:nvSpPr>
          <p:spPr>
            <a:xfrm>
              <a:off x="3962062" y="2919327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5400" b="1" dirty="0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fr-FR" sz="5400" b="1" cap="none" spc="0" dirty="0">
                <a:ln w="0"/>
                <a:solidFill>
                  <a:srgbClr val="FFFFFF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2244C5C9-4FC4-1887-A57B-2CB1C2FCF55A}"/>
              </a:ext>
            </a:extLst>
          </p:cNvPr>
          <p:cNvGrpSpPr/>
          <p:nvPr/>
        </p:nvGrpSpPr>
        <p:grpSpPr>
          <a:xfrm>
            <a:off x="-4165600" y="1413633"/>
            <a:ext cx="4165600" cy="923330"/>
            <a:chOff x="1262743" y="1413633"/>
            <a:chExt cx="4165600" cy="923330"/>
          </a:xfrm>
        </p:grpSpPr>
        <p:sp>
          <p:nvSpPr>
            <p:cNvPr id="24" name="Forme libre : forme 23">
              <a:extLst>
                <a:ext uri="{FF2B5EF4-FFF2-40B4-BE49-F238E27FC236}">
                  <a16:creationId xmlns:a16="http://schemas.microsoft.com/office/drawing/2014/main" id="{19038668-34EE-E42D-FF62-A9F17BC83FF1}"/>
                </a:ext>
              </a:extLst>
            </p:cNvPr>
            <p:cNvSpPr/>
            <p:nvPr/>
          </p:nvSpPr>
          <p:spPr>
            <a:xfrm flipH="1">
              <a:off x="4244763" y="1471853"/>
              <a:ext cx="1183580" cy="806890"/>
            </a:xfrm>
            <a:custGeom>
              <a:avLst/>
              <a:gdLst>
                <a:gd name="connsiteX0" fmla="*/ 291568 w 1183580"/>
                <a:gd name="connsiteY0" fmla="*/ 0 h 806890"/>
                <a:gd name="connsiteX1" fmla="*/ 252643 w 1183580"/>
                <a:gd name="connsiteY1" fmla="*/ 12083 h 806890"/>
                <a:gd name="connsiteX2" fmla="*/ 0 w 1183580"/>
                <a:gd name="connsiteY2" fmla="*/ 393233 h 806890"/>
                <a:gd name="connsiteX3" fmla="*/ 413657 w 1183580"/>
                <a:gd name="connsiteY3" fmla="*/ 806890 h 806890"/>
                <a:gd name="connsiteX4" fmla="*/ 1183580 w 1183580"/>
                <a:gd name="connsiteY4" fmla="*/ 806890 h 806890"/>
                <a:gd name="connsiteX5" fmla="*/ 1141360 w 1183580"/>
                <a:gd name="connsiteY5" fmla="*/ 737394 h 806890"/>
                <a:gd name="connsiteX6" fmla="*/ 372223 w 1183580"/>
                <a:gd name="connsiteY6" fmla="*/ 38854 h 806890"/>
                <a:gd name="connsiteX7" fmla="*/ 291568 w 1183580"/>
                <a:gd name="connsiteY7" fmla="*/ 0 h 806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3580" h="806890">
                  <a:moveTo>
                    <a:pt x="291568" y="0"/>
                  </a:moveTo>
                  <a:lnTo>
                    <a:pt x="252643" y="12083"/>
                  </a:lnTo>
                  <a:cubicBezTo>
                    <a:pt x="104176" y="74880"/>
                    <a:pt x="0" y="221891"/>
                    <a:pt x="0" y="393233"/>
                  </a:cubicBezTo>
                  <a:cubicBezTo>
                    <a:pt x="0" y="621689"/>
                    <a:pt x="185201" y="806890"/>
                    <a:pt x="413657" y="806890"/>
                  </a:cubicBezTo>
                  <a:lnTo>
                    <a:pt x="1183580" y="806890"/>
                  </a:lnTo>
                  <a:lnTo>
                    <a:pt x="1141360" y="737394"/>
                  </a:lnTo>
                  <a:cubicBezTo>
                    <a:pt x="945335" y="447239"/>
                    <a:pt x="681341" y="206777"/>
                    <a:pt x="372223" y="38854"/>
                  </a:cubicBezTo>
                  <a:lnTo>
                    <a:pt x="291568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3C11DFAA-9DD8-BA31-2F51-2883FD9F59BE}"/>
                </a:ext>
              </a:extLst>
            </p:cNvPr>
            <p:cNvSpPr/>
            <p:nvPr/>
          </p:nvSpPr>
          <p:spPr>
            <a:xfrm flipH="1">
              <a:off x="1262743" y="1451429"/>
              <a:ext cx="3874032" cy="827314"/>
            </a:xfrm>
            <a:custGeom>
              <a:avLst/>
              <a:gdLst>
                <a:gd name="connsiteX0" fmla="*/ 3460375 w 3874032"/>
                <a:gd name="connsiteY0" fmla="*/ 0 h 827314"/>
                <a:gd name="connsiteX1" fmla="*/ 122089 w 3874032"/>
                <a:gd name="connsiteY1" fmla="*/ 0 h 827314"/>
                <a:gd name="connsiteX2" fmla="*/ 38723 w 3874032"/>
                <a:gd name="connsiteY2" fmla="*/ 8404 h 827314"/>
                <a:gd name="connsiteX3" fmla="*/ 0 w 3874032"/>
                <a:gd name="connsiteY3" fmla="*/ 20424 h 827314"/>
                <a:gd name="connsiteX4" fmla="*/ 80655 w 3874032"/>
                <a:gd name="connsiteY4" fmla="*/ 59278 h 827314"/>
                <a:gd name="connsiteX5" fmla="*/ 849792 w 3874032"/>
                <a:gd name="connsiteY5" fmla="*/ 757818 h 827314"/>
                <a:gd name="connsiteX6" fmla="*/ 892012 w 3874032"/>
                <a:gd name="connsiteY6" fmla="*/ 827314 h 827314"/>
                <a:gd name="connsiteX7" fmla="*/ 3460375 w 3874032"/>
                <a:gd name="connsiteY7" fmla="*/ 827314 h 827314"/>
                <a:gd name="connsiteX8" fmla="*/ 3874032 w 3874032"/>
                <a:gd name="connsiteY8" fmla="*/ 413657 h 827314"/>
                <a:gd name="connsiteX9" fmla="*/ 3460375 w 3874032"/>
                <a:gd name="connsiteY9" fmla="*/ 0 h 827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4032" h="827314">
                  <a:moveTo>
                    <a:pt x="3460375" y="0"/>
                  </a:moveTo>
                  <a:lnTo>
                    <a:pt x="122089" y="0"/>
                  </a:lnTo>
                  <a:cubicBezTo>
                    <a:pt x="93532" y="0"/>
                    <a:pt x="65651" y="2894"/>
                    <a:pt x="38723" y="8404"/>
                  </a:cubicBezTo>
                  <a:lnTo>
                    <a:pt x="0" y="20424"/>
                  </a:lnTo>
                  <a:lnTo>
                    <a:pt x="80655" y="59278"/>
                  </a:lnTo>
                  <a:cubicBezTo>
                    <a:pt x="389773" y="227201"/>
                    <a:pt x="653767" y="467663"/>
                    <a:pt x="849792" y="757818"/>
                  </a:cubicBezTo>
                  <a:lnTo>
                    <a:pt x="892012" y="827314"/>
                  </a:lnTo>
                  <a:lnTo>
                    <a:pt x="3460375" y="827314"/>
                  </a:lnTo>
                  <a:cubicBezTo>
                    <a:pt x="3688831" y="827314"/>
                    <a:pt x="3874032" y="642113"/>
                    <a:pt x="3874032" y="413657"/>
                  </a:cubicBezTo>
                  <a:cubicBezTo>
                    <a:pt x="3874032" y="185201"/>
                    <a:pt x="3688831" y="0"/>
                    <a:pt x="3460375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92100" dir="5400000" algn="ctr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800" b="1" dirty="0">
                  <a:solidFill>
                    <a:srgbClr val="FFFFFF"/>
                  </a:solidFill>
                </a:rPr>
                <a:t>CONTEXTE</a:t>
              </a:r>
              <a:endParaRPr lang="fr-FR" b="1" dirty="0">
                <a:solidFill>
                  <a:srgbClr val="FFFFFF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736920A-4F6D-D74F-64F6-DA999A704BA6}"/>
                </a:ext>
              </a:extLst>
            </p:cNvPr>
            <p:cNvSpPr/>
            <p:nvPr/>
          </p:nvSpPr>
          <p:spPr>
            <a:xfrm>
              <a:off x="4716086" y="141363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fr-FR" sz="5400" b="1" cap="none" spc="0" dirty="0">
                  <a:ln w="0"/>
                  <a:solidFill>
                    <a:srgbClr val="FFFFFF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fr-FR" sz="5400" b="1" cap="none" spc="0" dirty="0">
                <a:ln w="0"/>
                <a:solidFill>
                  <a:srgbClr val="FFFFFF"/>
                </a:solidFill>
                <a:effectLst>
                  <a:reflection blurRad="6350" stA="53000" endA="300" endPos="35500" dir="5400000" sy="-90000" algn="bl" rotWithShape="0"/>
                </a:effectLst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67E3AF46-3A10-3AE7-BB09-A59592C6EE4A}"/>
              </a:ext>
            </a:extLst>
          </p:cNvPr>
          <p:cNvSpPr/>
          <p:nvPr/>
        </p:nvSpPr>
        <p:spPr>
          <a:xfrm>
            <a:off x="5479963" y="2967335"/>
            <a:ext cx="13484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Plan</a:t>
            </a:r>
            <a:endParaRPr lang="fr-FR" sz="5400" b="1" cap="none" spc="0" dirty="0">
              <a:ln w="0"/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454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1.48148E-6 L 0.43255 -0.00625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628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39557 4.44444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0.44896 1.11111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111E-6 L -0.44518 1.11111E-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0.38333 4.44444E-6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81481E-6 L -0.44362 -0.00648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87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e 42">
            <a:extLst>
              <a:ext uri="{FF2B5EF4-FFF2-40B4-BE49-F238E27FC236}">
                <a16:creationId xmlns:a16="http://schemas.microsoft.com/office/drawing/2014/main" id="{810ACA29-50E2-01CF-568B-6609F1E05F9B}"/>
              </a:ext>
            </a:extLst>
          </p:cNvPr>
          <p:cNvGrpSpPr/>
          <p:nvPr/>
        </p:nvGrpSpPr>
        <p:grpSpPr>
          <a:xfrm>
            <a:off x="11112" y="0"/>
            <a:ext cx="12192000" cy="6858000"/>
            <a:chOff x="11112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9E2D15-736B-5903-D887-E08E1D524341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FA90B721-5A54-6BD8-B9C1-C7552DD97147}"/>
                </a:ext>
              </a:extLst>
            </p:cNvPr>
            <p:cNvSpPr/>
            <p:nvPr/>
          </p:nvSpPr>
          <p:spPr>
            <a:xfrm>
              <a:off x="11542712" y="1443038"/>
              <a:ext cx="660400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9600" b="1" dirty="0">
                  <a:solidFill>
                    <a:srgbClr val="FFFFFF"/>
                  </a:solidFill>
                </a:rPr>
                <a:t>I</a:t>
              </a:r>
              <a:endParaRPr lang="fr-FR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80" name="Espace réservé du texte 6">
            <a:extLst>
              <a:ext uri="{FF2B5EF4-FFF2-40B4-BE49-F238E27FC236}">
                <a16:creationId xmlns:a16="http://schemas.microsoft.com/office/drawing/2014/main" id="{471FE8F7-3DB8-3229-31D1-A7DA6F603EC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916195" y="2963854"/>
            <a:ext cx="4318302" cy="787418"/>
          </a:xfrm>
        </p:spPr>
        <p:txBody>
          <a:bodyPr rtlCol="0">
            <a:noAutofit/>
          </a:bodyPr>
          <a:lstStyle/>
          <a:p>
            <a:pPr rtl="0"/>
            <a:r>
              <a:rPr lang="fr-FR" sz="7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CONTEXTE</a:t>
            </a:r>
            <a:endParaRPr lang="fr-FR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9291461" y="0"/>
            <a:ext cx="12192000" cy="6858000"/>
            <a:chOff x="11112" y="0"/>
            <a:chExt cx="12192000" cy="68580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II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2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9767940" y="0"/>
            <a:ext cx="12192000" cy="6858000"/>
            <a:chOff x="11112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III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5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0244419" y="0"/>
            <a:ext cx="12192000" cy="6858000"/>
            <a:chOff x="11112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7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IV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0720898" y="0"/>
            <a:ext cx="12192000" cy="6858000"/>
            <a:chOff x="11112" y="0"/>
            <a:chExt cx="1219200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5D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V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6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1197377" y="0"/>
            <a:ext cx="12192000" cy="6858000"/>
            <a:chOff x="11112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VI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084882" y="2666243"/>
            <a:ext cx="7848000" cy="1525514"/>
            <a:chOff x="805362" y="2594806"/>
            <a:chExt cx="7848000" cy="1525514"/>
          </a:xfrm>
        </p:grpSpPr>
        <p:sp>
          <p:nvSpPr>
            <p:cNvPr id="44" name="Rounded Rectangle 43"/>
            <p:cNvSpPr/>
            <p:nvPr/>
          </p:nvSpPr>
          <p:spPr>
            <a:xfrm>
              <a:off x="805362" y="4084320"/>
              <a:ext cx="7848000" cy="3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805362" y="2594806"/>
              <a:ext cx="7848000" cy="3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97314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CD96C-ADDF-4D9F-B790-CF6E3E55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1" y="256103"/>
            <a:ext cx="8065910" cy="697044"/>
          </a:xfrm>
        </p:spPr>
        <p:txBody>
          <a:bodyPr rtlCol="0"/>
          <a:lstStyle/>
          <a:p>
            <a:pPr rtl="0"/>
            <a:r>
              <a:rPr lang="fr-FR" sz="3600" dirty="0">
                <a:solidFill>
                  <a:schemeClr val="tx1"/>
                </a:solidFill>
              </a:rPr>
              <a:t>Contexte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040D52-4191-48B5-89BF-0F57F61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sz="1800" smtClean="0"/>
              <a:pPr rtl="0"/>
              <a:t>4</a:t>
            </a:fld>
            <a:endParaRPr lang="fr-FR" sz="1800" dirty="0"/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11F7DC55-9FDB-530D-38C7-CC211A11BE53}"/>
              </a:ext>
            </a:extLst>
          </p:cNvPr>
          <p:cNvSpPr txBox="1">
            <a:spLocks/>
          </p:cNvSpPr>
          <p:nvPr/>
        </p:nvSpPr>
        <p:spPr>
          <a:xfrm>
            <a:off x="736600" y="1874728"/>
            <a:ext cx="10401299" cy="401807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70000"/>
              </a:lnSpc>
            </a:pPr>
            <a:r>
              <a:rPr lang="fr-FR" sz="4000" dirty="0" smtClean="0">
                <a:solidFill>
                  <a:schemeClr val="tx1"/>
                </a:solidFill>
              </a:rPr>
              <a:t>	SESAME </a:t>
            </a:r>
            <a:r>
              <a:rPr lang="fr-FR" sz="4000" dirty="0">
                <a:solidFill>
                  <a:schemeClr val="tx1"/>
                </a:solidFill>
              </a:rPr>
              <a:t>Financial Services SA vise à étendre sa présence dans le domaine des paiements en ligne et à offrir une gamme plus large de services à ses clients. Pour y parvenir, elle envisage de mettre en place une plateforme de gestion pour l'agrégateur </a:t>
            </a:r>
            <a:r>
              <a:rPr lang="fr-FR" sz="4000" dirty="0" smtClean="0">
                <a:solidFill>
                  <a:schemeClr val="tx1"/>
                </a:solidFill>
              </a:rPr>
              <a:t>YUPAYX. Cette </a:t>
            </a:r>
            <a:r>
              <a:rPr lang="fr-FR" sz="4000" dirty="0">
                <a:solidFill>
                  <a:schemeClr val="tx1"/>
                </a:solidFill>
              </a:rPr>
              <a:t>plateforme a pour objectif principal de proposer une solution de paiement sécurisée et fiable aux utilisateurs, qu'ils soient des particuliers ou des entreprises, tout en leurs offrant la possibilité de souscrire à différents services en ligne.</a:t>
            </a:r>
          </a:p>
        </p:txBody>
      </p:sp>
    </p:spTree>
    <p:extLst>
      <p:ext uri="{BB962C8B-B14F-4D97-AF65-F5344CB8AC3E}">
        <p14:creationId xmlns:p14="http://schemas.microsoft.com/office/powerpoint/2010/main" val="398065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CD96C-ADDF-4D9F-B790-CF6E3E55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1" y="256103"/>
            <a:ext cx="8065910" cy="697044"/>
          </a:xfrm>
        </p:spPr>
        <p:txBody>
          <a:bodyPr rtlCol="0"/>
          <a:lstStyle/>
          <a:p>
            <a:pPr rtl="0"/>
            <a:r>
              <a:rPr lang="fr-FR" sz="3600" dirty="0" smtClean="0">
                <a:solidFill>
                  <a:schemeClr val="tx1"/>
                </a:solidFill>
              </a:rPr>
              <a:t>Contexte</a:t>
            </a:r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040D52-4191-48B5-89BF-0F57F61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sz="1800" smtClean="0"/>
              <a:pPr rtl="0"/>
              <a:t>5</a:t>
            </a:fld>
            <a:endParaRPr lang="fr-FR" sz="1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35" y="2877809"/>
            <a:ext cx="1350559" cy="1975152"/>
          </a:xfrm>
          <a:prstGeom prst="rect">
            <a:avLst/>
          </a:prstGeom>
        </p:spPr>
      </p:pic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85334784-A60B-CB07-D7B7-3279FA9DA065}"/>
              </a:ext>
            </a:extLst>
          </p:cNvPr>
          <p:cNvSpPr/>
          <p:nvPr/>
        </p:nvSpPr>
        <p:spPr>
          <a:xfrm>
            <a:off x="3095856" y="1033724"/>
            <a:ext cx="3731799" cy="2240783"/>
          </a:xfrm>
          <a:prstGeom prst="cloudCallout">
            <a:avLst>
              <a:gd name="adj1" fmla="val -75411"/>
              <a:gd name="adj2" fmla="val 47689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tx1">
                  <a:lumMod val="90000"/>
                  <a:lumOff val="1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FFFF"/>
                </a:solidFill>
              </a:rPr>
              <a:t>C’est quoi un </a:t>
            </a:r>
            <a:r>
              <a:rPr lang="fr-CM" sz="2400" b="1" dirty="0">
                <a:solidFill>
                  <a:srgbClr val="FFFFFF"/>
                </a:solidFill>
              </a:rPr>
              <a:t>agrégateur</a:t>
            </a:r>
            <a:r>
              <a:rPr lang="fr-FR" sz="2400" b="1" dirty="0">
                <a:solidFill>
                  <a:srgbClr val="FFFFFF"/>
                </a:solidFill>
              </a:rPr>
              <a:t> de paiement?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2348" y="1911373"/>
            <a:ext cx="4276165" cy="427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78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7.40741E-7 L -0.42122 7.40741E-7 " pathEditMode="relative" rAng="0" ptsTypes="AA">
                                      <p:cBhvr>
                                        <p:cTn id="17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6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CD96C-ADDF-4D9F-B790-CF6E3E55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1" y="256103"/>
            <a:ext cx="8065910" cy="697044"/>
          </a:xfrm>
        </p:spPr>
        <p:txBody>
          <a:bodyPr rtlCol="0"/>
          <a:lstStyle/>
          <a:p>
            <a:pPr rtl="0"/>
            <a:r>
              <a:rPr lang="fr-FR" sz="3600" dirty="0" smtClean="0">
                <a:solidFill>
                  <a:schemeClr val="tx1"/>
                </a:solidFill>
              </a:rPr>
              <a:t>Contexte</a:t>
            </a:r>
            <a:endParaRPr lang="fr-FR" sz="3600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040D52-4191-48B5-89BF-0F57F61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sz="1800" smtClean="0"/>
              <a:pPr rtl="0"/>
              <a:t>6</a:t>
            </a:fld>
            <a:endParaRPr lang="fr-FR" sz="1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35" y="2877809"/>
            <a:ext cx="1350559" cy="1975152"/>
          </a:xfrm>
          <a:prstGeom prst="rect">
            <a:avLst/>
          </a:prstGeom>
        </p:spPr>
      </p:pic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85334784-A60B-CB07-D7B7-3279FA9DA065}"/>
              </a:ext>
            </a:extLst>
          </p:cNvPr>
          <p:cNvSpPr/>
          <p:nvPr/>
        </p:nvSpPr>
        <p:spPr>
          <a:xfrm>
            <a:off x="3095856" y="1033724"/>
            <a:ext cx="3731799" cy="2240783"/>
          </a:xfrm>
          <a:prstGeom prst="cloudCallout">
            <a:avLst>
              <a:gd name="adj1" fmla="val -75411"/>
              <a:gd name="adj2" fmla="val 47689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tx1">
                  <a:lumMod val="90000"/>
                  <a:lumOff val="1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rgbClr val="FFFFFF"/>
                </a:solidFill>
              </a:rPr>
              <a:t>C’est quoi YUPAYX?</a:t>
            </a:r>
            <a:endParaRPr lang="fr-FR" sz="2400" b="1" dirty="0">
              <a:solidFill>
                <a:srgbClr val="FFFFFF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3668" y="1934159"/>
            <a:ext cx="4140200" cy="41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5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3.7037E-6 L -0.42122 3.7037E-6 " pathEditMode="relative" rAng="0" ptsTypes="AA">
                                      <p:cBhvr>
                                        <p:cTn id="1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6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e 42">
            <a:extLst>
              <a:ext uri="{FF2B5EF4-FFF2-40B4-BE49-F238E27FC236}">
                <a16:creationId xmlns:a16="http://schemas.microsoft.com/office/drawing/2014/main" id="{810ACA29-50E2-01CF-568B-6609F1E05F9B}"/>
              </a:ext>
            </a:extLst>
          </p:cNvPr>
          <p:cNvGrpSpPr/>
          <p:nvPr/>
        </p:nvGrpSpPr>
        <p:grpSpPr>
          <a:xfrm>
            <a:off x="11112" y="0"/>
            <a:ext cx="12192000" cy="6858000"/>
            <a:chOff x="11112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9E2D15-736B-5903-D887-E08E1D524341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FA90B721-5A54-6BD8-B9C1-C7552DD97147}"/>
                </a:ext>
              </a:extLst>
            </p:cNvPr>
            <p:cNvSpPr/>
            <p:nvPr/>
          </p:nvSpPr>
          <p:spPr>
            <a:xfrm>
              <a:off x="11766232" y="1443038"/>
              <a:ext cx="432000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600" b="1" dirty="0">
                  <a:solidFill>
                    <a:srgbClr val="FFFFFF"/>
                  </a:solidFill>
                </a:rPr>
                <a:t>I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9291461" y="0"/>
            <a:ext cx="12192000" cy="6858000"/>
            <a:chOff x="11112" y="0"/>
            <a:chExt cx="12192000" cy="68580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II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80" name="Espace réservé du texte 6">
            <a:extLst>
              <a:ext uri="{FF2B5EF4-FFF2-40B4-BE49-F238E27FC236}">
                <a16:creationId xmlns:a16="http://schemas.microsoft.com/office/drawing/2014/main" id="{471FE8F7-3DB8-3229-31D1-A7DA6F603EC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3409385" y="3035291"/>
            <a:ext cx="6527748" cy="787418"/>
          </a:xfrm>
        </p:spPr>
        <p:txBody>
          <a:bodyPr rtlCol="0">
            <a:noAutofit/>
          </a:bodyPr>
          <a:lstStyle/>
          <a:p>
            <a:pPr algn="ctr" rtl="0"/>
            <a:r>
              <a:rPr lang="fr-FR" sz="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PROBLÉMATIQUE</a:t>
            </a:r>
          </a:p>
        </p:txBody>
      </p:sp>
      <p:grpSp>
        <p:nvGrpSpPr>
          <p:cNvPr id="22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9767940" y="0"/>
            <a:ext cx="12192000" cy="6858000"/>
            <a:chOff x="11112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III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5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0244419" y="0"/>
            <a:ext cx="12192000" cy="6858000"/>
            <a:chOff x="11112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7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IV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0720898" y="0"/>
            <a:ext cx="12192000" cy="6858000"/>
            <a:chOff x="11112" y="0"/>
            <a:chExt cx="1219200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5D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V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6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1197377" y="0"/>
            <a:ext cx="12192000" cy="6858000"/>
            <a:chOff x="11112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VI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781626" y="2673785"/>
            <a:ext cx="7848000" cy="1510430"/>
            <a:chOff x="3377018" y="2544006"/>
            <a:chExt cx="7848000" cy="1525514"/>
          </a:xfrm>
        </p:grpSpPr>
        <p:sp>
          <p:nvSpPr>
            <p:cNvPr id="28" name="Rounded Rectangle 27"/>
            <p:cNvSpPr/>
            <p:nvPr/>
          </p:nvSpPr>
          <p:spPr>
            <a:xfrm>
              <a:off x="3377018" y="4033520"/>
              <a:ext cx="7848000" cy="3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77018" y="2544006"/>
              <a:ext cx="7848000" cy="3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993900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0 L 0.72539 0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CD96C-ADDF-4D9F-B790-CF6E3E55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1" y="256103"/>
            <a:ext cx="8065910" cy="697044"/>
          </a:xfrm>
        </p:spPr>
        <p:txBody>
          <a:bodyPr rtlCol="0"/>
          <a:lstStyle/>
          <a:p>
            <a:pPr rtl="0"/>
            <a:r>
              <a:rPr lang="fr-FR" sz="3600" dirty="0">
                <a:solidFill>
                  <a:schemeClr val="tx1"/>
                </a:solidFill>
              </a:rPr>
              <a:t>Problématique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040D52-4191-48B5-89BF-0F57F61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sz="1800" smtClean="0"/>
              <a:pPr rtl="0"/>
              <a:t>8</a:t>
            </a:fld>
            <a:endParaRPr lang="fr-FR" sz="1800" dirty="0"/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AE6C87FC-68EF-7AD9-F1E5-EC562209CC2A}"/>
              </a:ext>
            </a:extLst>
          </p:cNvPr>
          <p:cNvSpPr txBox="1">
            <a:spLocks/>
          </p:cNvSpPr>
          <p:nvPr/>
        </p:nvSpPr>
        <p:spPr>
          <a:xfrm>
            <a:off x="1803805" y="1417528"/>
            <a:ext cx="8065910" cy="56446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dirty="0">
                <a:solidFill>
                  <a:schemeClr val="tx1"/>
                </a:solidFill>
              </a:rPr>
              <a:t>Absence d’une plateforme de gestion de YUPAYX</a:t>
            </a:r>
          </a:p>
        </p:txBody>
      </p:sp>
    </p:spTree>
    <p:extLst>
      <p:ext uri="{BB962C8B-B14F-4D97-AF65-F5344CB8AC3E}">
        <p14:creationId xmlns:p14="http://schemas.microsoft.com/office/powerpoint/2010/main" val="331588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CD96C-ADDF-4D9F-B790-CF6E3E55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1" y="256103"/>
            <a:ext cx="8065910" cy="697044"/>
          </a:xfrm>
        </p:spPr>
        <p:txBody>
          <a:bodyPr rtlCol="0"/>
          <a:lstStyle/>
          <a:p>
            <a:pPr rtl="0"/>
            <a:r>
              <a:rPr lang="fr-FR" sz="3600" dirty="0">
                <a:solidFill>
                  <a:schemeClr val="tx1"/>
                </a:solidFill>
              </a:rPr>
              <a:t>Problématique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040D52-4191-48B5-89BF-0F57F61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sz="1800" smtClean="0"/>
              <a:pPr rtl="0"/>
              <a:t>9</a:t>
            </a:fld>
            <a:endParaRPr lang="fr-FR" sz="1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01" y="2194392"/>
            <a:ext cx="2379289" cy="3479638"/>
          </a:xfrm>
          <a:prstGeom prst="rect">
            <a:avLst/>
          </a:prstGeom>
        </p:spPr>
      </p:pic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85334784-A60B-CB07-D7B7-3279FA9DA065}"/>
              </a:ext>
            </a:extLst>
          </p:cNvPr>
          <p:cNvSpPr/>
          <p:nvPr/>
        </p:nvSpPr>
        <p:spPr>
          <a:xfrm>
            <a:off x="4788307" y="744330"/>
            <a:ext cx="3557408" cy="1789780"/>
          </a:xfrm>
          <a:prstGeom prst="cloudCallout">
            <a:avLst>
              <a:gd name="adj1" fmla="val -85155"/>
              <a:gd name="adj2" fmla="val 49381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tx1">
                  <a:lumMod val="90000"/>
                  <a:lumOff val="1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FFFF"/>
                </a:solidFill>
              </a:rPr>
              <a:t>Perte de potentiels clients</a:t>
            </a:r>
            <a:endParaRPr lang="fr-FR" b="1" dirty="0">
              <a:solidFill>
                <a:srgbClr val="FFFFFF"/>
              </a:solidFill>
            </a:endParaRP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0A66EC34-2813-FA90-C467-D1D9EE8C10C7}"/>
              </a:ext>
            </a:extLst>
          </p:cNvPr>
          <p:cNvSpPr/>
          <p:nvPr/>
        </p:nvSpPr>
        <p:spPr>
          <a:xfrm>
            <a:off x="6948381" y="2534110"/>
            <a:ext cx="4499426" cy="1789780"/>
          </a:xfrm>
          <a:prstGeom prst="cloudCallout">
            <a:avLst>
              <a:gd name="adj1" fmla="val -118219"/>
              <a:gd name="adj2" fmla="val 21809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tx1">
                  <a:lumMod val="90000"/>
                  <a:lumOff val="1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FFFF"/>
                </a:solidFill>
              </a:rPr>
              <a:t>La non capacité de déploiement sur le terrain</a:t>
            </a:r>
            <a:endParaRPr lang="fr-FR" b="1" dirty="0">
              <a:solidFill>
                <a:srgbClr val="FFFFFF"/>
              </a:solidFill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34DA62BA-61E0-E50D-4554-BE1CD63CFFEC}"/>
              </a:ext>
            </a:extLst>
          </p:cNvPr>
          <p:cNvSpPr/>
          <p:nvPr/>
        </p:nvSpPr>
        <p:spPr>
          <a:xfrm>
            <a:off x="5942897" y="4913113"/>
            <a:ext cx="4021864" cy="1789780"/>
          </a:xfrm>
          <a:prstGeom prst="cloudCallout">
            <a:avLst>
              <a:gd name="adj1" fmla="val -117917"/>
              <a:gd name="adj2" fmla="val -40635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tx1">
                  <a:lumMod val="90000"/>
                  <a:lumOff val="1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FFFF"/>
                </a:solidFill>
              </a:rPr>
              <a:t>Le manque de documentation liée à YUPAYX</a:t>
            </a:r>
            <a:endParaRPr lang="fr-FR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27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CD96C-ADDF-4D9F-B790-CF6E3E55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1" y="256103"/>
            <a:ext cx="8065910" cy="697044"/>
          </a:xfrm>
        </p:spPr>
        <p:txBody>
          <a:bodyPr rtlCol="0"/>
          <a:lstStyle/>
          <a:p>
            <a:pPr rtl="0"/>
            <a:r>
              <a:rPr lang="fr-FR" sz="3600" dirty="0">
                <a:solidFill>
                  <a:schemeClr val="tx1"/>
                </a:solidFill>
              </a:rPr>
              <a:t>Problématique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040D52-4191-48B5-89BF-0F57F61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5CBEC59-7FF9-4688-98DF-89832A0C9025}" type="slidenum">
              <a:rPr lang="fr-FR" sz="1800" smtClean="0"/>
              <a:pPr rtl="0"/>
              <a:t>10</a:t>
            </a:fld>
            <a:endParaRPr lang="fr-FR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EE83AB-2CE4-2735-7D68-E4E9F686E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26" y="2327809"/>
            <a:ext cx="2736948" cy="3479638"/>
          </a:xfrm>
          <a:prstGeom prst="rect">
            <a:avLst/>
          </a:prstGeom>
        </p:spPr>
      </p:pic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5D129D24-65A2-C741-35B8-A54E4917846E}"/>
              </a:ext>
            </a:extLst>
          </p:cNvPr>
          <p:cNvSpPr/>
          <p:nvPr/>
        </p:nvSpPr>
        <p:spPr>
          <a:xfrm>
            <a:off x="5659013" y="1826845"/>
            <a:ext cx="5299273" cy="2240783"/>
          </a:xfrm>
          <a:prstGeom prst="cloudCallout">
            <a:avLst>
              <a:gd name="adj1" fmla="val -96457"/>
              <a:gd name="adj2" fmla="val 50087"/>
            </a:avLst>
          </a:prstGeom>
          <a:gradFill>
            <a:gsLst>
              <a:gs pos="0">
                <a:schemeClr val="tx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FFFFFF"/>
                </a:solidFill>
              </a:rPr>
              <a:t>YUPAYX MANAGER</a:t>
            </a:r>
            <a:endParaRPr lang="fr-FR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92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e 42">
            <a:extLst>
              <a:ext uri="{FF2B5EF4-FFF2-40B4-BE49-F238E27FC236}">
                <a16:creationId xmlns:a16="http://schemas.microsoft.com/office/drawing/2014/main" id="{810ACA29-50E2-01CF-568B-6609F1E05F9B}"/>
              </a:ext>
            </a:extLst>
          </p:cNvPr>
          <p:cNvGrpSpPr/>
          <p:nvPr/>
        </p:nvGrpSpPr>
        <p:grpSpPr>
          <a:xfrm>
            <a:off x="11112" y="0"/>
            <a:ext cx="12192000" cy="6858000"/>
            <a:chOff x="11112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9E2D15-736B-5903-D887-E08E1D524341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FA90B721-5A54-6BD8-B9C1-C7552DD97147}"/>
                </a:ext>
              </a:extLst>
            </p:cNvPr>
            <p:cNvSpPr/>
            <p:nvPr/>
          </p:nvSpPr>
          <p:spPr>
            <a:xfrm>
              <a:off x="11766232" y="1443038"/>
              <a:ext cx="432000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600" b="1" dirty="0">
                  <a:solidFill>
                    <a:srgbClr val="FFFFFF"/>
                  </a:solidFill>
                </a:rPr>
                <a:t>I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458230" y="0"/>
            <a:ext cx="12192000" cy="6858000"/>
            <a:chOff x="11112" y="0"/>
            <a:chExt cx="12192000" cy="68580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6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II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2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919431" y="0"/>
            <a:ext cx="12192000" cy="6858000"/>
            <a:chOff x="11112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III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5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0543867" y="0"/>
            <a:ext cx="12192000" cy="6858000"/>
            <a:chOff x="11112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7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IV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1069515" y="-1133"/>
            <a:ext cx="12192000" cy="6858000"/>
            <a:chOff x="11112" y="0"/>
            <a:chExt cx="1219200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5D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V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6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1618564" y="13381"/>
            <a:ext cx="12192000" cy="6858000"/>
            <a:chOff x="11112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VI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052162" y="2222121"/>
            <a:ext cx="7848000" cy="2413757"/>
            <a:chOff x="3377018" y="2544006"/>
            <a:chExt cx="7848000" cy="1525514"/>
          </a:xfrm>
        </p:grpSpPr>
        <p:sp>
          <p:nvSpPr>
            <p:cNvPr id="28" name="Rounded Rectangle 27"/>
            <p:cNvSpPr/>
            <p:nvPr/>
          </p:nvSpPr>
          <p:spPr>
            <a:xfrm>
              <a:off x="3377018" y="4033520"/>
              <a:ext cx="7848000" cy="3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77018" y="2544006"/>
              <a:ext cx="7848000" cy="3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471FE8F7-3DB8-3229-31D1-A7DA6F603EC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2679921" y="2570145"/>
            <a:ext cx="6527748" cy="787418"/>
          </a:xfrm>
        </p:spPr>
        <p:txBody>
          <a:bodyPr rtlCol="0">
            <a:noAutofit/>
          </a:bodyPr>
          <a:lstStyle/>
          <a:p>
            <a:pPr algn="ctr"/>
            <a:r>
              <a:rPr lang="fr-FR" sz="6600" dirty="0">
                <a:solidFill>
                  <a:schemeClr val="tx1"/>
                </a:solidFill>
              </a:rPr>
              <a:t>SOLUTIONS EXISTANTES</a:t>
            </a:r>
          </a:p>
        </p:txBody>
      </p:sp>
    </p:spTree>
    <p:extLst>
      <p:ext uri="{BB962C8B-B14F-4D97-AF65-F5344CB8AC3E}">
        <p14:creationId xmlns:p14="http://schemas.microsoft.com/office/powerpoint/2010/main" val="145820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E5E9F22E-B73C-C443-EC37-12EB8A9A3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530859"/>
              </p:ext>
            </p:extLst>
          </p:nvPr>
        </p:nvGraphicFramePr>
        <p:xfrm>
          <a:off x="928801" y="1282400"/>
          <a:ext cx="9479223" cy="5260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364">
                  <a:extLst>
                    <a:ext uri="{9D8B030D-6E8A-4147-A177-3AD203B41FA5}">
                      <a16:colId xmlns:a16="http://schemas.microsoft.com/office/drawing/2014/main" val="1134061093"/>
                    </a:ext>
                  </a:extLst>
                </a:gridCol>
                <a:gridCol w="3386295">
                  <a:extLst>
                    <a:ext uri="{9D8B030D-6E8A-4147-A177-3AD203B41FA5}">
                      <a16:colId xmlns:a16="http://schemas.microsoft.com/office/drawing/2014/main" val="1005688524"/>
                    </a:ext>
                  </a:extLst>
                </a:gridCol>
                <a:gridCol w="3772564">
                  <a:extLst>
                    <a:ext uri="{9D8B030D-6E8A-4147-A177-3AD203B41FA5}">
                      <a16:colId xmlns:a16="http://schemas.microsoft.com/office/drawing/2014/main" val="2148828606"/>
                    </a:ext>
                  </a:extLst>
                </a:gridCol>
              </a:tblGrid>
              <a:tr h="5658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Solutions existantes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Fonctionnalités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Méthodes de paiement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69767"/>
                  </a:ext>
                </a:extLst>
              </a:tr>
              <a:tr h="1717408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Qui</a:t>
                      </a:r>
                      <a:r>
                        <a:rPr lang="fr-FR" dirty="0"/>
                        <a:t> </a:t>
                      </a:r>
                      <a:r>
                        <a:rPr lang="fr-CM" sz="1800" b="1" dirty="0">
                          <a:solidFill>
                            <a:srgbClr val="080808"/>
                          </a:solidFill>
                        </a:rPr>
                        <a:t>est une solution camerounaise de paiement en ligne nouvelle par l’entreprise CleanDev Agency. </a:t>
                      </a:r>
                      <a:endParaRPr lang="en-US" sz="1800" b="1" dirty="0">
                        <a:solidFill>
                          <a:srgbClr val="08080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1826"/>
                  </a:ext>
                </a:extLst>
              </a:tr>
              <a:tr h="1422822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1800" b="1" dirty="0">
                          <a:solidFill>
                            <a:schemeClr val="tx1"/>
                          </a:solidFill>
                        </a:rPr>
                        <a:t>Qui  est une plateforme d’agrégation de moyens de paiement électronique. </a:t>
                      </a:r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736279"/>
                  </a:ext>
                </a:extLst>
              </a:tr>
              <a:tr h="155490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800" b="1" dirty="0">
                          <a:solidFill>
                            <a:schemeClr val="tx1"/>
                          </a:solidFill>
                        </a:rPr>
                        <a:t>Qui  est une plateforme  de paiement des biens et services numériques en ligne en utilisant le service de facturation des opérateurs mobiles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182559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2FDCD96C-ADDF-4D9F-B790-CF6E3E55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1" y="256103"/>
            <a:ext cx="8065910" cy="697044"/>
          </a:xfrm>
        </p:spPr>
        <p:txBody>
          <a:bodyPr rtlCol="0"/>
          <a:lstStyle/>
          <a:p>
            <a:pPr rtl="0"/>
            <a:r>
              <a:rPr lang="fr-FR" sz="3600" dirty="0">
                <a:solidFill>
                  <a:schemeClr val="tx1"/>
                </a:solidFill>
              </a:rPr>
              <a:t>Solutions existantes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040D52-4191-48B5-89BF-0F57F61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8769" y="6545999"/>
            <a:ext cx="2743200" cy="365125"/>
          </a:xfrm>
        </p:spPr>
        <p:txBody>
          <a:bodyPr rtlCol="0"/>
          <a:lstStyle/>
          <a:p>
            <a:pPr rtl="0"/>
            <a:fld id="{95CBEC59-7FF9-4688-98DF-89832A0C9025}" type="slidenum">
              <a:rPr lang="fr-FR" sz="1600" smtClean="0"/>
              <a:pPr rtl="0"/>
              <a:t>12</a:t>
            </a:fld>
            <a:endParaRPr lang="fr-FR" sz="1800" dirty="0"/>
          </a:p>
        </p:txBody>
      </p:sp>
      <p:pic>
        <p:nvPicPr>
          <p:cNvPr id="6" name="Espace réservé du contenu 8">
            <a:extLst>
              <a:ext uri="{FF2B5EF4-FFF2-40B4-BE49-F238E27FC236}">
                <a16:creationId xmlns:a16="http://schemas.microsoft.com/office/drawing/2014/main" id="{2978BD57-E892-61EB-FE8E-888F45801D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3" y="2452900"/>
            <a:ext cx="1968936" cy="366223"/>
          </a:xfrm>
          <a:prstGeom prst="rect">
            <a:avLst/>
          </a:prstGeom>
        </p:spPr>
      </p:pic>
      <p:pic>
        <p:nvPicPr>
          <p:cNvPr id="8" name="Espace réservé du contenu 8">
            <a:extLst>
              <a:ext uri="{FF2B5EF4-FFF2-40B4-BE49-F238E27FC236}">
                <a16:creationId xmlns:a16="http://schemas.microsoft.com/office/drawing/2014/main" id="{9BC18D6E-76CD-00F8-47A1-0E05DEF579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29" y="5463104"/>
            <a:ext cx="2064918" cy="5572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3AB70B-5A22-CE6E-C1F9-EB717FA039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753" y="3897099"/>
            <a:ext cx="2064919" cy="559052"/>
          </a:xfrm>
          <a:prstGeom prst="rect">
            <a:avLst/>
          </a:prstGeom>
        </p:spPr>
      </p:pic>
      <p:pic>
        <p:nvPicPr>
          <p:cNvPr id="14" name="Espace réservé pour une image  1">
            <a:extLst>
              <a:ext uri="{FF2B5EF4-FFF2-40B4-BE49-F238E27FC236}">
                <a16:creationId xmlns:a16="http://schemas.microsoft.com/office/drawing/2014/main" id="{7D4471AC-EB11-BFCC-DB9A-8409E53B0395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" r="91"/>
          <a:stretch>
            <a:fillRect/>
          </a:stretch>
        </p:blipFill>
        <p:spPr>
          <a:xfrm>
            <a:off x="9404944" y="5793938"/>
            <a:ext cx="490528" cy="49142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16" name="Espace réservé pour une image  46">
            <a:extLst>
              <a:ext uri="{FF2B5EF4-FFF2-40B4-BE49-F238E27FC236}">
                <a16:creationId xmlns:a16="http://schemas.microsoft.com/office/drawing/2014/main" id="{694F508F-4949-2C8E-2193-B7A56C58FE38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559" y="5103381"/>
            <a:ext cx="504002" cy="504000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17" name="Espace réservé pour une image  2">
            <a:extLst>
              <a:ext uri="{FF2B5EF4-FFF2-40B4-BE49-F238E27FC236}">
                <a16:creationId xmlns:a16="http://schemas.microsoft.com/office/drawing/2014/main" id="{C2AC4F66-E26E-C36E-22EE-93F516675B25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" r="91"/>
          <a:stretch>
            <a:fillRect/>
          </a:stretch>
        </p:blipFill>
        <p:spPr>
          <a:xfrm>
            <a:off x="8874542" y="5090818"/>
            <a:ext cx="503079" cy="504000"/>
          </a:xfr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22EBC41-FC28-26C3-F1D7-AC43EC8B2B7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5263" y="5813098"/>
            <a:ext cx="523680" cy="5307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B3356E4-108A-B3F4-F327-3E9CA59DF5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7521" y="5877229"/>
            <a:ext cx="683020" cy="458671"/>
          </a:xfrm>
          <a:prstGeom prst="rect">
            <a:avLst/>
          </a:prstGeom>
        </p:spPr>
      </p:pic>
      <p:pic>
        <p:nvPicPr>
          <p:cNvPr id="24" name="Espace réservé pour une image  1">
            <a:extLst>
              <a:ext uri="{FF2B5EF4-FFF2-40B4-BE49-F238E27FC236}">
                <a16:creationId xmlns:a16="http://schemas.microsoft.com/office/drawing/2014/main" id="{B01E0808-24AC-4B89-FCC6-D1A6D63CFB40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5" b="455"/>
          <a:stretch>
            <a:fillRect/>
          </a:stretch>
        </p:blipFill>
        <p:spPr>
          <a:xfrm>
            <a:off x="8795899" y="4285844"/>
            <a:ext cx="620596" cy="620595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7578BA7-A4D9-D358-7E90-677C82D21AE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57039" y="4288586"/>
            <a:ext cx="1052513" cy="583952"/>
          </a:xfrm>
          <a:prstGeom prst="rect">
            <a:avLst/>
          </a:prstGeom>
        </p:spPr>
      </p:pic>
      <p:pic>
        <p:nvPicPr>
          <p:cNvPr id="27" name="Espace réservé pour une image  1">
            <a:extLst>
              <a:ext uri="{FF2B5EF4-FFF2-40B4-BE49-F238E27FC236}">
                <a16:creationId xmlns:a16="http://schemas.microsoft.com/office/drawing/2014/main" id="{14EDB4C6-3BCB-7486-003E-FAC0C158E0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" r="91"/>
          <a:stretch>
            <a:fillRect/>
          </a:stretch>
        </p:blipFill>
        <p:spPr>
          <a:xfrm>
            <a:off x="8795899" y="3685199"/>
            <a:ext cx="490528" cy="491426"/>
          </a:xfrm>
          <a:prstGeom prst="rect">
            <a:avLst/>
          </a:prstGeom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84EE692-83E4-A426-A87D-1A836787A5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7234" y="3700397"/>
            <a:ext cx="683020" cy="458671"/>
          </a:xfrm>
          <a:prstGeom prst="rect">
            <a:avLst/>
          </a:prstGeom>
        </p:spPr>
      </p:pic>
      <p:pic>
        <p:nvPicPr>
          <p:cNvPr id="30" name="Espace réservé pour une image  43">
            <a:extLst>
              <a:ext uri="{FF2B5EF4-FFF2-40B4-BE49-F238E27FC236}">
                <a16:creationId xmlns:a16="http://schemas.microsoft.com/office/drawing/2014/main" id="{328AA547-D259-19D8-D664-C6D33917E5D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" r="182"/>
          <a:stretch>
            <a:fillRect/>
          </a:stretch>
        </p:blipFill>
        <p:spPr>
          <a:xfrm>
            <a:off x="9471204" y="2015764"/>
            <a:ext cx="424268" cy="425822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31" name="Espace réservé pour une image  2">
            <a:extLst>
              <a:ext uri="{FF2B5EF4-FFF2-40B4-BE49-F238E27FC236}">
                <a16:creationId xmlns:a16="http://schemas.microsoft.com/office/drawing/2014/main" id="{3A5A9766-4871-F5CB-5571-3FBDF421811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0" r="25000"/>
          <a:stretch>
            <a:fillRect/>
          </a:stretch>
        </p:blipFill>
        <p:spPr>
          <a:xfrm>
            <a:off x="8451946" y="2031272"/>
            <a:ext cx="410314" cy="410314"/>
          </a:xfrm>
          <a:prstGeom prst="ellipse">
            <a:avLst/>
          </a:prstGeom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32" name="Espace réservé du contenu 8">
            <a:extLst>
              <a:ext uri="{FF2B5EF4-FFF2-40B4-BE49-F238E27FC236}">
                <a16:creationId xmlns:a16="http://schemas.microsoft.com/office/drawing/2014/main" id="{7DE0068C-CB86-3242-A282-EB0DD969F5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933" y="2590715"/>
            <a:ext cx="1137961" cy="211661"/>
          </a:xfrm>
          <a:prstGeom prst="rect">
            <a:avLst/>
          </a:prstGeom>
        </p:spPr>
      </p:pic>
      <p:pic>
        <p:nvPicPr>
          <p:cNvPr id="33" name="Espace réservé pour une image  1">
            <a:extLst>
              <a:ext uri="{FF2B5EF4-FFF2-40B4-BE49-F238E27FC236}">
                <a16:creationId xmlns:a16="http://schemas.microsoft.com/office/drawing/2014/main" id="{7773BA52-191B-5253-BF7B-E2E6FFE75A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" r="91"/>
          <a:stretch>
            <a:fillRect/>
          </a:stretch>
        </p:blipFill>
        <p:spPr>
          <a:xfrm>
            <a:off x="9471204" y="2819123"/>
            <a:ext cx="490528" cy="491426"/>
          </a:xfrm>
          <a:prstGeom prst="rect">
            <a:avLst/>
          </a:prstGeom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A757E8E-86CA-7AE2-58BE-77F407DB06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5263" y="2846147"/>
            <a:ext cx="523680" cy="53072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81D92C3-0E92-DB62-E878-1220FF8C77E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85981" y="1924407"/>
            <a:ext cx="526100" cy="51911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903F25A-A398-1CFD-307F-328A5BD2A1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5869" y="2876196"/>
            <a:ext cx="683020" cy="45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3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CD96C-ADDF-4D9F-B790-CF6E3E55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801" y="256103"/>
            <a:ext cx="8065910" cy="697044"/>
          </a:xfrm>
        </p:spPr>
        <p:txBody>
          <a:bodyPr rtlCol="0"/>
          <a:lstStyle/>
          <a:p>
            <a:pPr rtl="0"/>
            <a:r>
              <a:rPr lang="fr-FR" sz="3600" dirty="0">
                <a:solidFill>
                  <a:schemeClr val="tx1"/>
                </a:solidFill>
              </a:rPr>
              <a:t>Notre solution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040D52-4191-48B5-89BF-0F57F61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0233" y="6419334"/>
            <a:ext cx="2743200" cy="365125"/>
          </a:xfrm>
        </p:spPr>
        <p:txBody>
          <a:bodyPr rtlCol="0"/>
          <a:lstStyle/>
          <a:p>
            <a:pPr rtl="0"/>
            <a:fld id="{95CBEC59-7FF9-4688-98DF-89832A0C9025}" type="slidenum">
              <a:rPr lang="fr-FR" sz="1600" smtClean="0"/>
              <a:pPr rtl="0"/>
              <a:t>13</a:t>
            </a:fld>
            <a:endParaRPr lang="fr-FR" sz="1800" dirty="0"/>
          </a:p>
        </p:txBody>
      </p:sp>
      <p:grpSp>
        <p:nvGrpSpPr>
          <p:cNvPr id="4" name="Groupe 3"/>
          <p:cNvGrpSpPr/>
          <p:nvPr/>
        </p:nvGrpSpPr>
        <p:grpSpPr>
          <a:xfrm>
            <a:off x="2108541" y="1630855"/>
            <a:ext cx="7974918" cy="1169700"/>
            <a:chOff x="1753282" y="1630855"/>
            <a:chExt cx="7974918" cy="1169700"/>
          </a:xfrm>
        </p:grpSpPr>
        <p:sp>
          <p:nvSpPr>
            <p:cNvPr id="25" name="Titre 1">
              <a:extLst>
                <a:ext uri="{FF2B5EF4-FFF2-40B4-BE49-F238E27FC236}">
                  <a16:creationId xmlns:a16="http://schemas.microsoft.com/office/drawing/2014/main" id="{43D205E6-AE56-EA00-6A57-CF7EFD795AB5}"/>
                </a:ext>
              </a:extLst>
            </p:cNvPr>
            <p:cNvSpPr txBox="1">
              <a:spLocks/>
            </p:cNvSpPr>
            <p:nvPr/>
          </p:nvSpPr>
          <p:spPr>
            <a:xfrm>
              <a:off x="1931058" y="2040210"/>
              <a:ext cx="7664356" cy="697044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4000" b="1" kern="1200" dirty="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fr-FR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YUPAYX MANAGER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753282" y="1630855"/>
              <a:ext cx="7974918" cy="1169700"/>
            </a:xfrm>
            <a:prstGeom prst="rect">
              <a:avLst/>
            </a:prstGeom>
            <a:noFill/>
            <a:ln w="57150">
              <a:solidFill>
                <a:srgbClr val="080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7" name="Connecteur droit avec flèche 6"/>
          <p:cNvCxnSpPr/>
          <p:nvPr/>
        </p:nvCxnSpPr>
        <p:spPr>
          <a:xfrm>
            <a:off x="10717169" y="158301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e 7"/>
          <p:cNvGrpSpPr/>
          <p:nvPr/>
        </p:nvGrpSpPr>
        <p:grpSpPr>
          <a:xfrm>
            <a:off x="2035757" y="4106246"/>
            <a:ext cx="8120485" cy="2391567"/>
            <a:chOff x="1406662" y="3741050"/>
            <a:chExt cx="8120485" cy="2391567"/>
          </a:xfrm>
        </p:grpSpPr>
        <p:pic>
          <p:nvPicPr>
            <p:cNvPr id="35" name="Espace réservé pour une image  41">
              <a:extLst>
                <a:ext uri="{FF2B5EF4-FFF2-40B4-BE49-F238E27FC236}">
                  <a16:creationId xmlns:a16="http://schemas.microsoft.com/office/drawing/2014/main" id="{F53CACB2-3001-C1B1-9E1D-9906F3150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1099" y="4515538"/>
              <a:ext cx="900000" cy="900000"/>
            </a:xfrm>
            <a:prstGeom prst="rect">
              <a:avLst/>
            </a:prstGeom>
            <a:ln w="1905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</p:pic>
        <p:pic>
          <p:nvPicPr>
            <p:cNvPr id="36" name="Espace réservé pour une image  3">
              <a:extLst>
                <a:ext uri="{FF2B5EF4-FFF2-40B4-BE49-F238E27FC236}">
                  <a16:creationId xmlns:a16="http://schemas.microsoft.com/office/drawing/2014/main" id="{5EECCA30-675E-4A8F-E283-35D31A256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8" r="2148"/>
            <a:stretch>
              <a:fillRect/>
            </a:stretch>
          </p:blipFill>
          <p:spPr>
            <a:xfrm>
              <a:off x="6249349" y="4436338"/>
              <a:ext cx="898356" cy="900000"/>
            </a:xfrm>
            <a:prstGeom prst="rect">
              <a:avLst/>
            </a:prstGeom>
            <a:noFill/>
            <a:ln w="19050">
              <a:noFill/>
            </a:ln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27E942EB-7B0A-CCAF-1BDF-46BB72BCD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61583" y="4436863"/>
              <a:ext cx="1622159" cy="90000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704D489-3378-5CB8-AF6B-6DEF0734C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75401" y="4407411"/>
              <a:ext cx="1340213" cy="900000"/>
            </a:xfrm>
            <a:prstGeom prst="rect">
              <a:avLst/>
            </a:prstGeom>
          </p:spPr>
        </p:pic>
        <p:sp>
          <p:nvSpPr>
            <p:cNvPr id="47" name="Espace réservé du texte 5">
              <a:extLst>
                <a:ext uri="{FF2B5EF4-FFF2-40B4-BE49-F238E27FC236}">
                  <a16:creationId xmlns:a16="http://schemas.microsoft.com/office/drawing/2014/main" id="{FE6BA850-20AD-4F6D-7C7C-81BE67264EBA}"/>
                </a:ext>
              </a:extLst>
            </p:cNvPr>
            <p:cNvSpPr txBox="1">
              <a:spLocks/>
            </p:cNvSpPr>
            <p:nvPr/>
          </p:nvSpPr>
          <p:spPr>
            <a:xfrm>
              <a:off x="3126673" y="5443032"/>
              <a:ext cx="5173585" cy="49949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2500" b="1" i="0" kern="1200" dirty="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4000" dirty="0" smtClean="0">
                  <a:solidFill>
                    <a:schemeClr val="tx1"/>
                  </a:solidFill>
                </a:rPr>
                <a:t>Méthodes </a:t>
              </a:r>
              <a:r>
                <a:rPr lang="fr-FR" sz="4000" dirty="0">
                  <a:solidFill>
                    <a:schemeClr val="tx1"/>
                  </a:solidFill>
                </a:rPr>
                <a:t>de paiements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1406662" y="3741050"/>
              <a:ext cx="8120485" cy="2391567"/>
            </a:xfrm>
            <a:prstGeom prst="rect">
              <a:avLst/>
            </a:prstGeom>
            <a:noFill/>
            <a:ln w="57150">
              <a:solidFill>
                <a:srgbClr val="08080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8" name="Espace réservé du texte 5">
              <a:extLst>
                <a:ext uri="{FF2B5EF4-FFF2-40B4-BE49-F238E27FC236}">
                  <a16:creationId xmlns:a16="http://schemas.microsoft.com/office/drawing/2014/main" id="{FE6BA850-20AD-4F6D-7C7C-81BE67264EBA}"/>
                </a:ext>
              </a:extLst>
            </p:cNvPr>
            <p:cNvSpPr txBox="1">
              <a:spLocks/>
            </p:cNvSpPr>
            <p:nvPr/>
          </p:nvSpPr>
          <p:spPr>
            <a:xfrm>
              <a:off x="4572662" y="3832668"/>
              <a:ext cx="2868745" cy="49949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2500" b="1" i="0" kern="1200" dirty="0" smtClean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40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YUPAYX</a:t>
              </a:r>
              <a:endParaRPr lang="fr-FR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1" name="Groupe 20"/>
          <p:cNvGrpSpPr/>
          <p:nvPr/>
        </p:nvGrpSpPr>
        <p:grpSpPr>
          <a:xfrm>
            <a:off x="5849439" y="2867299"/>
            <a:ext cx="493122" cy="1108902"/>
            <a:chOff x="5324039" y="2867299"/>
            <a:chExt cx="493122" cy="1108902"/>
          </a:xfrm>
        </p:grpSpPr>
        <p:cxnSp>
          <p:nvCxnSpPr>
            <p:cNvPr id="10" name="Connecteur droit avec flèche 9"/>
            <p:cNvCxnSpPr/>
            <p:nvPr/>
          </p:nvCxnSpPr>
          <p:spPr>
            <a:xfrm>
              <a:off x="5324039" y="2867299"/>
              <a:ext cx="24106" cy="110890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/>
            <p:cNvCxnSpPr/>
            <p:nvPr/>
          </p:nvCxnSpPr>
          <p:spPr>
            <a:xfrm flipH="1" flipV="1">
              <a:off x="5794543" y="2868143"/>
              <a:ext cx="22618" cy="110805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506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re 1">
            <a:extLst>
              <a:ext uri="{FF2B5EF4-FFF2-40B4-BE49-F238E27FC236}">
                <a16:creationId xmlns:a16="http://schemas.microsoft.com/office/drawing/2014/main" id="{E04071DD-D1ED-4494-BAB0-E44D84460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46" y="-121241"/>
            <a:ext cx="3438339" cy="855394"/>
          </a:xfrm>
        </p:spPr>
        <p:txBody>
          <a:bodyPr rtlCol="0">
            <a:noAutofit/>
          </a:bodyPr>
          <a:lstStyle/>
          <a:p>
            <a:r>
              <a:rPr lang="fr-FR" sz="3200" dirty="0">
                <a:solidFill>
                  <a:schemeClr val="tx1"/>
                </a:solidFill>
              </a:rPr>
              <a:t>Choix des outils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92046F-01BB-4570-EAD4-BD50F8A82C3E}"/>
              </a:ext>
            </a:extLst>
          </p:cNvPr>
          <p:cNvGrpSpPr/>
          <p:nvPr/>
        </p:nvGrpSpPr>
        <p:grpSpPr>
          <a:xfrm>
            <a:off x="4390385" y="341122"/>
            <a:ext cx="3477215" cy="3477215"/>
            <a:chOff x="4390385" y="341122"/>
            <a:chExt cx="3477215" cy="3477215"/>
          </a:xfrm>
        </p:grpSpPr>
        <p:sp>
          <p:nvSpPr>
            <p:cNvPr id="84" name="Google Shape;87;p1">
              <a:extLst>
                <a:ext uri="{FF2B5EF4-FFF2-40B4-BE49-F238E27FC236}">
                  <a16:creationId xmlns:a16="http://schemas.microsoft.com/office/drawing/2014/main" id="{DE7576DA-5AAC-9A44-EECC-2CA125664152}"/>
                </a:ext>
              </a:extLst>
            </p:cNvPr>
            <p:cNvSpPr/>
            <p:nvPr/>
          </p:nvSpPr>
          <p:spPr>
            <a:xfrm rot="4288309">
              <a:off x="4390385" y="341122"/>
              <a:ext cx="3477215" cy="3477215"/>
            </a:xfrm>
            <a:prstGeom prst="arc">
              <a:avLst>
                <a:gd name="adj1" fmla="val 15749458"/>
                <a:gd name="adj2" fmla="val 8100709"/>
              </a:avLst>
            </a:prstGeom>
            <a:noFill/>
            <a:ln w="571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" name="Groupe 105">
              <a:extLst>
                <a:ext uri="{FF2B5EF4-FFF2-40B4-BE49-F238E27FC236}">
                  <a16:creationId xmlns:a16="http://schemas.microsoft.com/office/drawing/2014/main" id="{97A6B474-8569-F6C4-2050-39592D85947B}"/>
                </a:ext>
              </a:extLst>
            </p:cNvPr>
            <p:cNvGrpSpPr/>
            <p:nvPr/>
          </p:nvGrpSpPr>
          <p:grpSpPr>
            <a:xfrm>
              <a:off x="4780595" y="870345"/>
              <a:ext cx="2630810" cy="2630810"/>
              <a:chOff x="4088773" y="2160250"/>
              <a:chExt cx="2630810" cy="2630810"/>
            </a:xfrm>
          </p:grpSpPr>
          <p:grpSp>
            <p:nvGrpSpPr>
              <p:cNvPr id="81" name="Google Shape;84;p1">
                <a:extLst>
                  <a:ext uri="{FF2B5EF4-FFF2-40B4-BE49-F238E27FC236}">
                    <a16:creationId xmlns:a16="http://schemas.microsoft.com/office/drawing/2014/main" id="{2AB170BB-6480-0A99-0D3B-3D3681EB73C4}"/>
                  </a:ext>
                </a:extLst>
              </p:cNvPr>
              <p:cNvGrpSpPr/>
              <p:nvPr/>
            </p:nvGrpSpPr>
            <p:grpSpPr>
              <a:xfrm>
                <a:off x="4088773" y="2160250"/>
                <a:ext cx="2630810" cy="2630810"/>
                <a:chOff x="4031623" y="300118"/>
                <a:chExt cx="3820088" cy="3820088"/>
              </a:xfrm>
            </p:grpSpPr>
            <p:sp>
              <p:nvSpPr>
                <p:cNvPr id="82" name="Google Shape;85;p1">
                  <a:extLst>
                    <a:ext uri="{FF2B5EF4-FFF2-40B4-BE49-F238E27FC236}">
                      <a16:creationId xmlns:a16="http://schemas.microsoft.com/office/drawing/2014/main" id="{4A72403E-D052-1E01-B143-7BEC094FBA17}"/>
                    </a:ext>
                  </a:extLst>
                </p:cNvPr>
                <p:cNvSpPr/>
                <p:nvPr/>
              </p:nvSpPr>
              <p:spPr>
                <a:xfrm>
                  <a:off x="4031623" y="300118"/>
                  <a:ext cx="3820088" cy="3820088"/>
                </a:xfrm>
                <a:prstGeom prst="ellipse">
                  <a:avLst/>
                </a:prstGeom>
                <a:noFill/>
                <a:ln w="139700" cap="flat" cmpd="sng">
                  <a:solidFill>
                    <a:srgbClr val="F2F2F2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1" i="0" u="none" strike="noStrike" cap="none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" name="Google Shape;86;p1">
                  <a:extLst>
                    <a:ext uri="{FF2B5EF4-FFF2-40B4-BE49-F238E27FC236}">
                      <a16:creationId xmlns:a16="http://schemas.microsoft.com/office/drawing/2014/main" id="{02B8CA4F-0731-D377-F59A-8F349558DD4C}"/>
                    </a:ext>
                  </a:extLst>
                </p:cNvPr>
                <p:cNvSpPr/>
                <p:nvPr/>
              </p:nvSpPr>
              <p:spPr>
                <a:xfrm>
                  <a:off x="4290340" y="504878"/>
                  <a:ext cx="3350211" cy="3350211"/>
                </a:xfrm>
                <a:prstGeom prst="ellipse">
                  <a:avLst/>
                </a:prstGeom>
                <a:solidFill>
                  <a:srgbClr val="F2F2F2"/>
                </a:solidFill>
                <a:ln>
                  <a:noFill/>
                </a:ln>
                <a:effectLst>
                  <a:outerShdw blurRad="292100" dist="63500" dir="7800000" sx="102000" sy="102000" algn="tr" rotWithShape="0">
                    <a:srgbClr val="000000">
                      <a:alpha val="40784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1" i="0" u="none" strike="noStrike" cap="none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" name="Google Shape;249;p1">
                <a:extLst>
                  <a:ext uri="{FF2B5EF4-FFF2-40B4-BE49-F238E27FC236}">
                    <a16:creationId xmlns:a16="http://schemas.microsoft.com/office/drawing/2014/main" id="{08F943BE-38AB-C5E5-2676-143A7287EB97}"/>
                  </a:ext>
                </a:extLst>
              </p:cNvPr>
              <p:cNvSpPr txBox="1"/>
              <p:nvPr/>
            </p:nvSpPr>
            <p:spPr>
              <a:xfrm>
                <a:off x="4196580" y="2819691"/>
                <a:ext cx="2424117" cy="1569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algn="ctr"/>
                <a:r>
                  <a:rPr lang="fr-FR" sz="2400" b="1" dirty="0">
                    <a:solidFill>
                      <a:schemeClr val="tx1"/>
                    </a:solidFill>
                  </a:rPr>
                  <a:t>Environnement</a:t>
                </a:r>
              </a:p>
              <a:p>
                <a:pPr algn="ctr"/>
                <a:r>
                  <a:rPr lang="fr-FR" sz="2400" b="1" dirty="0">
                    <a:solidFill>
                      <a:schemeClr val="tx1"/>
                    </a:solidFill>
                  </a:rPr>
                  <a:t> et </a:t>
                </a:r>
              </a:p>
              <a:p>
                <a:pPr algn="ctr"/>
                <a:r>
                  <a:rPr lang="fr-FR" sz="2400" b="1" dirty="0">
                    <a:solidFill>
                      <a:schemeClr val="tx1"/>
                    </a:solidFill>
                  </a:rPr>
                  <a:t>outils de travail</a:t>
                </a: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b="1" dirty="0">
                    <a:solidFill>
                      <a:schemeClr val="dk1"/>
                    </a:solidFill>
                    <a:latin typeface="Gulim"/>
                    <a:ea typeface="Gulim"/>
                    <a:cs typeface="Gulim"/>
                    <a:sym typeface="Gulim"/>
                  </a:rPr>
                  <a:t> </a:t>
                </a:r>
                <a:endParaRPr sz="2400" b="1" dirty="0">
                  <a:solidFill>
                    <a:schemeClr val="dk1"/>
                  </a:solidFill>
                  <a:latin typeface="Gulim"/>
                  <a:ea typeface="Gulim"/>
                  <a:cs typeface="Gulim"/>
                  <a:sym typeface="Gulim"/>
                </a:endParaRPr>
              </a:p>
            </p:txBody>
          </p:sp>
        </p:grpSp>
      </p:grpSp>
      <p:grpSp>
        <p:nvGrpSpPr>
          <p:cNvPr id="234" name="Google Shape;126;p1">
            <a:extLst>
              <a:ext uri="{FF2B5EF4-FFF2-40B4-BE49-F238E27FC236}">
                <a16:creationId xmlns:a16="http://schemas.microsoft.com/office/drawing/2014/main" id="{2B812539-7DC3-2546-AFB5-9C14B1930316}"/>
              </a:ext>
            </a:extLst>
          </p:cNvPr>
          <p:cNvGrpSpPr/>
          <p:nvPr/>
        </p:nvGrpSpPr>
        <p:grpSpPr>
          <a:xfrm>
            <a:off x="7647315" y="2408696"/>
            <a:ext cx="319137" cy="319137"/>
            <a:chOff x="3577335" y="1053147"/>
            <a:chExt cx="319137" cy="319137"/>
          </a:xfrm>
        </p:grpSpPr>
        <p:sp>
          <p:nvSpPr>
            <p:cNvPr id="235" name="Google Shape;127;p1">
              <a:extLst>
                <a:ext uri="{FF2B5EF4-FFF2-40B4-BE49-F238E27FC236}">
                  <a16:creationId xmlns:a16="http://schemas.microsoft.com/office/drawing/2014/main" id="{C9FDD444-E6C9-38CD-452B-E1A70A479C7C}"/>
                </a:ext>
              </a:extLst>
            </p:cNvPr>
            <p:cNvSpPr/>
            <p:nvPr/>
          </p:nvSpPr>
          <p:spPr>
            <a:xfrm>
              <a:off x="3676269" y="1148406"/>
              <a:ext cx="128620" cy="128620"/>
            </a:xfrm>
            <a:prstGeom prst="ellipse">
              <a:avLst/>
            </a:prstGeom>
            <a:solidFill>
              <a:srgbClr val="A1CC1C"/>
            </a:solidFill>
            <a:ln w="19050" cap="flat" cmpd="sng">
              <a:solidFill>
                <a:srgbClr val="C6F74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128;p1">
              <a:extLst>
                <a:ext uri="{FF2B5EF4-FFF2-40B4-BE49-F238E27FC236}">
                  <a16:creationId xmlns:a16="http://schemas.microsoft.com/office/drawing/2014/main" id="{F5FACB9E-557A-9F95-3134-1121F214FDFD}"/>
                </a:ext>
              </a:extLst>
            </p:cNvPr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A7D50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7" name="Google Shape;338;p1">
            <a:extLst>
              <a:ext uri="{FF2B5EF4-FFF2-40B4-BE49-F238E27FC236}">
                <a16:creationId xmlns:a16="http://schemas.microsoft.com/office/drawing/2014/main" id="{FE1D23EA-65E1-9458-600B-3A9692F2E278}"/>
              </a:ext>
            </a:extLst>
          </p:cNvPr>
          <p:cNvGrpSpPr/>
          <p:nvPr/>
        </p:nvGrpSpPr>
        <p:grpSpPr>
          <a:xfrm>
            <a:off x="4362644" y="1181389"/>
            <a:ext cx="319137" cy="319137"/>
            <a:chOff x="3577335" y="1053147"/>
            <a:chExt cx="319137" cy="319137"/>
          </a:xfrm>
        </p:grpSpPr>
        <p:sp>
          <p:nvSpPr>
            <p:cNvPr id="258" name="Google Shape;339;p1">
              <a:extLst>
                <a:ext uri="{FF2B5EF4-FFF2-40B4-BE49-F238E27FC236}">
                  <a16:creationId xmlns:a16="http://schemas.microsoft.com/office/drawing/2014/main" id="{41BDAB45-4D83-B024-6A0A-29BBF9316627}"/>
                </a:ext>
              </a:extLst>
            </p:cNvPr>
            <p:cNvSpPr/>
            <p:nvPr/>
          </p:nvSpPr>
          <p:spPr>
            <a:xfrm>
              <a:off x="3676269" y="1148406"/>
              <a:ext cx="128620" cy="128620"/>
            </a:xfrm>
            <a:prstGeom prst="ellipse">
              <a:avLst/>
            </a:prstGeom>
            <a:solidFill>
              <a:srgbClr val="D882DD"/>
            </a:solidFill>
            <a:ln w="19050" cap="flat" cmpd="sng">
              <a:solidFill>
                <a:srgbClr val="FBA9E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340;p1">
              <a:extLst>
                <a:ext uri="{FF2B5EF4-FFF2-40B4-BE49-F238E27FC236}">
                  <a16:creationId xmlns:a16="http://schemas.microsoft.com/office/drawing/2014/main" id="{205F98C7-38AC-2539-079E-EFBF02917169}"/>
                </a:ext>
              </a:extLst>
            </p:cNvPr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F779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329;p1">
            <a:extLst>
              <a:ext uri="{FF2B5EF4-FFF2-40B4-BE49-F238E27FC236}">
                <a16:creationId xmlns:a16="http://schemas.microsoft.com/office/drawing/2014/main" id="{ABE10B70-6C93-0A0E-8769-84992087E757}"/>
              </a:ext>
            </a:extLst>
          </p:cNvPr>
          <p:cNvGrpSpPr/>
          <p:nvPr/>
        </p:nvGrpSpPr>
        <p:grpSpPr>
          <a:xfrm>
            <a:off x="7115302" y="3235607"/>
            <a:ext cx="319137" cy="319137"/>
            <a:chOff x="3577335" y="1053147"/>
            <a:chExt cx="319137" cy="319137"/>
          </a:xfrm>
        </p:grpSpPr>
        <p:sp>
          <p:nvSpPr>
            <p:cNvPr id="272" name="Google Shape;330;p1">
              <a:extLst>
                <a:ext uri="{FF2B5EF4-FFF2-40B4-BE49-F238E27FC236}">
                  <a16:creationId xmlns:a16="http://schemas.microsoft.com/office/drawing/2014/main" id="{B574DA81-7D21-021A-157A-866D38C9C3CD}"/>
                </a:ext>
              </a:extLst>
            </p:cNvPr>
            <p:cNvSpPr/>
            <p:nvPr/>
          </p:nvSpPr>
          <p:spPr>
            <a:xfrm>
              <a:off x="3676269" y="1148406"/>
              <a:ext cx="128620" cy="128620"/>
            </a:xfrm>
            <a:prstGeom prst="ellipse">
              <a:avLst/>
            </a:prstGeom>
            <a:solidFill>
              <a:srgbClr val="E39279"/>
            </a:solidFill>
            <a:ln w="19050" cap="flat" cmpd="sng">
              <a:solidFill>
                <a:srgbClr val="FEB28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331;p1">
              <a:extLst>
                <a:ext uri="{FF2B5EF4-FFF2-40B4-BE49-F238E27FC236}">
                  <a16:creationId xmlns:a16="http://schemas.microsoft.com/office/drawing/2014/main" id="{E371DFCC-8442-EE9B-ABC0-8C9B478F1879}"/>
                </a:ext>
              </a:extLst>
            </p:cNvPr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FE9B7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68;p1">
            <a:extLst>
              <a:ext uri="{FF2B5EF4-FFF2-40B4-BE49-F238E27FC236}">
                <a16:creationId xmlns:a16="http://schemas.microsoft.com/office/drawing/2014/main" id="{B3681EB6-F4EA-49DB-67DB-07156C4A41B8}"/>
              </a:ext>
            </a:extLst>
          </p:cNvPr>
          <p:cNvGrpSpPr/>
          <p:nvPr/>
        </p:nvGrpSpPr>
        <p:grpSpPr>
          <a:xfrm>
            <a:off x="368864" y="1320185"/>
            <a:ext cx="2308122" cy="1169818"/>
            <a:chOff x="10010939" y="993959"/>
            <a:chExt cx="1889193" cy="1169818"/>
          </a:xfrm>
        </p:grpSpPr>
        <p:sp>
          <p:nvSpPr>
            <p:cNvPr id="275" name="Google Shape;269;p1">
              <a:extLst>
                <a:ext uri="{FF2B5EF4-FFF2-40B4-BE49-F238E27FC236}">
                  <a16:creationId xmlns:a16="http://schemas.microsoft.com/office/drawing/2014/main" id="{28F79BD6-4C87-7172-6BDA-EC7462338F02}"/>
                </a:ext>
              </a:extLst>
            </p:cNvPr>
            <p:cNvSpPr txBox="1"/>
            <p:nvPr/>
          </p:nvSpPr>
          <p:spPr>
            <a:xfrm>
              <a:off x="10071449" y="993959"/>
              <a:ext cx="15303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 err="1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PowerAmc</a:t>
              </a:r>
              <a:endParaRPr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76" name="Google Shape;270;p1">
              <a:extLst>
                <a:ext uri="{FF2B5EF4-FFF2-40B4-BE49-F238E27FC236}">
                  <a16:creationId xmlns:a16="http://schemas.microsoft.com/office/drawing/2014/main" id="{66016CDA-B24E-B514-2FCE-95FFBA4121C8}"/>
                </a:ext>
              </a:extLst>
            </p:cNvPr>
            <p:cNvSpPr txBox="1"/>
            <p:nvPr/>
          </p:nvSpPr>
          <p:spPr>
            <a:xfrm>
              <a:off x="10010939" y="1332821"/>
              <a:ext cx="188919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 b="1" dirty="0">
                  <a:solidFill>
                    <a:srgbClr val="3A3838"/>
                  </a:solidFill>
                  <a:ea typeface="Calibri"/>
                  <a:cs typeface="Calibri"/>
                  <a:sym typeface="Calibri"/>
                </a:rPr>
                <a:t>Pour la réalisation des  différents  diagrammes.</a:t>
              </a:r>
            </a:p>
          </p:txBody>
        </p:sp>
      </p:grpSp>
      <p:grpSp>
        <p:nvGrpSpPr>
          <p:cNvPr id="277" name="Google Shape;268;p1">
            <a:extLst>
              <a:ext uri="{FF2B5EF4-FFF2-40B4-BE49-F238E27FC236}">
                <a16:creationId xmlns:a16="http://schemas.microsoft.com/office/drawing/2014/main" id="{5AD4377E-9B61-36E4-A64E-421824F521BB}"/>
              </a:ext>
            </a:extLst>
          </p:cNvPr>
          <p:cNvGrpSpPr/>
          <p:nvPr/>
        </p:nvGrpSpPr>
        <p:grpSpPr>
          <a:xfrm>
            <a:off x="777592" y="2982174"/>
            <a:ext cx="2145586" cy="1169818"/>
            <a:chOff x="10010939" y="993959"/>
            <a:chExt cx="2145586" cy="1169818"/>
          </a:xfrm>
        </p:grpSpPr>
        <p:sp>
          <p:nvSpPr>
            <p:cNvPr id="278" name="Google Shape;269;p1">
              <a:extLst>
                <a:ext uri="{FF2B5EF4-FFF2-40B4-BE49-F238E27FC236}">
                  <a16:creationId xmlns:a16="http://schemas.microsoft.com/office/drawing/2014/main" id="{A6DAA20D-39E0-C2CA-3143-356DE0F3D932}"/>
                </a:ext>
              </a:extLst>
            </p:cNvPr>
            <p:cNvSpPr txBox="1"/>
            <p:nvPr/>
          </p:nvSpPr>
          <p:spPr>
            <a:xfrm>
              <a:off x="10051353" y="993959"/>
              <a:ext cx="15303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Figma</a:t>
              </a:r>
              <a:endParaRPr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79" name="Google Shape;270;p1">
              <a:extLst>
                <a:ext uri="{FF2B5EF4-FFF2-40B4-BE49-F238E27FC236}">
                  <a16:creationId xmlns:a16="http://schemas.microsoft.com/office/drawing/2014/main" id="{8688D257-AA69-30F4-A8BD-4DFA411476C5}"/>
                </a:ext>
              </a:extLst>
            </p:cNvPr>
            <p:cNvSpPr txBox="1"/>
            <p:nvPr/>
          </p:nvSpPr>
          <p:spPr>
            <a:xfrm>
              <a:off x="10010939" y="1332821"/>
              <a:ext cx="2145586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fr-FR" sz="1600" b="1" dirty="0"/>
                <a:t>P</a:t>
              </a:r>
              <a:r>
                <a:rPr lang="en-US" sz="1600" b="1" dirty="0"/>
                <a:t>our </a:t>
              </a:r>
              <a:r>
                <a:rPr lang="fr-FR" sz="1600" b="1" dirty="0"/>
                <a:t>la réalisation des maquettes de notre application </a:t>
              </a:r>
            </a:p>
          </p:txBody>
        </p:sp>
      </p:grpSp>
      <p:grpSp>
        <p:nvGrpSpPr>
          <p:cNvPr id="280" name="Google Shape;268;p1">
            <a:extLst>
              <a:ext uri="{FF2B5EF4-FFF2-40B4-BE49-F238E27FC236}">
                <a16:creationId xmlns:a16="http://schemas.microsoft.com/office/drawing/2014/main" id="{A383C141-D9EF-77AD-6587-9FE6A8EBE960}"/>
              </a:ext>
            </a:extLst>
          </p:cNvPr>
          <p:cNvGrpSpPr/>
          <p:nvPr/>
        </p:nvGrpSpPr>
        <p:grpSpPr>
          <a:xfrm>
            <a:off x="1672699" y="4433951"/>
            <a:ext cx="2419933" cy="1143090"/>
            <a:chOff x="10027147" y="993959"/>
            <a:chExt cx="1889193" cy="1143090"/>
          </a:xfrm>
        </p:grpSpPr>
        <p:sp>
          <p:nvSpPr>
            <p:cNvPr id="281" name="Google Shape;269;p1">
              <a:extLst>
                <a:ext uri="{FF2B5EF4-FFF2-40B4-BE49-F238E27FC236}">
                  <a16:creationId xmlns:a16="http://schemas.microsoft.com/office/drawing/2014/main" id="{BC8E854C-F7B9-BB5B-D910-29630E33BB1D}"/>
                </a:ext>
              </a:extLst>
            </p:cNvPr>
            <p:cNvSpPr txBox="1"/>
            <p:nvPr/>
          </p:nvSpPr>
          <p:spPr>
            <a:xfrm>
              <a:off x="10061401" y="993959"/>
              <a:ext cx="1530327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Visual studio code</a:t>
              </a:r>
              <a:endParaRPr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82" name="Google Shape;270;p1">
              <a:extLst>
                <a:ext uri="{FF2B5EF4-FFF2-40B4-BE49-F238E27FC236}">
                  <a16:creationId xmlns:a16="http://schemas.microsoft.com/office/drawing/2014/main" id="{BE70CB99-E48B-A084-D836-633C2062F889}"/>
                </a:ext>
              </a:extLst>
            </p:cNvPr>
            <p:cNvSpPr txBox="1"/>
            <p:nvPr/>
          </p:nvSpPr>
          <p:spPr>
            <a:xfrm>
              <a:off x="10027147" y="1552314"/>
              <a:ext cx="1889193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fr-FR" sz="1600" b="1" dirty="0"/>
                <a:t>P</a:t>
              </a:r>
              <a:r>
                <a:rPr lang="en-US" sz="1600" b="1" dirty="0"/>
                <a:t>our </a:t>
              </a:r>
              <a:r>
                <a:rPr lang="fr-FR" sz="1600" b="1" dirty="0"/>
                <a:t>la gestion de code de notre application </a:t>
              </a:r>
            </a:p>
          </p:txBody>
        </p:sp>
      </p:grpSp>
      <p:grpSp>
        <p:nvGrpSpPr>
          <p:cNvPr id="283" name="Google Shape;268;p1">
            <a:extLst>
              <a:ext uri="{FF2B5EF4-FFF2-40B4-BE49-F238E27FC236}">
                <a16:creationId xmlns:a16="http://schemas.microsoft.com/office/drawing/2014/main" id="{B222E918-BC4B-2CC9-E5C3-CF71A4E8C5FF}"/>
              </a:ext>
            </a:extLst>
          </p:cNvPr>
          <p:cNvGrpSpPr/>
          <p:nvPr/>
        </p:nvGrpSpPr>
        <p:grpSpPr>
          <a:xfrm>
            <a:off x="4214789" y="5494962"/>
            <a:ext cx="1889193" cy="923597"/>
            <a:chOff x="10010939" y="993959"/>
            <a:chExt cx="1889193" cy="923597"/>
          </a:xfrm>
        </p:grpSpPr>
        <p:sp>
          <p:nvSpPr>
            <p:cNvPr id="284" name="Google Shape;269;p1">
              <a:extLst>
                <a:ext uri="{FF2B5EF4-FFF2-40B4-BE49-F238E27FC236}">
                  <a16:creationId xmlns:a16="http://schemas.microsoft.com/office/drawing/2014/main" id="{A46D5F84-B870-FBFB-04CD-3BAE11D8ED26}"/>
                </a:ext>
              </a:extLst>
            </p:cNvPr>
            <p:cNvSpPr txBox="1"/>
            <p:nvPr/>
          </p:nvSpPr>
          <p:spPr>
            <a:xfrm>
              <a:off x="10051353" y="993959"/>
              <a:ext cx="15303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Git</a:t>
              </a:r>
              <a:endParaRPr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85" name="Google Shape;270;p1">
              <a:extLst>
                <a:ext uri="{FF2B5EF4-FFF2-40B4-BE49-F238E27FC236}">
                  <a16:creationId xmlns:a16="http://schemas.microsoft.com/office/drawing/2014/main" id="{79AAC7B0-D06B-B19E-8827-2D6CDE29EAA6}"/>
                </a:ext>
              </a:extLst>
            </p:cNvPr>
            <p:cNvSpPr txBox="1"/>
            <p:nvPr/>
          </p:nvSpPr>
          <p:spPr>
            <a:xfrm>
              <a:off x="10010939" y="1332821"/>
              <a:ext cx="1889193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fr-FR" sz="1600" b="1" dirty="0"/>
                <a:t>Pour la gestion des versions du projet</a:t>
              </a:r>
            </a:p>
          </p:txBody>
        </p:sp>
      </p:grpSp>
      <p:grpSp>
        <p:nvGrpSpPr>
          <p:cNvPr id="286" name="Google Shape;268;p1">
            <a:extLst>
              <a:ext uri="{FF2B5EF4-FFF2-40B4-BE49-F238E27FC236}">
                <a16:creationId xmlns:a16="http://schemas.microsoft.com/office/drawing/2014/main" id="{2B8C0AA9-B5DE-1F0F-D200-68A75B7D8D0B}"/>
              </a:ext>
            </a:extLst>
          </p:cNvPr>
          <p:cNvGrpSpPr/>
          <p:nvPr/>
        </p:nvGrpSpPr>
        <p:grpSpPr>
          <a:xfrm>
            <a:off x="8650869" y="4633011"/>
            <a:ext cx="2690231" cy="985152"/>
            <a:chOff x="10010939" y="993959"/>
            <a:chExt cx="2690231" cy="985152"/>
          </a:xfrm>
        </p:grpSpPr>
        <p:sp>
          <p:nvSpPr>
            <p:cNvPr id="287" name="Google Shape;269;p1">
              <a:extLst>
                <a:ext uri="{FF2B5EF4-FFF2-40B4-BE49-F238E27FC236}">
                  <a16:creationId xmlns:a16="http://schemas.microsoft.com/office/drawing/2014/main" id="{0765FC53-ABD6-7E2C-9FC7-5ABF998C5F2B}"/>
                </a:ext>
              </a:extLst>
            </p:cNvPr>
            <p:cNvSpPr txBox="1"/>
            <p:nvPr/>
          </p:nvSpPr>
          <p:spPr>
            <a:xfrm>
              <a:off x="10051353" y="993959"/>
              <a:ext cx="15303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My SQL</a:t>
              </a:r>
              <a:endParaRPr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88" name="Google Shape;270;p1">
              <a:extLst>
                <a:ext uri="{FF2B5EF4-FFF2-40B4-BE49-F238E27FC236}">
                  <a16:creationId xmlns:a16="http://schemas.microsoft.com/office/drawing/2014/main" id="{92102568-1E70-A2DE-BA40-43CE4E40B05C}"/>
                </a:ext>
              </a:extLst>
            </p:cNvPr>
            <p:cNvSpPr txBox="1"/>
            <p:nvPr/>
          </p:nvSpPr>
          <p:spPr>
            <a:xfrm>
              <a:off x="10010939" y="1332821"/>
              <a:ext cx="2690231" cy="646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fr-FR" b="1" dirty="0"/>
                <a:t>P</a:t>
              </a:r>
              <a:r>
                <a:rPr lang="en-US" b="1" dirty="0"/>
                <a:t>our le </a:t>
              </a:r>
              <a:r>
                <a:rPr lang="fr-FR" b="1" dirty="0"/>
                <a:t>système</a:t>
              </a:r>
              <a:r>
                <a:rPr lang="en-US" b="1" dirty="0"/>
                <a:t> de </a:t>
              </a:r>
              <a:r>
                <a:rPr lang="fr-FR" b="1" dirty="0"/>
                <a:t>gestion</a:t>
              </a:r>
              <a:r>
                <a:rPr lang="en-US" b="1" dirty="0"/>
                <a:t> de base de </a:t>
              </a:r>
              <a:r>
                <a:rPr lang="fr-FR" b="1" dirty="0"/>
                <a:t>donnée</a:t>
              </a:r>
              <a:r>
                <a:rPr lang="en-US" b="1" dirty="0"/>
                <a:t> </a:t>
              </a:r>
            </a:p>
          </p:txBody>
        </p:sp>
      </p:grpSp>
      <p:grpSp>
        <p:nvGrpSpPr>
          <p:cNvPr id="292" name="Google Shape;268;p1">
            <a:extLst>
              <a:ext uri="{FF2B5EF4-FFF2-40B4-BE49-F238E27FC236}">
                <a16:creationId xmlns:a16="http://schemas.microsoft.com/office/drawing/2014/main" id="{6853705C-C4C3-9721-D665-A1067F0ED810}"/>
              </a:ext>
            </a:extLst>
          </p:cNvPr>
          <p:cNvGrpSpPr/>
          <p:nvPr/>
        </p:nvGrpSpPr>
        <p:grpSpPr>
          <a:xfrm>
            <a:off x="9594061" y="2849701"/>
            <a:ext cx="2026996" cy="923597"/>
            <a:chOff x="10010939" y="993959"/>
            <a:chExt cx="2026996" cy="923597"/>
          </a:xfrm>
        </p:grpSpPr>
        <p:sp>
          <p:nvSpPr>
            <p:cNvPr id="293" name="Google Shape;269;p1">
              <a:extLst>
                <a:ext uri="{FF2B5EF4-FFF2-40B4-BE49-F238E27FC236}">
                  <a16:creationId xmlns:a16="http://schemas.microsoft.com/office/drawing/2014/main" id="{FF7C2229-F738-4C9B-5466-0E934C3BA2ED}"/>
                </a:ext>
              </a:extLst>
            </p:cNvPr>
            <p:cNvSpPr txBox="1"/>
            <p:nvPr/>
          </p:nvSpPr>
          <p:spPr>
            <a:xfrm>
              <a:off x="10051353" y="993959"/>
              <a:ext cx="15303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 err="1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NodeJs</a:t>
              </a:r>
              <a:endParaRPr sz="1800"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94" name="Google Shape;270;p1">
              <a:extLst>
                <a:ext uri="{FF2B5EF4-FFF2-40B4-BE49-F238E27FC236}">
                  <a16:creationId xmlns:a16="http://schemas.microsoft.com/office/drawing/2014/main" id="{D0F31737-3DA8-C3F4-1794-5FA7DA44F3B4}"/>
                </a:ext>
              </a:extLst>
            </p:cNvPr>
            <p:cNvSpPr txBox="1"/>
            <p:nvPr/>
          </p:nvSpPr>
          <p:spPr>
            <a:xfrm>
              <a:off x="10010939" y="1332821"/>
              <a:ext cx="2026996" cy="5847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fr-FR" sz="1600" b="1" dirty="0"/>
                <a:t>Environnement d’exécution JavaScript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57C0E7D-A8B0-90E0-A358-D5B453901C44}"/>
              </a:ext>
            </a:extLst>
          </p:cNvPr>
          <p:cNvGrpSpPr/>
          <p:nvPr/>
        </p:nvGrpSpPr>
        <p:grpSpPr>
          <a:xfrm>
            <a:off x="5545921" y="4202862"/>
            <a:ext cx="1539705" cy="1539705"/>
            <a:chOff x="5545921" y="4202862"/>
            <a:chExt cx="1539705" cy="1539705"/>
          </a:xfrm>
        </p:grpSpPr>
        <p:grpSp>
          <p:nvGrpSpPr>
            <p:cNvPr id="164" name="Google Shape;102;p1">
              <a:extLst>
                <a:ext uri="{FF2B5EF4-FFF2-40B4-BE49-F238E27FC236}">
                  <a16:creationId xmlns:a16="http://schemas.microsoft.com/office/drawing/2014/main" id="{D86541E7-3A63-21C2-B5B9-46F77623F404}"/>
                </a:ext>
              </a:extLst>
            </p:cNvPr>
            <p:cNvGrpSpPr/>
            <p:nvPr/>
          </p:nvGrpSpPr>
          <p:grpSpPr>
            <a:xfrm>
              <a:off x="5545921" y="4202862"/>
              <a:ext cx="1539705" cy="1539705"/>
              <a:chOff x="1105470" y="385244"/>
              <a:chExt cx="1869742" cy="1869742"/>
            </a:xfrm>
          </p:grpSpPr>
          <p:sp>
            <p:nvSpPr>
              <p:cNvPr id="166" name="Google Shape;103;p1">
                <a:extLst>
                  <a:ext uri="{FF2B5EF4-FFF2-40B4-BE49-F238E27FC236}">
                    <a16:creationId xmlns:a16="http://schemas.microsoft.com/office/drawing/2014/main" id="{AA495350-3290-A953-26AA-AF6839CA11D5}"/>
                  </a:ext>
                </a:extLst>
              </p:cNvPr>
              <p:cNvSpPr/>
              <p:nvPr/>
            </p:nvSpPr>
            <p:spPr>
              <a:xfrm>
                <a:off x="1168093" y="447867"/>
                <a:ext cx="1744496" cy="1744496"/>
              </a:xfrm>
              <a:prstGeom prst="ellipse">
                <a:avLst/>
              </a:prstGeom>
              <a:solidFill>
                <a:srgbClr val="F6596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04;p1">
                <a:extLst>
                  <a:ext uri="{FF2B5EF4-FFF2-40B4-BE49-F238E27FC236}">
                    <a16:creationId xmlns:a16="http://schemas.microsoft.com/office/drawing/2014/main" id="{5E61AC96-6353-EACA-4663-33094AAF4998}"/>
                  </a:ext>
                </a:extLst>
              </p:cNvPr>
              <p:cNvSpPr/>
              <p:nvPr/>
            </p:nvSpPr>
            <p:spPr>
              <a:xfrm>
                <a:off x="1105470" y="385244"/>
                <a:ext cx="1869742" cy="1869742"/>
              </a:xfrm>
              <a:prstGeom prst="ellipse">
                <a:avLst/>
              </a:prstGeom>
              <a:noFill/>
              <a:ln w="19050" cap="flat" cmpd="sng">
                <a:solidFill>
                  <a:srgbClr val="F6596E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05;p1">
                <a:extLst>
                  <a:ext uri="{FF2B5EF4-FFF2-40B4-BE49-F238E27FC236}">
                    <a16:creationId xmlns:a16="http://schemas.microsoft.com/office/drawing/2014/main" id="{7DE776F7-9406-F592-5067-B47B07EE04B9}"/>
                  </a:ext>
                </a:extLst>
              </p:cNvPr>
              <p:cNvSpPr/>
              <p:nvPr/>
            </p:nvSpPr>
            <p:spPr>
              <a:xfrm rot="-263928">
                <a:off x="1322943" y="1026832"/>
                <a:ext cx="1119357" cy="1132274"/>
              </a:xfrm>
              <a:prstGeom prst="teardrop">
                <a:avLst>
                  <a:gd name="adj" fmla="val 88717"/>
                </a:avLst>
              </a:prstGeom>
              <a:solidFill>
                <a:srgbClr val="000000">
                  <a:alpha val="10588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9" name="Google Shape;106;p1">
                <a:extLst>
                  <a:ext uri="{FF2B5EF4-FFF2-40B4-BE49-F238E27FC236}">
                    <a16:creationId xmlns:a16="http://schemas.microsoft.com/office/drawing/2014/main" id="{EA513ED2-8F41-1D4B-C7E7-F4A223C9C799}"/>
                  </a:ext>
                </a:extLst>
              </p:cNvPr>
              <p:cNvGrpSpPr/>
              <p:nvPr/>
            </p:nvGrpSpPr>
            <p:grpSpPr>
              <a:xfrm>
                <a:off x="1392869" y="677439"/>
                <a:ext cx="1285351" cy="1285351"/>
                <a:chOff x="1282890" y="562664"/>
                <a:chExt cx="1514902" cy="1514902"/>
              </a:xfrm>
            </p:grpSpPr>
            <p:sp>
              <p:nvSpPr>
                <p:cNvPr id="170" name="Google Shape;107;p1">
                  <a:extLst>
                    <a:ext uri="{FF2B5EF4-FFF2-40B4-BE49-F238E27FC236}">
                      <a16:creationId xmlns:a16="http://schemas.microsoft.com/office/drawing/2014/main" id="{EB7E02E0-DEFF-650C-A042-BA941127A557}"/>
                    </a:ext>
                  </a:extLst>
                </p:cNvPr>
                <p:cNvSpPr/>
                <p:nvPr/>
              </p:nvSpPr>
              <p:spPr>
                <a:xfrm>
                  <a:off x="1282890" y="562664"/>
                  <a:ext cx="1514902" cy="1514902"/>
                </a:xfrm>
                <a:prstGeom prst="ellipse">
                  <a:avLst/>
                </a:prstGeom>
                <a:noFill/>
                <a:ln w="57150" cap="flat" cmpd="sng">
                  <a:solidFill>
                    <a:srgbClr val="FFA7B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27000" dist="25400" dir="8100000" sx="104000" sy="104000" algn="tr" rotWithShape="0">
                    <a:srgbClr val="000000">
                      <a:alpha val="26666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" name="Google Shape;108;p1">
                  <a:extLst>
                    <a:ext uri="{FF2B5EF4-FFF2-40B4-BE49-F238E27FC236}">
                      <a16:creationId xmlns:a16="http://schemas.microsoft.com/office/drawing/2014/main" id="{4F59AF29-77F7-E815-9A03-E716B3554FD7}"/>
                    </a:ext>
                  </a:extLst>
                </p:cNvPr>
                <p:cNvSpPr/>
                <p:nvPr/>
              </p:nvSpPr>
              <p:spPr>
                <a:xfrm>
                  <a:off x="1310269" y="585169"/>
                  <a:ext cx="1469894" cy="1469894"/>
                </a:xfrm>
                <a:prstGeom prst="ellipse">
                  <a:avLst/>
                </a:prstGeom>
                <a:solidFill>
                  <a:srgbClr val="F2F2F2"/>
                </a:solidFill>
                <a:ln w="19050" cap="flat" cmpd="sng">
                  <a:solidFill>
                    <a:srgbClr val="BB4A5D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1842" y="4579840"/>
              <a:ext cx="813046" cy="813046"/>
            </a:xfrm>
            <a:prstGeom prst="rect">
              <a:avLst/>
            </a:prstGeom>
          </p:spPr>
        </p:pic>
      </p:grpSp>
      <p:grpSp>
        <p:nvGrpSpPr>
          <p:cNvPr id="7" name="Groupe 6"/>
          <p:cNvGrpSpPr/>
          <p:nvPr/>
        </p:nvGrpSpPr>
        <p:grpSpPr>
          <a:xfrm>
            <a:off x="8074047" y="2107856"/>
            <a:ext cx="1539705" cy="1539705"/>
            <a:chOff x="8349815" y="467747"/>
            <a:chExt cx="1539705" cy="1539705"/>
          </a:xfrm>
        </p:grpSpPr>
        <p:grpSp>
          <p:nvGrpSpPr>
            <p:cNvPr id="226" name="Google Shape;227;p1">
              <a:extLst>
                <a:ext uri="{FF2B5EF4-FFF2-40B4-BE49-F238E27FC236}">
                  <a16:creationId xmlns:a16="http://schemas.microsoft.com/office/drawing/2014/main" id="{56D0B698-3107-E280-66E2-04E928698196}"/>
                </a:ext>
              </a:extLst>
            </p:cNvPr>
            <p:cNvGrpSpPr/>
            <p:nvPr/>
          </p:nvGrpSpPr>
          <p:grpSpPr>
            <a:xfrm>
              <a:off x="8349815" y="467747"/>
              <a:ext cx="1539705" cy="1539705"/>
              <a:chOff x="1105470" y="385244"/>
              <a:chExt cx="1869742" cy="1869742"/>
            </a:xfrm>
          </p:grpSpPr>
          <p:sp>
            <p:nvSpPr>
              <p:cNvPr id="228" name="Google Shape;228;p1">
                <a:extLst>
                  <a:ext uri="{FF2B5EF4-FFF2-40B4-BE49-F238E27FC236}">
                    <a16:creationId xmlns:a16="http://schemas.microsoft.com/office/drawing/2014/main" id="{2B1F98C6-CC76-244D-843E-C0A9685A24DE}"/>
                  </a:ext>
                </a:extLst>
              </p:cNvPr>
              <p:cNvSpPr/>
              <p:nvPr/>
            </p:nvSpPr>
            <p:spPr>
              <a:xfrm>
                <a:off x="1168093" y="447867"/>
                <a:ext cx="1744496" cy="1744496"/>
              </a:xfrm>
              <a:prstGeom prst="ellipse">
                <a:avLst/>
              </a:prstGeom>
              <a:solidFill>
                <a:srgbClr val="A7D50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">
                <a:extLst>
                  <a:ext uri="{FF2B5EF4-FFF2-40B4-BE49-F238E27FC236}">
                    <a16:creationId xmlns:a16="http://schemas.microsoft.com/office/drawing/2014/main" id="{9DCE83AD-A6D1-07D6-7C19-10F81F36486C}"/>
                  </a:ext>
                </a:extLst>
              </p:cNvPr>
              <p:cNvSpPr/>
              <p:nvPr/>
            </p:nvSpPr>
            <p:spPr>
              <a:xfrm>
                <a:off x="1105470" y="385244"/>
                <a:ext cx="1869742" cy="1869742"/>
              </a:xfrm>
              <a:prstGeom prst="ellipse">
                <a:avLst/>
              </a:prstGeom>
              <a:noFill/>
              <a:ln w="19050" cap="flat" cmpd="sng">
                <a:solidFill>
                  <a:srgbClr val="A7D501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">
                <a:extLst>
                  <a:ext uri="{FF2B5EF4-FFF2-40B4-BE49-F238E27FC236}">
                    <a16:creationId xmlns:a16="http://schemas.microsoft.com/office/drawing/2014/main" id="{8B7986CA-46D1-CB83-D813-B758D2B3FDF3}"/>
                  </a:ext>
                </a:extLst>
              </p:cNvPr>
              <p:cNvSpPr/>
              <p:nvPr/>
            </p:nvSpPr>
            <p:spPr>
              <a:xfrm rot="-263928">
                <a:off x="1322943" y="1026832"/>
                <a:ext cx="1119357" cy="1132274"/>
              </a:xfrm>
              <a:prstGeom prst="teardrop">
                <a:avLst>
                  <a:gd name="adj" fmla="val 88717"/>
                </a:avLst>
              </a:prstGeom>
              <a:solidFill>
                <a:srgbClr val="000000">
                  <a:alpha val="10588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1" name="Google Shape;231;p1">
                <a:extLst>
                  <a:ext uri="{FF2B5EF4-FFF2-40B4-BE49-F238E27FC236}">
                    <a16:creationId xmlns:a16="http://schemas.microsoft.com/office/drawing/2014/main" id="{8B671222-FC37-87D6-7A32-DE59F32FAEA3}"/>
                  </a:ext>
                </a:extLst>
              </p:cNvPr>
              <p:cNvGrpSpPr/>
              <p:nvPr/>
            </p:nvGrpSpPr>
            <p:grpSpPr>
              <a:xfrm>
                <a:off x="1392869" y="677439"/>
                <a:ext cx="1285351" cy="1285351"/>
                <a:chOff x="1282890" y="562664"/>
                <a:chExt cx="1514902" cy="1514902"/>
              </a:xfrm>
            </p:grpSpPr>
            <p:sp>
              <p:nvSpPr>
                <p:cNvPr id="232" name="Google Shape;232;p1">
                  <a:extLst>
                    <a:ext uri="{FF2B5EF4-FFF2-40B4-BE49-F238E27FC236}">
                      <a16:creationId xmlns:a16="http://schemas.microsoft.com/office/drawing/2014/main" id="{4FF83C06-3D15-031B-7615-8237C49FEC4B}"/>
                    </a:ext>
                  </a:extLst>
                </p:cNvPr>
                <p:cNvSpPr/>
                <p:nvPr/>
              </p:nvSpPr>
              <p:spPr>
                <a:xfrm>
                  <a:off x="1282890" y="562664"/>
                  <a:ext cx="1514902" cy="1514902"/>
                </a:xfrm>
                <a:prstGeom prst="ellipse">
                  <a:avLst/>
                </a:prstGeom>
                <a:noFill/>
                <a:ln w="57150" cap="flat" cmpd="sng">
                  <a:solidFill>
                    <a:srgbClr val="C6F74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27000" dist="25400" dir="8100000" sx="104000" sy="104000" algn="tr" rotWithShape="0">
                    <a:srgbClr val="000000">
                      <a:alpha val="26666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1">
                  <a:extLst>
                    <a:ext uri="{FF2B5EF4-FFF2-40B4-BE49-F238E27FC236}">
                      <a16:creationId xmlns:a16="http://schemas.microsoft.com/office/drawing/2014/main" id="{B0C856C8-D133-FA85-3C84-13F0E59EA915}"/>
                    </a:ext>
                  </a:extLst>
                </p:cNvPr>
                <p:cNvSpPr/>
                <p:nvPr/>
              </p:nvSpPr>
              <p:spPr>
                <a:xfrm>
                  <a:off x="1310269" y="578774"/>
                  <a:ext cx="1469894" cy="1469894"/>
                </a:xfrm>
                <a:prstGeom prst="ellipse">
                  <a:avLst/>
                </a:prstGeom>
                <a:solidFill>
                  <a:srgbClr val="F2F2F2"/>
                </a:solidFill>
                <a:ln w="19050" cap="flat" cmpd="sng">
                  <a:solidFill>
                    <a:srgbClr val="A1CC1C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75262" y="769066"/>
              <a:ext cx="927131" cy="92713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C53D70-458B-3D72-C122-7F596680BE81}"/>
              </a:ext>
            </a:extLst>
          </p:cNvPr>
          <p:cNvGrpSpPr/>
          <p:nvPr/>
        </p:nvGrpSpPr>
        <p:grpSpPr>
          <a:xfrm>
            <a:off x="2675706" y="2435688"/>
            <a:ext cx="1520607" cy="1520607"/>
            <a:chOff x="2675706" y="2435688"/>
            <a:chExt cx="1520607" cy="1520607"/>
          </a:xfrm>
        </p:grpSpPr>
        <p:grpSp>
          <p:nvGrpSpPr>
            <p:cNvPr id="194" name="Google Shape;296;p1">
              <a:extLst>
                <a:ext uri="{FF2B5EF4-FFF2-40B4-BE49-F238E27FC236}">
                  <a16:creationId xmlns:a16="http://schemas.microsoft.com/office/drawing/2014/main" id="{8B8E695D-012B-B7D2-CFBB-FF09C5365A52}"/>
                </a:ext>
              </a:extLst>
            </p:cNvPr>
            <p:cNvGrpSpPr/>
            <p:nvPr/>
          </p:nvGrpSpPr>
          <p:grpSpPr>
            <a:xfrm>
              <a:off x="2675706" y="2435688"/>
              <a:ext cx="1520607" cy="1520607"/>
              <a:chOff x="1105470" y="385244"/>
              <a:chExt cx="1869742" cy="1869742"/>
            </a:xfrm>
          </p:grpSpPr>
          <p:sp>
            <p:nvSpPr>
              <p:cNvPr id="203" name="Google Shape;297;p1">
                <a:extLst>
                  <a:ext uri="{FF2B5EF4-FFF2-40B4-BE49-F238E27FC236}">
                    <a16:creationId xmlns:a16="http://schemas.microsoft.com/office/drawing/2014/main" id="{0754F3C0-B384-BDE1-5A74-8FFD37B0080B}"/>
                  </a:ext>
                </a:extLst>
              </p:cNvPr>
              <p:cNvSpPr/>
              <p:nvPr/>
            </p:nvSpPr>
            <p:spPr>
              <a:xfrm>
                <a:off x="1168093" y="447867"/>
                <a:ext cx="1744496" cy="1744496"/>
              </a:xfrm>
              <a:prstGeom prst="ellipse">
                <a:avLst/>
              </a:prstGeom>
              <a:solidFill>
                <a:srgbClr val="1DD6C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98;p1">
                <a:extLst>
                  <a:ext uri="{FF2B5EF4-FFF2-40B4-BE49-F238E27FC236}">
                    <a16:creationId xmlns:a16="http://schemas.microsoft.com/office/drawing/2014/main" id="{F0E8DEE2-3431-C451-8B3D-69932BF83910}"/>
                  </a:ext>
                </a:extLst>
              </p:cNvPr>
              <p:cNvSpPr/>
              <p:nvPr/>
            </p:nvSpPr>
            <p:spPr>
              <a:xfrm>
                <a:off x="1105470" y="385244"/>
                <a:ext cx="1869742" cy="1869742"/>
              </a:xfrm>
              <a:prstGeom prst="ellipse">
                <a:avLst/>
              </a:prstGeom>
              <a:noFill/>
              <a:ln w="19050" cap="flat" cmpd="sng">
                <a:solidFill>
                  <a:srgbClr val="1DD6C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99;p1">
                <a:extLst>
                  <a:ext uri="{FF2B5EF4-FFF2-40B4-BE49-F238E27FC236}">
                    <a16:creationId xmlns:a16="http://schemas.microsoft.com/office/drawing/2014/main" id="{4B264F4E-5051-E6AE-304D-3B16EC613CD9}"/>
                  </a:ext>
                </a:extLst>
              </p:cNvPr>
              <p:cNvSpPr/>
              <p:nvPr/>
            </p:nvSpPr>
            <p:spPr>
              <a:xfrm rot="-263928">
                <a:off x="1322943" y="1026832"/>
                <a:ext cx="1119357" cy="1132274"/>
              </a:xfrm>
              <a:prstGeom prst="teardrop">
                <a:avLst>
                  <a:gd name="adj" fmla="val 88717"/>
                </a:avLst>
              </a:prstGeom>
              <a:solidFill>
                <a:srgbClr val="000000">
                  <a:alpha val="10588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7" name="Google Shape;301;p1">
                <a:extLst>
                  <a:ext uri="{FF2B5EF4-FFF2-40B4-BE49-F238E27FC236}">
                    <a16:creationId xmlns:a16="http://schemas.microsoft.com/office/drawing/2014/main" id="{837226A2-2EED-C16E-D9D7-32141A92F1A2}"/>
                  </a:ext>
                </a:extLst>
              </p:cNvPr>
              <p:cNvGrpSpPr/>
              <p:nvPr/>
            </p:nvGrpSpPr>
            <p:grpSpPr>
              <a:xfrm>
                <a:off x="1392869" y="677439"/>
                <a:ext cx="1285351" cy="1285351"/>
                <a:chOff x="1282890" y="562664"/>
                <a:chExt cx="1514902" cy="1514902"/>
              </a:xfrm>
            </p:grpSpPr>
            <p:sp>
              <p:nvSpPr>
                <p:cNvPr id="209" name="Google Shape;302;p1">
                  <a:extLst>
                    <a:ext uri="{FF2B5EF4-FFF2-40B4-BE49-F238E27FC236}">
                      <a16:creationId xmlns:a16="http://schemas.microsoft.com/office/drawing/2014/main" id="{8AFAF9EC-9632-740C-0BA5-E192612C5687}"/>
                    </a:ext>
                  </a:extLst>
                </p:cNvPr>
                <p:cNvSpPr/>
                <p:nvPr/>
              </p:nvSpPr>
              <p:spPr>
                <a:xfrm>
                  <a:off x="1282890" y="562664"/>
                  <a:ext cx="1514902" cy="1514902"/>
                </a:xfrm>
                <a:prstGeom prst="ellipse">
                  <a:avLst/>
                </a:prstGeom>
                <a:noFill/>
                <a:ln w="57150" cap="flat" cmpd="sng">
                  <a:solidFill>
                    <a:srgbClr val="8CF7E7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27000" dist="25400" dir="8100000" sx="104000" sy="104000" algn="tr" rotWithShape="0">
                    <a:srgbClr val="000000">
                      <a:alpha val="26666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303;p1">
                  <a:extLst>
                    <a:ext uri="{FF2B5EF4-FFF2-40B4-BE49-F238E27FC236}">
                      <a16:creationId xmlns:a16="http://schemas.microsoft.com/office/drawing/2014/main" id="{2642D1D7-E228-01E7-FA4F-A66869ADCCD1}"/>
                    </a:ext>
                  </a:extLst>
                </p:cNvPr>
                <p:cNvSpPr/>
                <p:nvPr/>
              </p:nvSpPr>
              <p:spPr>
                <a:xfrm>
                  <a:off x="1310270" y="585169"/>
                  <a:ext cx="1469894" cy="1469894"/>
                </a:xfrm>
                <a:prstGeom prst="ellipse">
                  <a:avLst/>
                </a:prstGeom>
                <a:solidFill>
                  <a:srgbClr val="F2F2F2"/>
                </a:solidFill>
                <a:ln w="19050" cap="flat" cmpd="sng">
                  <a:solidFill>
                    <a:srgbClr val="3BBCA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1104" y="2840820"/>
              <a:ext cx="485993" cy="728843"/>
            </a:xfrm>
            <a:prstGeom prst="rect">
              <a:avLst/>
            </a:prstGeom>
          </p:spPr>
        </p:pic>
      </p:grpSp>
      <p:grpSp>
        <p:nvGrpSpPr>
          <p:cNvPr id="13" name="Groupe 12"/>
          <p:cNvGrpSpPr/>
          <p:nvPr/>
        </p:nvGrpSpPr>
        <p:grpSpPr>
          <a:xfrm>
            <a:off x="7132907" y="3563179"/>
            <a:ext cx="1539705" cy="1539705"/>
            <a:chOff x="3828915" y="3632681"/>
            <a:chExt cx="1539705" cy="1539705"/>
          </a:xfrm>
        </p:grpSpPr>
        <p:grpSp>
          <p:nvGrpSpPr>
            <p:cNvPr id="261" name="Google Shape;210;p1">
              <a:extLst>
                <a:ext uri="{FF2B5EF4-FFF2-40B4-BE49-F238E27FC236}">
                  <a16:creationId xmlns:a16="http://schemas.microsoft.com/office/drawing/2014/main" id="{6F196BCF-5A80-6F86-4CBC-855A07F153EC}"/>
                </a:ext>
              </a:extLst>
            </p:cNvPr>
            <p:cNvGrpSpPr/>
            <p:nvPr/>
          </p:nvGrpSpPr>
          <p:grpSpPr>
            <a:xfrm>
              <a:off x="3828915" y="3632681"/>
              <a:ext cx="1539705" cy="1539705"/>
              <a:chOff x="1105470" y="385244"/>
              <a:chExt cx="1869742" cy="1869742"/>
            </a:xfrm>
          </p:grpSpPr>
          <p:sp>
            <p:nvSpPr>
              <p:cNvPr id="265" name="Google Shape;211;p1">
                <a:extLst>
                  <a:ext uri="{FF2B5EF4-FFF2-40B4-BE49-F238E27FC236}">
                    <a16:creationId xmlns:a16="http://schemas.microsoft.com/office/drawing/2014/main" id="{E89084B6-9584-587C-A253-0A45A973A2B5}"/>
                  </a:ext>
                </a:extLst>
              </p:cNvPr>
              <p:cNvSpPr/>
              <p:nvPr/>
            </p:nvSpPr>
            <p:spPr>
              <a:xfrm>
                <a:off x="1168093" y="447867"/>
                <a:ext cx="1744496" cy="1744496"/>
              </a:xfrm>
              <a:prstGeom prst="ellipse">
                <a:avLst/>
              </a:prstGeom>
              <a:solidFill>
                <a:srgbClr val="FE9B7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12;p1">
                <a:extLst>
                  <a:ext uri="{FF2B5EF4-FFF2-40B4-BE49-F238E27FC236}">
                    <a16:creationId xmlns:a16="http://schemas.microsoft.com/office/drawing/2014/main" id="{B6D3D729-5319-CC9C-603D-A7CFAB8F8200}"/>
                  </a:ext>
                </a:extLst>
              </p:cNvPr>
              <p:cNvSpPr/>
              <p:nvPr/>
            </p:nvSpPr>
            <p:spPr>
              <a:xfrm>
                <a:off x="1105470" y="385244"/>
                <a:ext cx="1869742" cy="1869742"/>
              </a:xfrm>
              <a:prstGeom prst="ellipse">
                <a:avLst/>
              </a:prstGeom>
              <a:noFill/>
              <a:ln w="19050" cap="flat" cmpd="sng">
                <a:solidFill>
                  <a:srgbClr val="FE9B7E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13;p1">
                <a:extLst>
                  <a:ext uri="{FF2B5EF4-FFF2-40B4-BE49-F238E27FC236}">
                    <a16:creationId xmlns:a16="http://schemas.microsoft.com/office/drawing/2014/main" id="{5FCDF1E3-2C0F-0BC6-6D40-40ABF4E2E46D}"/>
                  </a:ext>
                </a:extLst>
              </p:cNvPr>
              <p:cNvSpPr/>
              <p:nvPr/>
            </p:nvSpPr>
            <p:spPr>
              <a:xfrm rot="-263928">
                <a:off x="1322943" y="1026832"/>
                <a:ext cx="1119357" cy="1132274"/>
              </a:xfrm>
              <a:prstGeom prst="teardrop">
                <a:avLst>
                  <a:gd name="adj" fmla="val 88717"/>
                </a:avLst>
              </a:prstGeom>
              <a:solidFill>
                <a:srgbClr val="000000">
                  <a:alpha val="10588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8" name="Google Shape;214;p1">
                <a:extLst>
                  <a:ext uri="{FF2B5EF4-FFF2-40B4-BE49-F238E27FC236}">
                    <a16:creationId xmlns:a16="http://schemas.microsoft.com/office/drawing/2014/main" id="{E0F052B7-FA9B-0E3D-1DF6-3DEDDD5503CE}"/>
                  </a:ext>
                </a:extLst>
              </p:cNvPr>
              <p:cNvGrpSpPr/>
              <p:nvPr/>
            </p:nvGrpSpPr>
            <p:grpSpPr>
              <a:xfrm>
                <a:off x="1392869" y="677439"/>
                <a:ext cx="1285351" cy="1285351"/>
                <a:chOff x="1282890" y="562664"/>
                <a:chExt cx="1514902" cy="1514902"/>
              </a:xfrm>
            </p:grpSpPr>
            <p:sp>
              <p:nvSpPr>
                <p:cNvPr id="269" name="Google Shape;215;p1">
                  <a:extLst>
                    <a:ext uri="{FF2B5EF4-FFF2-40B4-BE49-F238E27FC236}">
                      <a16:creationId xmlns:a16="http://schemas.microsoft.com/office/drawing/2014/main" id="{88771A3C-B1E3-CA74-22D4-AADFCCE122DE}"/>
                    </a:ext>
                  </a:extLst>
                </p:cNvPr>
                <p:cNvSpPr/>
                <p:nvPr/>
              </p:nvSpPr>
              <p:spPr>
                <a:xfrm>
                  <a:off x="1282890" y="562664"/>
                  <a:ext cx="1514902" cy="1514902"/>
                </a:xfrm>
                <a:prstGeom prst="ellipse">
                  <a:avLst/>
                </a:prstGeom>
                <a:noFill/>
                <a:ln w="57150" cap="flat" cmpd="sng">
                  <a:solidFill>
                    <a:srgbClr val="FEB283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27000" dist="25400" dir="8100000" sx="104000" sy="104000" algn="tr" rotWithShape="0">
                    <a:srgbClr val="000000">
                      <a:alpha val="26666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0" name="Google Shape;216;p1">
                  <a:extLst>
                    <a:ext uri="{FF2B5EF4-FFF2-40B4-BE49-F238E27FC236}">
                      <a16:creationId xmlns:a16="http://schemas.microsoft.com/office/drawing/2014/main" id="{CA0AB6D6-8EAD-9628-B17A-943F7E7B6831}"/>
                    </a:ext>
                  </a:extLst>
                </p:cNvPr>
                <p:cNvSpPr/>
                <p:nvPr/>
              </p:nvSpPr>
              <p:spPr>
                <a:xfrm>
                  <a:off x="1310269" y="585169"/>
                  <a:ext cx="1469894" cy="1469894"/>
                </a:xfrm>
                <a:prstGeom prst="ellipse">
                  <a:avLst/>
                </a:prstGeom>
                <a:solidFill>
                  <a:srgbClr val="F2F2F2"/>
                </a:solidFill>
                <a:ln w="19050" cap="flat" cmpd="sng">
                  <a:solidFill>
                    <a:srgbClr val="E39279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7723" y="3998197"/>
              <a:ext cx="973468" cy="797115"/>
            </a:xfrm>
            <a:prstGeom prst="rect">
              <a:avLst/>
            </a:prstGeom>
          </p:spPr>
        </p:pic>
      </p:grpSp>
      <p:grpSp>
        <p:nvGrpSpPr>
          <p:cNvPr id="295" name="Groupe 294"/>
          <p:cNvGrpSpPr/>
          <p:nvPr/>
        </p:nvGrpSpPr>
        <p:grpSpPr>
          <a:xfrm>
            <a:off x="3821563" y="3731513"/>
            <a:ext cx="1539705" cy="1539705"/>
            <a:chOff x="7209293" y="3635527"/>
            <a:chExt cx="1539705" cy="1539705"/>
          </a:xfrm>
        </p:grpSpPr>
        <p:grpSp>
          <p:nvGrpSpPr>
            <p:cNvPr id="296" name="Google Shape;187;p1">
              <a:extLst>
                <a:ext uri="{FF2B5EF4-FFF2-40B4-BE49-F238E27FC236}">
                  <a16:creationId xmlns:a16="http://schemas.microsoft.com/office/drawing/2014/main" id="{C4744838-F3EB-0A19-533F-0D24ECACF122}"/>
                </a:ext>
              </a:extLst>
            </p:cNvPr>
            <p:cNvGrpSpPr/>
            <p:nvPr/>
          </p:nvGrpSpPr>
          <p:grpSpPr>
            <a:xfrm>
              <a:off x="7209293" y="3635527"/>
              <a:ext cx="1539705" cy="1539705"/>
              <a:chOff x="1105470" y="385244"/>
              <a:chExt cx="1869742" cy="1869742"/>
            </a:xfrm>
          </p:grpSpPr>
          <p:sp>
            <p:nvSpPr>
              <p:cNvPr id="298" name="Google Shape;188;p1">
                <a:extLst>
                  <a:ext uri="{FF2B5EF4-FFF2-40B4-BE49-F238E27FC236}">
                    <a16:creationId xmlns:a16="http://schemas.microsoft.com/office/drawing/2014/main" id="{A85EE9EE-12E7-D59E-46A5-98D298083DD0}"/>
                  </a:ext>
                </a:extLst>
              </p:cNvPr>
              <p:cNvSpPr/>
              <p:nvPr/>
            </p:nvSpPr>
            <p:spPr>
              <a:xfrm>
                <a:off x="1168093" y="447867"/>
                <a:ext cx="1744496" cy="1744496"/>
              </a:xfrm>
              <a:prstGeom prst="ellipse">
                <a:avLst/>
              </a:prstGeom>
              <a:solidFill>
                <a:srgbClr val="A179B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189;p1">
                <a:extLst>
                  <a:ext uri="{FF2B5EF4-FFF2-40B4-BE49-F238E27FC236}">
                    <a16:creationId xmlns:a16="http://schemas.microsoft.com/office/drawing/2014/main" id="{332E0E7B-B120-9633-FC95-73E59054C9AA}"/>
                  </a:ext>
                </a:extLst>
              </p:cNvPr>
              <p:cNvSpPr/>
              <p:nvPr/>
            </p:nvSpPr>
            <p:spPr>
              <a:xfrm>
                <a:off x="1105470" y="385244"/>
                <a:ext cx="1869742" cy="1869742"/>
              </a:xfrm>
              <a:prstGeom prst="ellipse">
                <a:avLst/>
              </a:prstGeom>
              <a:noFill/>
              <a:ln w="19050" cap="flat" cmpd="sng">
                <a:solidFill>
                  <a:srgbClr val="A179B7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190;p1">
                <a:extLst>
                  <a:ext uri="{FF2B5EF4-FFF2-40B4-BE49-F238E27FC236}">
                    <a16:creationId xmlns:a16="http://schemas.microsoft.com/office/drawing/2014/main" id="{FA89EB13-20C5-DFDC-1D07-CA5FB40DA5DA}"/>
                  </a:ext>
                </a:extLst>
              </p:cNvPr>
              <p:cNvSpPr/>
              <p:nvPr/>
            </p:nvSpPr>
            <p:spPr>
              <a:xfrm rot="-263928">
                <a:off x="1322943" y="1026832"/>
                <a:ext cx="1119357" cy="1132274"/>
              </a:xfrm>
              <a:prstGeom prst="teardrop">
                <a:avLst>
                  <a:gd name="adj" fmla="val 88717"/>
                </a:avLst>
              </a:prstGeom>
              <a:solidFill>
                <a:srgbClr val="000000">
                  <a:alpha val="10588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1" name="Google Shape;191;p1">
                <a:extLst>
                  <a:ext uri="{FF2B5EF4-FFF2-40B4-BE49-F238E27FC236}">
                    <a16:creationId xmlns:a16="http://schemas.microsoft.com/office/drawing/2014/main" id="{D034C06D-FB0A-D3BE-B9D4-766727A195E0}"/>
                  </a:ext>
                </a:extLst>
              </p:cNvPr>
              <p:cNvGrpSpPr/>
              <p:nvPr/>
            </p:nvGrpSpPr>
            <p:grpSpPr>
              <a:xfrm>
                <a:off x="1392869" y="677439"/>
                <a:ext cx="1285351" cy="1285351"/>
                <a:chOff x="1282890" y="562664"/>
                <a:chExt cx="1514902" cy="1514902"/>
              </a:xfrm>
            </p:grpSpPr>
            <p:sp>
              <p:nvSpPr>
                <p:cNvPr id="302" name="Google Shape;192;p1">
                  <a:extLst>
                    <a:ext uri="{FF2B5EF4-FFF2-40B4-BE49-F238E27FC236}">
                      <a16:creationId xmlns:a16="http://schemas.microsoft.com/office/drawing/2014/main" id="{B917B77B-803B-A4A4-5159-EAAB2BB54BAF}"/>
                    </a:ext>
                  </a:extLst>
                </p:cNvPr>
                <p:cNvSpPr/>
                <p:nvPr/>
              </p:nvSpPr>
              <p:spPr>
                <a:xfrm>
                  <a:off x="1282890" y="562664"/>
                  <a:ext cx="1514902" cy="1514902"/>
                </a:xfrm>
                <a:prstGeom prst="ellipse">
                  <a:avLst/>
                </a:prstGeom>
                <a:noFill/>
                <a:ln w="57150" cap="flat" cmpd="sng">
                  <a:solidFill>
                    <a:srgbClr val="A481D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27000" dist="25400" dir="8100000" sx="104000" sy="104000" algn="tr" rotWithShape="0">
                    <a:srgbClr val="000000">
                      <a:alpha val="26666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193;p1">
                  <a:extLst>
                    <a:ext uri="{FF2B5EF4-FFF2-40B4-BE49-F238E27FC236}">
                      <a16:creationId xmlns:a16="http://schemas.microsoft.com/office/drawing/2014/main" id="{61A4ED89-DF23-8E8D-4D00-C819FB7B498C}"/>
                    </a:ext>
                  </a:extLst>
                </p:cNvPr>
                <p:cNvSpPr/>
                <p:nvPr/>
              </p:nvSpPr>
              <p:spPr>
                <a:xfrm>
                  <a:off x="1308456" y="585167"/>
                  <a:ext cx="1469894" cy="1469894"/>
                </a:xfrm>
                <a:prstGeom prst="ellipse">
                  <a:avLst/>
                </a:prstGeom>
                <a:solidFill>
                  <a:srgbClr val="F2F2F2"/>
                </a:solidFill>
                <a:ln w="19050" cap="flat" cmpd="sng">
                  <a:solidFill>
                    <a:srgbClr val="8469A1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297" name="Image 296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71931" y="4005018"/>
              <a:ext cx="720878" cy="718475"/>
            </a:xfrm>
            <a:prstGeom prst="rect">
              <a:avLst/>
            </a:prstGeom>
          </p:spPr>
        </p:pic>
      </p:grpSp>
      <p:grpSp>
        <p:nvGrpSpPr>
          <p:cNvPr id="304" name="Google Shape;332;p1">
            <a:extLst>
              <a:ext uri="{FF2B5EF4-FFF2-40B4-BE49-F238E27FC236}">
                <a16:creationId xmlns:a16="http://schemas.microsoft.com/office/drawing/2014/main" id="{977C4733-BBFF-A905-B435-BC7817C0D4E1}"/>
              </a:ext>
            </a:extLst>
          </p:cNvPr>
          <p:cNvGrpSpPr/>
          <p:nvPr/>
        </p:nvGrpSpPr>
        <p:grpSpPr>
          <a:xfrm>
            <a:off x="4965657" y="3339447"/>
            <a:ext cx="319137" cy="319137"/>
            <a:chOff x="3577335" y="1053147"/>
            <a:chExt cx="319137" cy="319137"/>
          </a:xfrm>
        </p:grpSpPr>
        <p:sp>
          <p:nvSpPr>
            <p:cNvPr id="305" name="Google Shape;333;p1">
              <a:extLst>
                <a:ext uri="{FF2B5EF4-FFF2-40B4-BE49-F238E27FC236}">
                  <a16:creationId xmlns:a16="http://schemas.microsoft.com/office/drawing/2014/main" id="{05128681-BA27-A42E-A731-B810164A4856}"/>
                </a:ext>
              </a:extLst>
            </p:cNvPr>
            <p:cNvSpPr/>
            <p:nvPr/>
          </p:nvSpPr>
          <p:spPr>
            <a:xfrm>
              <a:off x="3672593" y="1148405"/>
              <a:ext cx="128620" cy="128620"/>
            </a:xfrm>
            <a:prstGeom prst="ellipse">
              <a:avLst/>
            </a:prstGeom>
            <a:solidFill>
              <a:srgbClr val="8469A1"/>
            </a:solidFill>
            <a:ln w="19050" cap="flat" cmpd="sng">
              <a:solidFill>
                <a:srgbClr val="A481D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34;p1">
              <a:extLst>
                <a:ext uri="{FF2B5EF4-FFF2-40B4-BE49-F238E27FC236}">
                  <a16:creationId xmlns:a16="http://schemas.microsoft.com/office/drawing/2014/main" id="{30DDAA99-EC35-7C12-2F13-9168E82E6ACB}"/>
                </a:ext>
              </a:extLst>
            </p:cNvPr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A179B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938D03-3019-EDA0-3920-7666C9EED9B7}"/>
              </a:ext>
            </a:extLst>
          </p:cNvPr>
          <p:cNvGrpSpPr/>
          <p:nvPr/>
        </p:nvGrpSpPr>
        <p:grpSpPr>
          <a:xfrm>
            <a:off x="2665880" y="817416"/>
            <a:ext cx="1539705" cy="1539705"/>
            <a:chOff x="2665880" y="817416"/>
            <a:chExt cx="1539705" cy="1539705"/>
          </a:xfrm>
        </p:grpSpPr>
        <p:grpSp>
          <p:nvGrpSpPr>
            <p:cNvPr id="249" name="Google Shape;139;p1">
              <a:extLst>
                <a:ext uri="{FF2B5EF4-FFF2-40B4-BE49-F238E27FC236}">
                  <a16:creationId xmlns:a16="http://schemas.microsoft.com/office/drawing/2014/main" id="{60771798-1D66-5395-A67A-E390F029BF56}"/>
                </a:ext>
              </a:extLst>
            </p:cNvPr>
            <p:cNvGrpSpPr/>
            <p:nvPr/>
          </p:nvGrpSpPr>
          <p:grpSpPr>
            <a:xfrm>
              <a:off x="2665880" y="817416"/>
              <a:ext cx="1539705" cy="1539705"/>
              <a:chOff x="1105470" y="385244"/>
              <a:chExt cx="1869742" cy="1869742"/>
            </a:xfrm>
          </p:grpSpPr>
          <p:sp>
            <p:nvSpPr>
              <p:cNvPr id="251" name="Google Shape;140;p1">
                <a:extLst>
                  <a:ext uri="{FF2B5EF4-FFF2-40B4-BE49-F238E27FC236}">
                    <a16:creationId xmlns:a16="http://schemas.microsoft.com/office/drawing/2014/main" id="{468DE551-4FC5-E5E8-3D8D-28116002561F}"/>
                  </a:ext>
                </a:extLst>
              </p:cNvPr>
              <p:cNvSpPr/>
              <p:nvPr/>
            </p:nvSpPr>
            <p:spPr>
              <a:xfrm>
                <a:off x="1168093" y="447867"/>
                <a:ext cx="1744496" cy="1744496"/>
              </a:xfrm>
              <a:prstGeom prst="ellipse">
                <a:avLst/>
              </a:prstGeom>
              <a:solidFill>
                <a:srgbClr val="FD7C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141;p1">
                <a:extLst>
                  <a:ext uri="{FF2B5EF4-FFF2-40B4-BE49-F238E27FC236}">
                    <a16:creationId xmlns:a16="http://schemas.microsoft.com/office/drawing/2014/main" id="{C7F91C1E-6F36-2054-E0C7-310C9FBDCF78}"/>
                  </a:ext>
                </a:extLst>
              </p:cNvPr>
              <p:cNvSpPr/>
              <p:nvPr/>
            </p:nvSpPr>
            <p:spPr>
              <a:xfrm>
                <a:off x="1105470" y="385244"/>
                <a:ext cx="1869742" cy="1869742"/>
              </a:xfrm>
              <a:prstGeom prst="ellipse">
                <a:avLst/>
              </a:prstGeom>
              <a:noFill/>
              <a:ln w="19050" cap="flat" cmpd="sng">
                <a:solidFill>
                  <a:srgbClr val="FD7CD9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142;p1">
                <a:extLst>
                  <a:ext uri="{FF2B5EF4-FFF2-40B4-BE49-F238E27FC236}">
                    <a16:creationId xmlns:a16="http://schemas.microsoft.com/office/drawing/2014/main" id="{D9F084E6-6CDF-750F-5DCB-7CB8E765D6E5}"/>
                  </a:ext>
                </a:extLst>
              </p:cNvPr>
              <p:cNvSpPr/>
              <p:nvPr/>
            </p:nvSpPr>
            <p:spPr>
              <a:xfrm rot="-263928">
                <a:off x="1322943" y="1026832"/>
                <a:ext cx="1119357" cy="1132274"/>
              </a:xfrm>
              <a:prstGeom prst="teardrop">
                <a:avLst>
                  <a:gd name="adj" fmla="val 88717"/>
                </a:avLst>
              </a:prstGeom>
              <a:solidFill>
                <a:srgbClr val="000000">
                  <a:alpha val="10588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4" name="Google Shape;143;p1">
                <a:extLst>
                  <a:ext uri="{FF2B5EF4-FFF2-40B4-BE49-F238E27FC236}">
                    <a16:creationId xmlns:a16="http://schemas.microsoft.com/office/drawing/2014/main" id="{328A2B64-943E-0630-4EF5-2CFDC1F31617}"/>
                  </a:ext>
                </a:extLst>
              </p:cNvPr>
              <p:cNvGrpSpPr/>
              <p:nvPr/>
            </p:nvGrpSpPr>
            <p:grpSpPr>
              <a:xfrm>
                <a:off x="1392869" y="677439"/>
                <a:ext cx="1285351" cy="1285351"/>
                <a:chOff x="1282890" y="562664"/>
                <a:chExt cx="1514902" cy="1514902"/>
              </a:xfrm>
            </p:grpSpPr>
            <p:sp>
              <p:nvSpPr>
                <p:cNvPr id="255" name="Google Shape;144;p1">
                  <a:extLst>
                    <a:ext uri="{FF2B5EF4-FFF2-40B4-BE49-F238E27FC236}">
                      <a16:creationId xmlns:a16="http://schemas.microsoft.com/office/drawing/2014/main" id="{AB1843DD-74AB-9D83-C71F-B734F13C47A9}"/>
                    </a:ext>
                  </a:extLst>
                </p:cNvPr>
                <p:cNvSpPr/>
                <p:nvPr/>
              </p:nvSpPr>
              <p:spPr>
                <a:xfrm>
                  <a:off x="1282890" y="562664"/>
                  <a:ext cx="1514902" cy="1514902"/>
                </a:xfrm>
                <a:prstGeom prst="ellipse">
                  <a:avLst/>
                </a:prstGeom>
                <a:noFill/>
                <a:ln w="57150" cap="flat" cmpd="sng">
                  <a:solidFill>
                    <a:srgbClr val="FBA9EB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27000" dist="25400" dir="8100000" sx="104000" sy="104000" algn="tr" rotWithShape="0">
                    <a:srgbClr val="000000">
                      <a:alpha val="26666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" name="Google Shape;145;p1">
                  <a:extLst>
                    <a:ext uri="{FF2B5EF4-FFF2-40B4-BE49-F238E27FC236}">
                      <a16:creationId xmlns:a16="http://schemas.microsoft.com/office/drawing/2014/main" id="{5CDECF2A-9222-941C-952F-74D53243D88F}"/>
                    </a:ext>
                  </a:extLst>
                </p:cNvPr>
                <p:cNvSpPr/>
                <p:nvPr/>
              </p:nvSpPr>
              <p:spPr>
                <a:xfrm>
                  <a:off x="1310270" y="585167"/>
                  <a:ext cx="1469895" cy="1469894"/>
                </a:xfrm>
                <a:prstGeom prst="ellipse">
                  <a:avLst/>
                </a:prstGeom>
                <a:solidFill>
                  <a:srgbClr val="F2F2F2"/>
                </a:solidFill>
                <a:ln w="19050" cap="flat" cmpd="sng">
                  <a:solidFill>
                    <a:srgbClr val="D882DD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3868" y="1084474"/>
              <a:ext cx="946709" cy="946709"/>
            </a:xfrm>
            <a:prstGeom prst="rect">
              <a:avLst/>
            </a:prstGeom>
          </p:spPr>
        </p:pic>
      </p:grpSp>
      <p:sp>
        <p:nvSpPr>
          <p:cNvPr id="14" name="Espace réservé du numéro de diapositive 4">
            <a:extLst>
              <a:ext uri="{FF2B5EF4-FFF2-40B4-BE49-F238E27FC236}">
                <a16:creationId xmlns:a16="http://schemas.microsoft.com/office/drawing/2014/main" id="{5BAF902B-6120-D408-9C38-E07DE2D1B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0233" y="6419334"/>
            <a:ext cx="2743200" cy="365125"/>
          </a:xfrm>
        </p:spPr>
        <p:txBody>
          <a:bodyPr rtlCol="0"/>
          <a:lstStyle/>
          <a:p>
            <a:pPr rtl="0"/>
            <a:fld id="{95CBEC59-7FF9-4688-98DF-89832A0C9025}" type="slidenum">
              <a:rPr lang="fr-FR" sz="1600" smtClean="0"/>
              <a:pPr rtl="0"/>
              <a:t>14</a:t>
            </a:fld>
            <a:endParaRPr lang="fr-FR" sz="1800" dirty="0"/>
          </a:p>
        </p:txBody>
      </p:sp>
      <p:grpSp>
        <p:nvGrpSpPr>
          <p:cNvPr id="16" name="Google Shape;335;p1">
            <a:extLst>
              <a:ext uri="{FF2B5EF4-FFF2-40B4-BE49-F238E27FC236}">
                <a16:creationId xmlns:a16="http://schemas.microsoft.com/office/drawing/2014/main" id="{5AF74C88-C6F4-E975-F1EF-5FC4188EEC20}"/>
              </a:ext>
            </a:extLst>
          </p:cNvPr>
          <p:cNvGrpSpPr/>
          <p:nvPr/>
        </p:nvGrpSpPr>
        <p:grpSpPr>
          <a:xfrm>
            <a:off x="7554055" y="1197193"/>
            <a:ext cx="319137" cy="319137"/>
            <a:chOff x="3577335" y="1053147"/>
            <a:chExt cx="319137" cy="319137"/>
          </a:xfrm>
        </p:grpSpPr>
        <p:sp>
          <p:nvSpPr>
            <p:cNvPr id="17" name="Google Shape;336;p1">
              <a:extLst>
                <a:ext uri="{FF2B5EF4-FFF2-40B4-BE49-F238E27FC236}">
                  <a16:creationId xmlns:a16="http://schemas.microsoft.com/office/drawing/2014/main" id="{5E7A189C-1E02-A9EF-0C65-66DFDA5917EE}"/>
                </a:ext>
              </a:extLst>
            </p:cNvPr>
            <p:cNvSpPr/>
            <p:nvPr/>
          </p:nvSpPr>
          <p:spPr>
            <a:xfrm>
              <a:off x="3672593" y="1139682"/>
              <a:ext cx="128620" cy="128620"/>
            </a:xfrm>
            <a:prstGeom prst="ellipse">
              <a:avLst/>
            </a:prstGeom>
            <a:solidFill>
              <a:srgbClr val="42BDE0"/>
            </a:solidFill>
            <a:ln w="19050" cap="flat" cmpd="sng">
              <a:solidFill>
                <a:srgbClr val="83E2F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37;p1">
              <a:extLst>
                <a:ext uri="{FF2B5EF4-FFF2-40B4-BE49-F238E27FC236}">
                  <a16:creationId xmlns:a16="http://schemas.microsoft.com/office/drawing/2014/main" id="{B0200B69-8BA1-3978-F963-2DAA711D7D0D}"/>
                </a:ext>
              </a:extLst>
            </p:cNvPr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3ECEF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268;p1">
            <a:extLst>
              <a:ext uri="{FF2B5EF4-FFF2-40B4-BE49-F238E27FC236}">
                <a16:creationId xmlns:a16="http://schemas.microsoft.com/office/drawing/2014/main" id="{5CA8F4B9-5306-A106-0CD1-7341432DF6A8}"/>
              </a:ext>
            </a:extLst>
          </p:cNvPr>
          <p:cNvGrpSpPr/>
          <p:nvPr/>
        </p:nvGrpSpPr>
        <p:grpSpPr>
          <a:xfrm>
            <a:off x="9710193" y="1111176"/>
            <a:ext cx="2112944" cy="862042"/>
            <a:chOff x="10010939" y="993959"/>
            <a:chExt cx="1889193" cy="862042"/>
          </a:xfrm>
        </p:grpSpPr>
        <p:sp>
          <p:nvSpPr>
            <p:cNvPr id="20" name="Google Shape;269;p1">
              <a:extLst>
                <a:ext uri="{FF2B5EF4-FFF2-40B4-BE49-F238E27FC236}">
                  <a16:creationId xmlns:a16="http://schemas.microsoft.com/office/drawing/2014/main" id="{1AE6BFA3-88A4-CAC9-2D18-609DA5D114F8}"/>
                </a:ext>
              </a:extLst>
            </p:cNvPr>
            <p:cNvSpPr txBox="1"/>
            <p:nvPr/>
          </p:nvSpPr>
          <p:spPr>
            <a:xfrm>
              <a:off x="10051353" y="993959"/>
              <a:ext cx="15303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 err="1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AdonisJs</a:t>
              </a:r>
              <a:endParaRPr b="1" dirty="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" name="Google Shape;270;p1">
              <a:extLst>
                <a:ext uri="{FF2B5EF4-FFF2-40B4-BE49-F238E27FC236}">
                  <a16:creationId xmlns:a16="http://schemas.microsoft.com/office/drawing/2014/main" id="{7C2AF3BE-6367-652E-02AD-2A656C6D5EE2}"/>
                </a:ext>
              </a:extLst>
            </p:cNvPr>
            <p:cNvSpPr txBox="1"/>
            <p:nvPr/>
          </p:nvSpPr>
          <p:spPr>
            <a:xfrm>
              <a:off x="10010939" y="1332821"/>
              <a:ext cx="1889193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 dirty="0">
                  <a:solidFill>
                    <a:srgbClr val="3A3838"/>
                  </a:solidFill>
                  <a:latin typeface="Calibri"/>
                  <a:ea typeface="Calibri"/>
                  <a:cs typeface="Calibri"/>
                  <a:sym typeface="Calibri"/>
                </a:rPr>
                <a:t>Framework JavaScript MVC basée </a:t>
              </a:r>
              <a:r>
                <a:rPr lang="fr-FR" sz="1400" dirty="0" err="1">
                  <a:solidFill>
                    <a:srgbClr val="3A3838"/>
                  </a:solidFill>
                  <a:latin typeface="Calibri"/>
                  <a:ea typeface="Calibri"/>
                  <a:cs typeface="Calibri"/>
                  <a:sym typeface="Calibri"/>
                </a:rPr>
                <a:t>nodejs</a:t>
              </a:r>
              <a:endParaRPr lang="fr-FR" sz="1400" dirty="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roupe 2">
            <a:extLst>
              <a:ext uri="{FF2B5EF4-FFF2-40B4-BE49-F238E27FC236}">
                <a16:creationId xmlns:a16="http://schemas.microsoft.com/office/drawing/2014/main" id="{6256BBE9-6BB9-058D-9B5B-28BF24C18768}"/>
              </a:ext>
            </a:extLst>
          </p:cNvPr>
          <p:cNvGrpSpPr/>
          <p:nvPr/>
        </p:nvGrpSpPr>
        <p:grpSpPr>
          <a:xfrm>
            <a:off x="8155530" y="528443"/>
            <a:ext cx="1539705" cy="1539705"/>
            <a:chOff x="8095470" y="2141369"/>
            <a:chExt cx="1539705" cy="1539705"/>
          </a:xfrm>
        </p:grpSpPr>
        <p:grpSp>
          <p:nvGrpSpPr>
            <p:cNvPr id="23" name="Google Shape;163;p1">
              <a:extLst>
                <a:ext uri="{FF2B5EF4-FFF2-40B4-BE49-F238E27FC236}">
                  <a16:creationId xmlns:a16="http://schemas.microsoft.com/office/drawing/2014/main" id="{FC051DB2-0708-564B-39A9-142C5DAA5E45}"/>
                </a:ext>
              </a:extLst>
            </p:cNvPr>
            <p:cNvGrpSpPr/>
            <p:nvPr/>
          </p:nvGrpSpPr>
          <p:grpSpPr>
            <a:xfrm>
              <a:off x="8095470" y="2141369"/>
              <a:ext cx="1539705" cy="1539705"/>
              <a:chOff x="1105470" y="385244"/>
              <a:chExt cx="1869742" cy="1869742"/>
            </a:xfrm>
          </p:grpSpPr>
          <p:sp>
            <p:nvSpPr>
              <p:cNvPr id="25" name="Google Shape;164;p1">
                <a:extLst>
                  <a:ext uri="{FF2B5EF4-FFF2-40B4-BE49-F238E27FC236}">
                    <a16:creationId xmlns:a16="http://schemas.microsoft.com/office/drawing/2014/main" id="{D8DD92A6-1C10-F208-5EB6-C9D6D3FB8701}"/>
                  </a:ext>
                </a:extLst>
              </p:cNvPr>
              <p:cNvSpPr/>
              <p:nvPr/>
            </p:nvSpPr>
            <p:spPr>
              <a:xfrm>
                <a:off x="1168093" y="447867"/>
                <a:ext cx="1744496" cy="1744496"/>
              </a:xfrm>
              <a:prstGeom prst="ellipse">
                <a:avLst/>
              </a:prstGeom>
              <a:solidFill>
                <a:srgbClr val="3ECEF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165;p1">
                <a:extLst>
                  <a:ext uri="{FF2B5EF4-FFF2-40B4-BE49-F238E27FC236}">
                    <a16:creationId xmlns:a16="http://schemas.microsoft.com/office/drawing/2014/main" id="{50C7A925-A007-8BF5-23DE-51AC5F1EC355}"/>
                  </a:ext>
                </a:extLst>
              </p:cNvPr>
              <p:cNvSpPr/>
              <p:nvPr/>
            </p:nvSpPr>
            <p:spPr>
              <a:xfrm>
                <a:off x="1105470" y="385244"/>
                <a:ext cx="1869742" cy="1869742"/>
              </a:xfrm>
              <a:prstGeom prst="ellipse">
                <a:avLst/>
              </a:prstGeom>
              <a:noFill/>
              <a:ln w="19050" cap="flat" cmpd="sng">
                <a:solidFill>
                  <a:srgbClr val="3ECEFE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166;p1">
                <a:extLst>
                  <a:ext uri="{FF2B5EF4-FFF2-40B4-BE49-F238E27FC236}">
                    <a16:creationId xmlns:a16="http://schemas.microsoft.com/office/drawing/2014/main" id="{22E1D876-7153-C1EF-E9A5-6FDF5EE411C0}"/>
                  </a:ext>
                </a:extLst>
              </p:cNvPr>
              <p:cNvSpPr/>
              <p:nvPr/>
            </p:nvSpPr>
            <p:spPr>
              <a:xfrm rot="-263928">
                <a:off x="1322943" y="1026832"/>
                <a:ext cx="1119357" cy="1132274"/>
              </a:xfrm>
              <a:prstGeom prst="teardrop">
                <a:avLst>
                  <a:gd name="adj" fmla="val 88717"/>
                </a:avLst>
              </a:prstGeom>
              <a:solidFill>
                <a:srgbClr val="000000">
                  <a:alpha val="10588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" name="Google Shape;167;p1">
                <a:extLst>
                  <a:ext uri="{FF2B5EF4-FFF2-40B4-BE49-F238E27FC236}">
                    <a16:creationId xmlns:a16="http://schemas.microsoft.com/office/drawing/2014/main" id="{3F4E44A8-7421-92DE-6A1E-29D23E11431F}"/>
                  </a:ext>
                </a:extLst>
              </p:cNvPr>
              <p:cNvGrpSpPr/>
              <p:nvPr/>
            </p:nvGrpSpPr>
            <p:grpSpPr>
              <a:xfrm>
                <a:off x="1392869" y="677439"/>
                <a:ext cx="1285351" cy="1285351"/>
                <a:chOff x="1282890" y="562664"/>
                <a:chExt cx="1514902" cy="1514902"/>
              </a:xfrm>
            </p:grpSpPr>
            <p:sp>
              <p:nvSpPr>
                <p:cNvPr id="29" name="Google Shape;168;p1">
                  <a:extLst>
                    <a:ext uri="{FF2B5EF4-FFF2-40B4-BE49-F238E27FC236}">
                      <a16:creationId xmlns:a16="http://schemas.microsoft.com/office/drawing/2014/main" id="{85CAA23A-1481-19EA-1B63-4B9ECEC3F846}"/>
                    </a:ext>
                  </a:extLst>
                </p:cNvPr>
                <p:cNvSpPr/>
                <p:nvPr/>
              </p:nvSpPr>
              <p:spPr>
                <a:xfrm>
                  <a:off x="1282890" y="562664"/>
                  <a:ext cx="1514902" cy="1514902"/>
                </a:xfrm>
                <a:prstGeom prst="ellipse">
                  <a:avLst/>
                </a:prstGeom>
                <a:noFill/>
                <a:ln w="57150" cap="flat" cmpd="sng">
                  <a:solidFill>
                    <a:srgbClr val="83E2FA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effectLst>
                  <a:outerShdw blurRad="127000" dist="25400" dir="8100000" sx="104000" sy="104000" algn="tr" rotWithShape="0">
                    <a:srgbClr val="000000">
                      <a:alpha val="26666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169;p1">
                  <a:extLst>
                    <a:ext uri="{FF2B5EF4-FFF2-40B4-BE49-F238E27FC236}">
                      <a16:creationId xmlns:a16="http://schemas.microsoft.com/office/drawing/2014/main" id="{E2E6650E-6AE2-47B7-C896-CB5EFED0FEA9}"/>
                    </a:ext>
                  </a:extLst>
                </p:cNvPr>
                <p:cNvSpPr/>
                <p:nvPr/>
              </p:nvSpPr>
              <p:spPr>
                <a:xfrm>
                  <a:off x="1310269" y="585169"/>
                  <a:ext cx="1469894" cy="1469894"/>
                </a:xfrm>
                <a:prstGeom prst="ellipse">
                  <a:avLst/>
                </a:prstGeom>
                <a:solidFill>
                  <a:srgbClr val="F2F2F2"/>
                </a:solidFill>
                <a:ln w="19050" cap="flat" cmpd="sng">
                  <a:solidFill>
                    <a:srgbClr val="42BDE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pic>
          <p:nvPicPr>
            <p:cNvPr id="24" name="Image 1">
              <a:extLst>
                <a:ext uri="{FF2B5EF4-FFF2-40B4-BE49-F238E27FC236}">
                  <a16:creationId xmlns:a16="http://schemas.microsoft.com/office/drawing/2014/main" id="{F2AB29B8-2873-E788-90F4-81E468F08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4704" y="2587111"/>
              <a:ext cx="654596" cy="654596"/>
            </a:xfrm>
            <a:prstGeom prst="rect">
              <a:avLst/>
            </a:prstGeom>
          </p:spPr>
        </p:pic>
      </p:grpSp>
      <p:grpSp>
        <p:nvGrpSpPr>
          <p:cNvPr id="91" name="Google Shape;129;p1">
            <a:extLst>
              <a:ext uri="{FF2B5EF4-FFF2-40B4-BE49-F238E27FC236}">
                <a16:creationId xmlns:a16="http://schemas.microsoft.com/office/drawing/2014/main" id="{14FDAA65-8AFC-EE99-A332-D3E2D7866A6B}"/>
              </a:ext>
            </a:extLst>
          </p:cNvPr>
          <p:cNvGrpSpPr/>
          <p:nvPr/>
        </p:nvGrpSpPr>
        <p:grpSpPr>
          <a:xfrm>
            <a:off x="6058022" y="3658584"/>
            <a:ext cx="319137" cy="319137"/>
            <a:chOff x="3577335" y="1053147"/>
            <a:chExt cx="319137" cy="319137"/>
          </a:xfrm>
        </p:grpSpPr>
        <p:sp>
          <p:nvSpPr>
            <p:cNvPr id="92" name="Google Shape;130;p1">
              <a:extLst>
                <a:ext uri="{FF2B5EF4-FFF2-40B4-BE49-F238E27FC236}">
                  <a16:creationId xmlns:a16="http://schemas.microsoft.com/office/drawing/2014/main" id="{3B9DAC17-AA06-A58A-5530-4CA970C2B9D1}"/>
                </a:ext>
              </a:extLst>
            </p:cNvPr>
            <p:cNvSpPr/>
            <p:nvPr/>
          </p:nvSpPr>
          <p:spPr>
            <a:xfrm>
              <a:off x="3676269" y="1148406"/>
              <a:ext cx="128620" cy="128620"/>
            </a:xfrm>
            <a:prstGeom prst="ellipse">
              <a:avLst/>
            </a:prstGeom>
            <a:solidFill>
              <a:srgbClr val="BB4A5D"/>
            </a:solidFill>
            <a:ln w="19050" cap="flat" cmpd="sng">
              <a:solidFill>
                <a:srgbClr val="FFA7B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131;p1">
              <a:extLst>
                <a:ext uri="{FF2B5EF4-FFF2-40B4-BE49-F238E27FC236}">
                  <a16:creationId xmlns:a16="http://schemas.microsoft.com/office/drawing/2014/main" id="{DAE6DCCC-FCF5-ED93-F5C7-00F381B1A976}"/>
                </a:ext>
              </a:extLst>
            </p:cNvPr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F6596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123;p1">
            <a:extLst>
              <a:ext uri="{FF2B5EF4-FFF2-40B4-BE49-F238E27FC236}">
                <a16:creationId xmlns:a16="http://schemas.microsoft.com/office/drawing/2014/main" id="{EB7A8011-BDD4-F667-4506-298283458EE3}"/>
              </a:ext>
            </a:extLst>
          </p:cNvPr>
          <p:cNvGrpSpPr/>
          <p:nvPr/>
        </p:nvGrpSpPr>
        <p:grpSpPr>
          <a:xfrm>
            <a:off x="4343450" y="2527834"/>
            <a:ext cx="319137" cy="319137"/>
            <a:chOff x="3577335" y="1053147"/>
            <a:chExt cx="319137" cy="319137"/>
          </a:xfrm>
        </p:grpSpPr>
        <p:sp>
          <p:nvSpPr>
            <p:cNvPr id="89" name="Google Shape;124;p1">
              <a:extLst>
                <a:ext uri="{FF2B5EF4-FFF2-40B4-BE49-F238E27FC236}">
                  <a16:creationId xmlns:a16="http://schemas.microsoft.com/office/drawing/2014/main" id="{AC426D59-4BAF-C4F6-6AFC-E1782FA7B337}"/>
                </a:ext>
              </a:extLst>
            </p:cNvPr>
            <p:cNvSpPr/>
            <p:nvPr/>
          </p:nvSpPr>
          <p:spPr>
            <a:xfrm>
              <a:off x="3676269" y="1148406"/>
              <a:ext cx="128620" cy="128620"/>
            </a:xfrm>
            <a:prstGeom prst="ellipse">
              <a:avLst/>
            </a:prstGeom>
            <a:solidFill>
              <a:srgbClr val="70E3D2"/>
            </a:solidFill>
            <a:ln w="19050" cap="flat" cmpd="sng">
              <a:solidFill>
                <a:srgbClr val="8CF7E7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125;p1">
              <a:extLst>
                <a:ext uri="{FF2B5EF4-FFF2-40B4-BE49-F238E27FC236}">
                  <a16:creationId xmlns:a16="http://schemas.microsoft.com/office/drawing/2014/main" id="{939FCE04-44C7-3E72-C1B6-D76E20B6AF13}"/>
                </a:ext>
              </a:extLst>
            </p:cNvPr>
            <p:cNvSpPr/>
            <p:nvPr/>
          </p:nvSpPr>
          <p:spPr>
            <a:xfrm>
              <a:off x="3577335" y="1053147"/>
              <a:ext cx="319137" cy="319137"/>
            </a:xfrm>
            <a:prstGeom prst="donut">
              <a:avLst>
                <a:gd name="adj" fmla="val 19304"/>
              </a:avLst>
            </a:prstGeom>
            <a:solidFill>
              <a:srgbClr val="1DD6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768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e 42">
            <a:extLst>
              <a:ext uri="{FF2B5EF4-FFF2-40B4-BE49-F238E27FC236}">
                <a16:creationId xmlns:a16="http://schemas.microsoft.com/office/drawing/2014/main" id="{810ACA29-50E2-01CF-568B-6609F1E05F9B}"/>
              </a:ext>
            </a:extLst>
          </p:cNvPr>
          <p:cNvGrpSpPr/>
          <p:nvPr/>
        </p:nvGrpSpPr>
        <p:grpSpPr>
          <a:xfrm>
            <a:off x="11112" y="0"/>
            <a:ext cx="12192000" cy="6858000"/>
            <a:chOff x="11112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9E2D15-736B-5903-D887-E08E1D524341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FA90B721-5A54-6BD8-B9C1-C7552DD97147}"/>
                </a:ext>
              </a:extLst>
            </p:cNvPr>
            <p:cNvSpPr/>
            <p:nvPr/>
          </p:nvSpPr>
          <p:spPr>
            <a:xfrm>
              <a:off x="11766232" y="1443038"/>
              <a:ext cx="432000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600" b="1" dirty="0">
                  <a:solidFill>
                    <a:srgbClr val="FFFFFF"/>
                  </a:solidFill>
                </a:rPr>
                <a:t>I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458230" y="0"/>
            <a:ext cx="12192000" cy="6858000"/>
            <a:chOff x="11112" y="0"/>
            <a:chExt cx="12192000" cy="68580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II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2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919431" y="0"/>
            <a:ext cx="12192000" cy="6858000"/>
            <a:chOff x="11112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III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5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385594" y="0"/>
            <a:ext cx="12192000" cy="6858000"/>
            <a:chOff x="11112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7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IV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0693006" y="0"/>
            <a:ext cx="12192000" cy="6858000"/>
            <a:chOff x="11112" y="0"/>
            <a:chExt cx="1219200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5D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V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6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1197377" y="0"/>
            <a:ext cx="12192000" cy="6858000"/>
            <a:chOff x="11112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VI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907833" y="2809680"/>
            <a:ext cx="7848000" cy="1238640"/>
            <a:chOff x="3377018" y="2544006"/>
            <a:chExt cx="7848000" cy="1525514"/>
          </a:xfrm>
        </p:grpSpPr>
        <p:sp>
          <p:nvSpPr>
            <p:cNvPr id="28" name="Rounded Rectangle 27"/>
            <p:cNvSpPr/>
            <p:nvPr/>
          </p:nvSpPr>
          <p:spPr>
            <a:xfrm>
              <a:off x="3377018" y="4033520"/>
              <a:ext cx="7848000" cy="3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77018" y="2544006"/>
              <a:ext cx="7848000" cy="3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471FE8F7-3DB8-3229-31D1-A7DA6F603EC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2567959" y="3035291"/>
            <a:ext cx="6527748" cy="787418"/>
          </a:xfrm>
        </p:spPr>
        <p:txBody>
          <a:bodyPr rtlCol="0">
            <a:noAutofit/>
          </a:bodyPr>
          <a:lstStyle/>
          <a:p>
            <a:pPr algn="ctr"/>
            <a:r>
              <a:rPr lang="fr-FR" sz="6600" dirty="0">
                <a:solidFill>
                  <a:schemeClr val="tx1"/>
                </a:solidFill>
              </a:rPr>
              <a:t>MODELISATION</a:t>
            </a:r>
          </a:p>
        </p:txBody>
      </p:sp>
    </p:spTree>
    <p:extLst>
      <p:ext uri="{BB962C8B-B14F-4D97-AF65-F5344CB8AC3E}">
        <p14:creationId xmlns:p14="http://schemas.microsoft.com/office/powerpoint/2010/main" val="22152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FA8F80-4A21-4C24-8E8C-2EF0B85E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902492" y="6389668"/>
            <a:ext cx="2743200" cy="365125"/>
          </a:xfrm>
        </p:spPr>
        <p:txBody>
          <a:bodyPr rtlCol="0"/>
          <a:lstStyle/>
          <a:p>
            <a:pPr rtl="0"/>
            <a:fld id="{95CBEC59-7FF9-4688-98DF-89832A0C9025}" type="slidenum">
              <a:rPr lang="fr-FR" smtClean="0"/>
              <a:t>16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18E7856-1972-4633-98B1-7926DA31A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fr-FR" dirty="0"/>
              <a:t>20XX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half" idx="2"/>
          </p:nvPr>
        </p:nvSpPr>
        <p:spPr>
          <a:xfrm>
            <a:off x="513709" y="2280332"/>
            <a:ext cx="3822736" cy="911597"/>
          </a:xfrm>
        </p:spPr>
        <p:txBody>
          <a:bodyPr>
            <a:normAutofit/>
          </a:bodyPr>
          <a:lstStyle/>
          <a:p>
            <a:r>
              <a:rPr lang="fr-FR" sz="2800" dirty="0"/>
              <a:t>Diagramme de Cas D’utilisation</a:t>
            </a:r>
          </a:p>
          <a:p>
            <a:endParaRPr lang="fr-FR" sz="2800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13708" y="1582699"/>
            <a:ext cx="4393154" cy="697633"/>
          </a:xfrm>
        </p:spPr>
        <p:txBody>
          <a:bodyPr/>
          <a:lstStyle/>
          <a:p>
            <a:r>
              <a:rPr lang="fr-FR" sz="3200" dirty="0">
                <a:solidFill>
                  <a:schemeClr val="tx1"/>
                </a:solidFill>
              </a:rPr>
              <a:t>MODELISATION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9" r="6128"/>
          <a:stretch/>
        </p:blipFill>
        <p:spPr>
          <a:xfrm>
            <a:off x="4831977" y="0"/>
            <a:ext cx="7360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6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FA8F80-4A21-4C24-8E8C-2EF0B85E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902492" y="6389668"/>
            <a:ext cx="2743200" cy="365125"/>
          </a:xfrm>
        </p:spPr>
        <p:txBody>
          <a:bodyPr rtlCol="0"/>
          <a:lstStyle/>
          <a:p>
            <a:pPr rtl="0"/>
            <a:fld id="{95CBEC59-7FF9-4688-98DF-89832A0C9025}" type="slidenum">
              <a:rPr lang="fr-FR" smtClean="0"/>
              <a:t>17</a:t>
            </a:fld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18E7856-1972-4633-98B1-7926DA31A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fr-FR" dirty="0"/>
              <a:t>20XX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half" idx="2"/>
          </p:nvPr>
        </p:nvSpPr>
        <p:spPr>
          <a:xfrm>
            <a:off x="513709" y="2280332"/>
            <a:ext cx="3822736" cy="911597"/>
          </a:xfrm>
        </p:spPr>
        <p:txBody>
          <a:bodyPr>
            <a:normAutofit/>
          </a:bodyPr>
          <a:lstStyle/>
          <a:p>
            <a:r>
              <a:rPr lang="fr-FR" sz="2800" dirty="0"/>
              <a:t>Diagramme d’activité</a:t>
            </a: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13708" y="1582699"/>
            <a:ext cx="4393154" cy="697633"/>
          </a:xfrm>
        </p:spPr>
        <p:txBody>
          <a:bodyPr/>
          <a:lstStyle/>
          <a:p>
            <a:r>
              <a:rPr lang="fr-FR" sz="3200" dirty="0">
                <a:solidFill>
                  <a:schemeClr val="tx1"/>
                </a:solidFill>
              </a:rPr>
              <a:t>MODELISATION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B98D46FF-7050-54A7-1E97-25F5B9E740E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8" t="3268" r="6972" b="9150"/>
          <a:stretch/>
        </p:blipFill>
        <p:spPr>
          <a:xfrm>
            <a:off x="5190564" y="0"/>
            <a:ext cx="7001435" cy="6858000"/>
          </a:xfrm>
        </p:spPr>
      </p:pic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F3D0FDA8-A6DC-68EB-E820-477A5DBF2A46}"/>
              </a:ext>
            </a:extLst>
          </p:cNvPr>
          <p:cNvSpPr txBox="1">
            <a:spLocks/>
          </p:cNvSpPr>
          <p:nvPr/>
        </p:nvSpPr>
        <p:spPr>
          <a:xfrm>
            <a:off x="695171" y="3826899"/>
            <a:ext cx="3743265" cy="5644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 smtClean="0"/>
              <a:t>Créer </a:t>
            </a:r>
            <a:r>
              <a:rPr lang="fr-FR" sz="2800" dirty="0"/>
              <a:t>un point de collecte</a:t>
            </a:r>
          </a:p>
        </p:txBody>
      </p:sp>
    </p:spTree>
    <p:extLst>
      <p:ext uri="{BB962C8B-B14F-4D97-AF65-F5344CB8AC3E}">
        <p14:creationId xmlns:p14="http://schemas.microsoft.com/office/powerpoint/2010/main" val="332021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FA8F80-4A21-4C24-8E8C-2EF0B85E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894025" y="6293416"/>
            <a:ext cx="2743200" cy="365125"/>
          </a:xfrm>
        </p:spPr>
        <p:txBody>
          <a:bodyPr rtlCol="0"/>
          <a:lstStyle/>
          <a:p>
            <a:pPr rtl="0"/>
            <a:fld id="{95CBEC59-7FF9-4688-98DF-89832A0C9025}" type="slidenum">
              <a:rPr lang="fr-FR" smtClean="0"/>
              <a:t>18</a:t>
            </a:fld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half" idx="2"/>
          </p:nvPr>
        </p:nvSpPr>
        <p:spPr>
          <a:xfrm>
            <a:off x="513708" y="2466633"/>
            <a:ext cx="3487269" cy="564468"/>
          </a:xfrm>
        </p:spPr>
        <p:txBody>
          <a:bodyPr>
            <a:normAutofit/>
          </a:bodyPr>
          <a:lstStyle/>
          <a:p>
            <a:r>
              <a:rPr lang="fr-FR" sz="2800" dirty="0"/>
              <a:t>Diagramme de Classe</a:t>
            </a:r>
          </a:p>
          <a:p>
            <a:endParaRPr lang="fr-FR" sz="2800" dirty="0"/>
          </a:p>
        </p:txBody>
      </p:sp>
      <p:pic>
        <p:nvPicPr>
          <p:cNvPr id="10" name="Espace réservé pour une image  9"/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1" t="32622" r="35194" b="35716"/>
          <a:stretch/>
        </p:blipFill>
        <p:spPr>
          <a:xfrm>
            <a:off x="4516505" y="1260909"/>
            <a:ext cx="6694672" cy="4052239"/>
          </a:xfrm>
        </p:spPr>
      </p:pic>
      <p:sp>
        <p:nvSpPr>
          <p:cNvPr id="8" name="Espace réservé du texte 8"/>
          <p:cNvSpPr txBox="1">
            <a:spLocks/>
          </p:cNvSpPr>
          <p:nvPr/>
        </p:nvSpPr>
        <p:spPr>
          <a:xfrm>
            <a:off x="513709" y="3826899"/>
            <a:ext cx="3668732" cy="56446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/>
              <a:t>Présentation</a:t>
            </a:r>
            <a:r>
              <a:rPr lang="fr-FR" sz="2400" dirty="0"/>
              <a:t> </a:t>
            </a:r>
            <a:r>
              <a:rPr lang="fr-FR" sz="3300" dirty="0"/>
              <a:t>des modules</a:t>
            </a:r>
            <a:endParaRPr lang="fr-FR" sz="2400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B22E54E8-9F0E-2240-F8A0-B9F79AED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08" y="1582699"/>
            <a:ext cx="4393154" cy="697633"/>
          </a:xfrm>
        </p:spPr>
        <p:txBody>
          <a:bodyPr/>
          <a:lstStyle/>
          <a:p>
            <a:r>
              <a:rPr lang="fr-FR" sz="3200" dirty="0">
                <a:solidFill>
                  <a:schemeClr val="tx1"/>
                </a:solidFill>
              </a:rPr>
              <a:t>MODELISATION</a:t>
            </a:r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60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FA8F80-4A21-4C24-8E8C-2EF0B85E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894025" y="6293416"/>
            <a:ext cx="2743200" cy="365125"/>
          </a:xfrm>
        </p:spPr>
        <p:txBody>
          <a:bodyPr rtlCol="0"/>
          <a:lstStyle/>
          <a:p>
            <a:pPr rtl="0"/>
            <a:fld id="{95CBEC59-7FF9-4688-98DF-89832A0C9025}" type="slidenum">
              <a:rPr lang="fr-FR" smtClean="0"/>
              <a:t>19</a:t>
            </a:fld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half" idx="2"/>
          </p:nvPr>
        </p:nvSpPr>
        <p:spPr>
          <a:xfrm>
            <a:off x="513708" y="2466633"/>
            <a:ext cx="3487269" cy="564468"/>
          </a:xfrm>
        </p:spPr>
        <p:txBody>
          <a:bodyPr>
            <a:normAutofit/>
          </a:bodyPr>
          <a:lstStyle/>
          <a:p>
            <a:r>
              <a:rPr lang="fr-FR" sz="2800" dirty="0"/>
              <a:t>Diagramme de Classe</a:t>
            </a:r>
          </a:p>
          <a:p>
            <a:endParaRPr lang="fr-FR" sz="2800" dirty="0"/>
          </a:p>
        </p:txBody>
      </p:sp>
      <p:sp>
        <p:nvSpPr>
          <p:cNvPr id="8" name="Espace réservé du texte 8"/>
          <p:cNvSpPr txBox="1">
            <a:spLocks/>
          </p:cNvSpPr>
          <p:nvPr/>
        </p:nvSpPr>
        <p:spPr>
          <a:xfrm>
            <a:off x="695171" y="3826899"/>
            <a:ext cx="3487269" cy="564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/>
              <a:t>Module localisation</a:t>
            </a:r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B22E54E8-9F0E-2240-F8A0-B9F79AED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08" y="1582699"/>
            <a:ext cx="4393154" cy="697633"/>
          </a:xfrm>
        </p:spPr>
        <p:txBody>
          <a:bodyPr/>
          <a:lstStyle/>
          <a:p>
            <a:r>
              <a:rPr lang="fr-FR" sz="3200" dirty="0">
                <a:solidFill>
                  <a:schemeClr val="tx1"/>
                </a:solidFill>
              </a:rPr>
              <a:t>MODELISATION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" name="Espace réservé pour une image  9">
            <a:extLst>
              <a:ext uri="{FF2B5EF4-FFF2-40B4-BE49-F238E27FC236}">
                <a16:creationId xmlns:a16="http://schemas.microsoft.com/office/drawing/2014/main" id="{81158765-C99D-4905-A0ED-492C587773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5" t="11952" r="8593" b="7421"/>
          <a:stretch/>
        </p:blipFill>
        <p:spPr>
          <a:xfrm>
            <a:off x="4978400" y="905933"/>
            <a:ext cx="6288108" cy="5046134"/>
          </a:xfrm>
          <a:prstGeom prst="rect">
            <a:avLst/>
          </a:prstGeom>
          <a:solidFill>
            <a:schemeClr val="bg1">
              <a:alpha val="3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93891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FA8F80-4A21-4C24-8E8C-2EF0B85E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894025" y="6293416"/>
            <a:ext cx="2743200" cy="365125"/>
          </a:xfrm>
        </p:spPr>
        <p:txBody>
          <a:bodyPr rtlCol="0"/>
          <a:lstStyle/>
          <a:p>
            <a:pPr rtl="0"/>
            <a:fld id="{95CBEC59-7FF9-4688-98DF-89832A0C9025}" type="slidenum">
              <a:rPr lang="fr-FR" smtClean="0"/>
              <a:t>20</a:t>
            </a:fld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half" idx="2"/>
          </p:nvPr>
        </p:nvSpPr>
        <p:spPr>
          <a:xfrm>
            <a:off x="513708" y="2466633"/>
            <a:ext cx="3487269" cy="564468"/>
          </a:xfrm>
        </p:spPr>
        <p:txBody>
          <a:bodyPr>
            <a:normAutofit/>
          </a:bodyPr>
          <a:lstStyle/>
          <a:p>
            <a:r>
              <a:rPr lang="fr-FR" sz="2800" dirty="0"/>
              <a:t>Diagramme de Classe</a:t>
            </a:r>
          </a:p>
          <a:p>
            <a:endParaRPr lang="fr-FR" sz="2800" dirty="0"/>
          </a:p>
        </p:txBody>
      </p:sp>
      <p:sp>
        <p:nvSpPr>
          <p:cNvPr id="8" name="Espace réservé du texte 8"/>
          <p:cNvSpPr txBox="1">
            <a:spLocks/>
          </p:cNvSpPr>
          <p:nvPr/>
        </p:nvSpPr>
        <p:spPr>
          <a:xfrm>
            <a:off x="695171" y="3826899"/>
            <a:ext cx="3487269" cy="564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/>
              <a:t>Module utilisateur</a:t>
            </a:r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B22E54E8-9F0E-2240-F8A0-B9F79AED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08" y="1582699"/>
            <a:ext cx="4393154" cy="697633"/>
          </a:xfrm>
        </p:spPr>
        <p:txBody>
          <a:bodyPr/>
          <a:lstStyle/>
          <a:p>
            <a:r>
              <a:rPr lang="fr-FR" sz="3200" dirty="0">
                <a:solidFill>
                  <a:schemeClr val="tx1"/>
                </a:solidFill>
              </a:rPr>
              <a:t>MODELISATION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" name="Espace réservé pour une image  9">
            <a:extLst>
              <a:ext uri="{FF2B5EF4-FFF2-40B4-BE49-F238E27FC236}">
                <a16:creationId xmlns:a16="http://schemas.microsoft.com/office/drawing/2014/main" id="{14D36502-576B-3139-DE0E-EEB11874B43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4" t="7368" r="26888" b="36948"/>
          <a:stretch/>
        </p:blipFill>
        <p:spPr>
          <a:xfrm>
            <a:off x="4336444" y="541867"/>
            <a:ext cx="7639804" cy="5774266"/>
          </a:xfrm>
        </p:spPr>
      </p:pic>
    </p:spTree>
    <p:extLst>
      <p:ext uri="{BB962C8B-B14F-4D97-AF65-F5344CB8AC3E}">
        <p14:creationId xmlns:p14="http://schemas.microsoft.com/office/powerpoint/2010/main" val="333718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FA8F80-4A21-4C24-8E8C-2EF0B85E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894025" y="6293416"/>
            <a:ext cx="2743200" cy="365125"/>
          </a:xfrm>
        </p:spPr>
        <p:txBody>
          <a:bodyPr rtlCol="0"/>
          <a:lstStyle/>
          <a:p>
            <a:pPr rtl="0"/>
            <a:fld id="{95CBEC59-7FF9-4688-98DF-89832A0C9025}" type="slidenum">
              <a:rPr lang="fr-FR" smtClean="0"/>
              <a:t>21</a:t>
            </a:fld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half" idx="2"/>
          </p:nvPr>
        </p:nvSpPr>
        <p:spPr>
          <a:xfrm>
            <a:off x="513708" y="2466633"/>
            <a:ext cx="3487269" cy="564468"/>
          </a:xfrm>
        </p:spPr>
        <p:txBody>
          <a:bodyPr>
            <a:normAutofit/>
          </a:bodyPr>
          <a:lstStyle/>
          <a:p>
            <a:r>
              <a:rPr lang="fr-FR" sz="2800" dirty="0"/>
              <a:t>Diagramme de Classe</a:t>
            </a:r>
          </a:p>
          <a:p>
            <a:endParaRPr lang="fr-FR" sz="2800" dirty="0"/>
          </a:p>
        </p:txBody>
      </p:sp>
      <p:sp>
        <p:nvSpPr>
          <p:cNvPr id="8" name="Espace réservé du texte 8"/>
          <p:cNvSpPr txBox="1">
            <a:spLocks/>
          </p:cNvSpPr>
          <p:nvPr/>
        </p:nvSpPr>
        <p:spPr>
          <a:xfrm>
            <a:off x="695171" y="3826899"/>
            <a:ext cx="3487269" cy="564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/>
              <a:t>Module opération </a:t>
            </a:r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B22E54E8-9F0E-2240-F8A0-B9F79AED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08" y="1582699"/>
            <a:ext cx="4393154" cy="697633"/>
          </a:xfrm>
        </p:spPr>
        <p:txBody>
          <a:bodyPr/>
          <a:lstStyle/>
          <a:p>
            <a:r>
              <a:rPr lang="fr-FR" sz="3200" dirty="0">
                <a:solidFill>
                  <a:schemeClr val="tx1"/>
                </a:solidFill>
              </a:rPr>
              <a:t>MODELISATION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4" name="Espace réservé pour une image  9">
            <a:extLst>
              <a:ext uri="{FF2B5EF4-FFF2-40B4-BE49-F238E27FC236}">
                <a16:creationId xmlns:a16="http://schemas.microsoft.com/office/drawing/2014/main" id="{629EA575-4E06-5BD6-210A-BFE9790CB6E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97" t="17457" r="26510" b="8947"/>
          <a:stretch/>
        </p:blipFill>
        <p:spPr>
          <a:xfrm>
            <a:off x="4669949" y="698499"/>
            <a:ext cx="6413634" cy="5461002"/>
          </a:xfrm>
        </p:spPr>
      </p:pic>
    </p:spTree>
    <p:extLst>
      <p:ext uri="{BB962C8B-B14F-4D97-AF65-F5344CB8AC3E}">
        <p14:creationId xmlns:p14="http://schemas.microsoft.com/office/powerpoint/2010/main" val="331649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FA8F80-4A21-4C24-8E8C-2EF0B85E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894025" y="6293416"/>
            <a:ext cx="2743200" cy="365125"/>
          </a:xfrm>
        </p:spPr>
        <p:txBody>
          <a:bodyPr rtlCol="0"/>
          <a:lstStyle/>
          <a:p>
            <a:pPr rtl="0"/>
            <a:fld id="{95CBEC59-7FF9-4688-98DF-89832A0C9025}" type="slidenum">
              <a:rPr lang="fr-FR" smtClean="0"/>
              <a:t>22</a:t>
            </a:fld>
            <a:endParaRPr lang="fr-FR" dirty="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half" idx="2"/>
          </p:nvPr>
        </p:nvSpPr>
        <p:spPr>
          <a:xfrm>
            <a:off x="513708" y="2466633"/>
            <a:ext cx="3487269" cy="564468"/>
          </a:xfrm>
        </p:spPr>
        <p:txBody>
          <a:bodyPr>
            <a:normAutofit/>
          </a:bodyPr>
          <a:lstStyle/>
          <a:p>
            <a:r>
              <a:rPr lang="fr-FR" sz="2800" dirty="0" smtClean="0"/>
              <a:t>Architecture logicielle</a:t>
            </a:r>
            <a:endParaRPr lang="fr-FR" sz="2800" dirty="0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B22E54E8-9F0E-2240-F8A0-B9F79AED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08" y="1582699"/>
            <a:ext cx="4393154" cy="697633"/>
          </a:xfrm>
        </p:spPr>
        <p:txBody>
          <a:bodyPr/>
          <a:lstStyle/>
          <a:p>
            <a:r>
              <a:rPr lang="fr-FR" sz="3200" dirty="0" smtClean="0">
                <a:solidFill>
                  <a:schemeClr val="tx1"/>
                </a:solidFill>
              </a:rPr>
              <a:t>Architecture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529" y="613107"/>
            <a:ext cx="7036104" cy="535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9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e 42">
            <a:extLst>
              <a:ext uri="{FF2B5EF4-FFF2-40B4-BE49-F238E27FC236}">
                <a16:creationId xmlns:a16="http://schemas.microsoft.com/office/drawing/2014/main" id="{810ACA29-50E2-01CF-568B-6609F1E05F9B}"/>
              </a:ext>
            </a:extLst>
          </p:cNvPr>
          <p:cNvGrpSpPr/>
          <p:nvPr/>
        </p:nvGrpSpPr>
        <p:grpSpPr>
          <a:xfrm>
            <a:off x="11112" y="0"/>
            <a:ext cx="12195827" cy="6858000"/>
            <a:chOff x="11112" y="0"/>
            <a:chExt cx="12195827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9E2D15-736B-5903-D887-E08E1D524341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FA90B721-5A54-6BD8-B9C1-C7552DD97147}"/>
                </a:ext>
              </a:extLst>
            </p:cNvPr>
            <p:cNvSpPr/>
            <p:nvPr/>
          </p:nvSpPr>
          <p:spPr>
            <a:xfrm>
              <a:off x="11774939" y="1443038"/>
              <a:ext cx="432000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4800" b="1" dirty="0">
                  <a:solidFill>
                    <a:srgbClr val="FFFFFF"/>
                  </a:solidFill>
                </a:rPr>
                <a:t>I</a:t>
              </a:r>
              <a:endParaRPr lang="fr-FR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468513" y="0"/>
            <a:ext cx="12192000" cy="6858000"/>
            <a:chOff x="11112" y="0"/>
            <a:chExt cx="12192000" cy="68580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II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2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944992" y="0"/>
            <a:ext cx="12192000" cy="6858000"/>
            <a:chOff x="11112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III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5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421471" y="0"/>
            <a:ext cx="12192000" cy="6858000"/>
            <a:chOff x="11112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IV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897950" y="0"/>
            <a:ext cx="12192000" cy="6858000"/>
            <a:chOff x="11112" y="0"/>
            <a:chExt cx="1219200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5D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V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6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1725308" y="0"/>
            <a:ext cx="12192000" cy="6858000"/>
            <a:chOff x="11112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VI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28" name="Espace réservé du texte 6">
            <a:extLst>
              <a:ext uri="{FF2B5EF4-FFF2-40B4-BE49-F238E27FC236}">
                <a16:creationId xmlns:a16="http://schemas.microsoft.com/office/drawing/2014/main" id="{471FE8F7-3DB8-3229-31D1-A7DA6F603EC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1390517" y="2890149"/>
            <a:ext cx="7061200" cy="787418"/>
          </a:xfrm>
        </p:spPr>
        <p:txBody>
          <a:bodyPr rtlCol="0">
            <a:noAutofit/>
          </a:bodyPr>
          <a:lstStyle/>
          <a:p>
            <a:pPr rtl="0"/>
            <a:r>
              <a:rPr lang="fr-FR" sz="7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DEMONSTRATION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362" y="4084320"/>
            <a:ext cx="7848000" cy="360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ounded Rectangle 29"/>
          <p:cNvSpPr/>
          <p:nvPr/>
        </p:nvSpPr>
        <p:spPr>
          <a:xfrm>
            <a:off x="805362" y="2594806"/>
            <a:ext cx="7848000" cy="360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73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  <p:bldP spid="29" grpId="0" uiExpand="1" build="p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e 42">
            <a:extLst>
              <a:ext uri="{FF2B5EF4-FFF2-40B4-BE49-F238E27FC236}">
                <a16:creationId xmlns:a16="http://schemas.microsoft.com/office/drawing/2014/main" id="{810ACA29-50E2-01CF-568B-6609F1E05F9B}"/>
              </a:ext>
            </a:extLst>
          </p:cNvPr>
          <p:cNvGrpSpPr/>
          <p:nvPr/>
        </p:nvGrpSpPr>
        <p:grpSpPr>
          <a:xfrm>
            <a:off x="11112" y="0"/>
            <a:ext cx="12192000" cy="6858000"/>
            <a:chOff x="11112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B9E2D15-736B-5903-D887-E08E1D524341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FA90B721-5A54-6BD8-B9C1-C7552DD97147}"/>
                </a:ext>
              </a:extLst>
            </p:cNvPr>
            <p:cNvSpPr/>
            <p:nvPr/>
          </p:nvSpPr>
          <p:spPr>
            <a:xfrm>
              <a:off x="11766232" y="1443038"/>
              <a:ext cx="432000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600" b="1" dirty="0">
                  <a:solidFill>
                    <a:srgbClr val="FFFFFF"/>
                  </a:solidFill>
                </a:rPr>
                <a:t>I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468748" y="0"/>
            <a:ext cx="12192000" cy="6858000"/>
            <a:chOff x="11112" y="0"/>
            <a:chExt cx="12192000" cy="685800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II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2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945227" y="0"/>
            <a:ext cx="12192000" cy="6858000"/>
            <a:chOff x="11112" y="0"/>
            <a:chExt cx="121920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III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5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421706" y="0"/>
            <a:ext cx="12192000" cy="6858000"/>
            <a:chOff x="11112" y="0"/>
            <a:chExt cx="1219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IV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3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898185" y="0"/>
            <a:ext cx="12192000" cy="6858000"/>
            <a:chOff x="11112" y="0"/>
            <a:chExt cx="1219200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D5D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3200" b="1" dirty="0">
                  <a:solidFill>
                    <a:srgbClr val="FFFFFF"/>
                  </a:solidFill>
                </a:rPr>
                <a:t>V</a:t>
              </a:r>
              <a:endParaRPr lang="fr-FR" sz="48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6" name="Groupe 62">
            <a:extLst>
              <a:ext uri="{FF2B5EF4-FFF2-40B4-BE49-F238E27FC236}">
                <a16:creationId xmlns:a16="http://schemas.microsoft.com/office/drawing/2014/main" id="{7087E217-8A63-5E3A-4115-88CEFA2F716C}"/>
              </a:ext>
            </a:extLst>
          </p:cNvPr>
          <p:cNvGrpSpPr/>
          <p:nvPr/>
        </p:nvGrpSpPr>
        <p:grpSpPr>
          <a:xfrm>
            <a:off x="-11663711" y="0"/>
            <a:ext cx="12192000" cy="6858000"/>
            <a:chOff x="11112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2FC3FB-7A11-C17C-7644-8FD8F2890792}"/>
                </a:ext>
              </a:extLst>
            </p:cNvPr>
            <p:cNvSpPr/>
            <p:nvPr/>
          </p:nvSpPr>
          <p:spPr>
            <a:xfrm>
              <a:off x="11112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bg2">
                    <a:alpha val="8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0" scaled="1"/>
            </a:gradFill>
            <a:ln>
              <a:noFill/>
            </a:ln>
            <a:effectLst>
              <a:outerShdw blurRad="215900" dist="38100" sx="101000" sy="101000" algn="ctr" rotWithShape="0">
                <a:schemeClr val="tx1">
                  <a:lumMod val="50000"/>
                  <a:lumOff val="5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8" name="Forme libre : forme 64">
              <a:extLst>
                <a:ext uri="{FF2B5EF4-FFF2-40B4-BE49-F238E27FC236}">
                  <a16:creationId xmlns:a16="http://schemas.microsoft.com/office/drawing/2014/main" id="{32D89DA6-318B-4625-6003-3DA90FA494BD}"/>
                </a:ext>
              </a:extLst>
            </p:cNvPr>
            <p:cNvSpPr/>
            <p:nvPr/>
          </p:nvSpPr>
          <p:spPr>
            <a:xfrm>
              <a:off x="11764734" y="1443038"/>
              <a:ext cx="438377" cy="3829050"/>
            </a:xfrm>
            <a:custGeom>
              <a:avLst/>
              <a:gdLst>
                <a:gd name="connsiteX0" fmla="*/ 660400 w 660400"/>
                <a:gd name="connsiteY0" fmla="*/ 0 h 3829050"/>
                <a:gd name="connsiteX1" fmla="*/ 660400 w 660400"/>
                <a:gd name="connsiteY1" fmla="*/ 3829050 h 3829050"/>
                <a:gd name="connsiteX2" fmla="*/ 91079 w 660400"/>
                <a:gd name="connsiteY2" fmla="*/ 3742977 h 3829050"/>
                <a:gd name="connsiteX3" fmla="*/ 0 w 660400"/>
                <a:gd name="connsiteY3" fmla="*/ 3709642 h 3829050"/>
                <a:gd name="connsiteX4" fmla="*/ 0 w 660400"/>
                <a:gd name="connsiteY4" fmla="*/ 119409 h 3829050"/>
                <a:gd name="connsiteX5" fmla="*/ 91079 w 660400"/>
                <a:gd name="connsiteY5" fmla="*/ 86073 h 3829050"/>
                <a:gd name="connsiteX6" fmla="*/ 660400 w 660400"/>
                <a:gd name="connsiteY6" fmla="*/ 0 h 382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400" h="3829050">
                  <a:moveTo>
                    <a:pt x="660400" y="0"/>
                  </a:moveTo>
                  <a:lnTo>
                    <a:pt x="660400" y="3829050"/>
                  </a:lnTo>
                  <a:cubicBezTo>
                    <a:pt x="462144" y="3829050"/>
                    <a:pt x="270927" y="3798916"/>
                    <a:pt x="91079" y="3742977"/>
                  </a:cubicBezTo>
                  <a:lnTo>
                    <a:pt x="0" y="3709642"/>
                  </a:lnTo>
                  <a:lnTo>
                    <a:pt x="0" y="119409"/>
                  </a:lnTo>
                  <a:lnTo>
                    <a:pt x="91079" y="86073"/>
                  </a:lnTo>
                  <a:cubicBezTo>
                    <a:pt x="270927" y="30135"/>
                    <a:pt x="462144" y="0"/>
                    <a:pt x="660400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fr-FR" sz="2400" b="1" dirty="0">
                  <a:solidFill>
                    <a:srgbClr val="FFFFFF"/>
                  </a:solidFill>
                </a:rPr>
                <a:t>VI</a:t>
              </a:r>
              <a:endParaRPr lang="fr-FR" sz="4000" b="1" dirty="0">
                <a:solidFill>
                  <a:srgbClr val="FFFFFF"/>
                </a:solidFill>
              </a:endParaRPr>
            </a:p>
            <a:p>
              <a:pPr algn="ctr"/>
              <a:endParaRPr lang="fr-FR" b="1" dirty="0">
                <a:solidFill>
                  <a:srgbClr val="FFFFFF"/>
                </a:solidFill>
              </a:endParaRPr>
            </a:p>
          </p:txBody>
        </p:sp>
      </p:grpSp>
      <p:sp>
        <p:nvSpPr>
          <p:cNvPr id="28" name="Espace réservé du texte 6">
            <a:extLst>
              <a:ext uri="{FF2B5EF4-FFF2-40B4-BE49-F238E27FC236}">
                <a16:creationId xmlns:a16="http://schemas.microsoft.com/office/drawing/2014/main" id="{471FE8F7-3DB8-3229-31D1-A7DA6F603EC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1915633" y="2867697"/>
            <a:ext cx="5559762" cy="787418"/>
          </a:xfrm>
        </p:spPr>
        <p:txBody>
          <a:bodyPr rtlCol="0">
            <a:noAutofit/>
          </a:bodyPr>
          <a:lstStyle/>
          <a:p>
            <a:pPr algn="ctr" rtl="0"/>
            <a:r>
              <a:rPr lang="fr-FR" sz="7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841395" y="2536749"/>
            <a:ext cx="7848000" cy="1525514"/>
            <a:chOff x="805362" y="2594806"/>
            <a:chExt cx="7848000" cy="1525514"/>
          </a:xfrm>
        </p:grpSpPr>
        <p:sp>
          <p:nvSpPr>
            <p:cNvPr id="3" name="Rounded Rectangle 2"/>
            <p:cNvSpPr/>
            <p:nvPr/>
          </p:nvSpPr>
          <p:spPr>
            <a:xfrm>
              <a:off x="805362" y="4084320"/>
              <a:ext cx="7848000" cy="3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805362" y="2594806"/>
              <a:ext cx="7848000" cy="3600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72947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0.76289 0 " pathEditMode="relative" rAng="0" ptsTypes="AA">
                                      <p:cBhvr>
                                        <p:cTn id="6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96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couleur sessam">
      <a:dk1>
        <a:srgbClr val="0C0C0C"/>
      </a:dk1>
      <a:lt1>
        <a:srgbClr val="B23214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7030A0"/>
      </a:accent6>
      <a:hlink>
        <a:srgbClr val="2998E3"/>
      </a:hlink>
      <a:folHlink>
        <a:srgbClr val="7F723D"/>
      </a:folHlink>
    </a:clrScheme>
    <a:fontScheme name="Custom 2">
      <a:majorFont>
        <a:latin typeface="Avenir Next LT Pro"/>
        <a:ea typeface=""/>
        <a:cs typeface=""/>
      </a:majorFont>
      <a:minorFont>
        <a:latin typeface="Speak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bg2">
                <a:alpha val="85000"/>
              </a:schemeClr>
            </a:gs>
            <a:gs pos="100000">
              <a:schemeClr val="accent1">
                <a:alpha val="85000"/>
              </a:schemeClr>
            </a:gs>
          </a:gsLst>
          <a:lin ang="0" scaled="1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42570071_TF22920738" id="{526D2FBC-782D-4D7B-9325-F7E21CAD9FDE}" vid="{EF60532B-0359-4266-9194-C43344E3372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4F5DC0-7B0F-411B-A0C5-A1B1D5EB33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42AFFF-C96F-4C05-9045-3240A5329ECA}">
  <ds:schemaRefs>
    <ds:schemaRef ds:uri="http://www.w3.org/XML/1998/namespace"/>
    <ds:schemaRef ds:uri="http://schemas.microsoft.com/office/2006/documentManagement/types"/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817F9CC6-F7CA-41EA-81DA-97EFF19429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élaborée en caractères gras modernes</Template>
  <TotalTime>12658</TotalTime>
  <Words>1225</Words>
  <Application>Microsoft Office PowerPoint</Application>
  <PresentationFormat>Grand écran</PresentationFormat>
  <Paragraphs>216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4" baseType="lpstr">
      <vt:lpstr>Calibri</vt:lpstr>
      <vt:lpstr>Gulim</vt:lpstr>
      <vt:lpstr>Speak Pro</vt:lpstr>
      <vt:lpstr>Avenir Next LT Pro</vt:lpstr>
      <vt:lpstr>Twentieth Century</vt:lpstr>
      <vt:lpstr>Times New Roman</vt:lpstr>
      <vt:lpstr>Arial</vt:lpstr>
      <vt:lpstr>Tahoma</vt:lpstr>
      <vt:lpstr>Thème Office</vt:lpstr>
      <vt:lpstr>Thème: Mise sur pieds d’une plateforme de gestion pour l’agrégateur YUPAYX </vt:lpstr>
      <vt:lpstr>Présentation PowerPoint</vt:lpstr>
      <vt:lpstr>Présentation PowerPoint</vt:lpstr>
      <vt:lpstr>Contexte</vt:lpstr>
      <vt:lpstr>Contexte</vt:lpstr>
      <vt:lpstr>Contexte</vt:lpstr>
      <vt:lpstr>Présentation PowerPoint</vt:lpstr>
      <vt:lpstr>Problématique</vt:lpstr>
      <vt:lpstr>Problématique</vt:lpstr>
      <vt:lpstr>Problématique</vt:lpstr>
      <vt:lpstr>Présentation PowerPoint</vt:lpstr>
      <vt:lpstr>Solutions existantes</vt:lpstr>
      <vt:lpstr>Notre solution</vt:lpstr>
      <vt:lpstr>Choix des outils</vt:lpstr>
      <vt:lpstr>Présentation PowerPoint</vt:lpstr>
      <vt:lpstr>MODELISATION</vt:lpstr>
      <vt:lpstr>MODELISATION</vt:lpstr>
      <vt:lpstr>MODELISATION</vt:lpstr>
      <vt:lpstr>MODELISATION</vt:lpstr>
      <vt:lpstr>MODELISATION</vt:lpstr>
      <vt:lpstr>MODELISATION</vt:lpstr>
      <vt:lpstr>Architecture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PRÉSENTATION</dc:title>
  <dc:creator>Hillary Tchuati</dc:creator>
  <cp:lastModifiedBy>Lyse Gabrielle</cp:lastModifiedBy>
  <cp:revision>564</cp:revision>
  <dcterms:created xsi:type="dcterms:W3CDTF">2023-05-18T10:05:13Z</dcterms:created>
  <dcterms:modified xsi:type="dcterms:W3CDTF">2023-07-25T14:41:24Z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