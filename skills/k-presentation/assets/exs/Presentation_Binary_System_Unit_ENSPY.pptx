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2"/>
  </p:sldMasterIdLst>
  <p:notesMasterIdLst>
    <p:notesMasterId r:id="rId11"/>
  </p:notesMasterIdLst>
  <p:handoutMasterIdLst>
    <p:handoutMasterId r:id="rId12"/>
  </p:handoutMasterIdLst>
  <p:sldIdLst>
    <p:sldId id="267" r:id="rId3"/>
    <p:sldId id="328" r:id="rId4"/>
    <p:sldId id="332" r:id="rId5"/>
    <p:sldId id="333" r:id="rId6"/>
    <p:sldId id="334" r:id="rId7"/>
    <p:sldId id="335" r:id="rId8"/>
    <p:sldId id="336" r:id="rId9"/>
    <p:sldId id="337" r:id="rId10"/>
  </p:sldIdLst>
  <p:sldSz cx="9144000" cy="5143500" type="screen16x9"/>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3FC5"/>
    <a:srgbClr val="0070C0"/>
    <a:srgbClr val="3198E5"/>
    <a:srgbClr val="327EDA"/>
    <a:srgbClr val="2166B9"/>
    <a:srgbClr val="2870E4"/>
    <a:srgbClr val="0F5BCB"/>
    <a:srgbClr val="003399"/>
    <a:srgbClr val="123A61"/>
    <a:srgbClr val="00A4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82293" autoAdjust="0"/>
  </p:normalViewPr>
  <p:slideViewPr>
    <p:cSldViewPr snapToGrid="0" snapToObjects="1">
      <p:cViewPr>
        <p:scale>
          <a:sx n="75" d="100"/>
          <a:sy n="75" d="100"/>
        </p:scale>
        <p:origin x="1260" y="15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B230A23-3E98-F64D-859B-DE462771A158}" type="datetimeFigureOut">
              <a:rPr lang="fr-FR"/>
              <a:pPr/>
              <a:t>21/09/2023</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38DBF0C-04E2-7C4F-92D3-BB9F31F7BD3A}" type="slidenum">
              <a:rPr/>
              <a:pPr/>
              <a:t>‹#›</a:t>
            </a:fld>
            <a:endParaRPr lang="fr-FR"/>
          </a:p>
        </p:txBody>
      </p:sp>
    </p:spTree>
    <p:extLst>
      <p:ext uri="{BB962C8B-B14F-4D97-AF65-F5344CB8AC3E}">
        <p14:creationId xmlns:p14="http://schemas.microsoft.com/office/powerpoint/2010/main" val="3561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9D169-1938-4426-921D-F10701C7B4F6}" type="datetimeFigureOut">
              <a:rPr lang="fr-FR" smtClean="0"/>
              <a:t>21/09/2023</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2CCFAA-9798-4246-9263-CB012441419C}" type="slidenum">
              <a:rPr lang="fr-FR" smtClean="0"/>
              <a:t>‹#›</a:t>
            </a:fld>
            <a:endParaRPr lang="fr-FR"/>
          </a:p>
        </p:txBody>
      </p:sp>
    </p:spTree>
    <p:extLst>
      <p:ext uri="{BB962C8B-B14F-4D97-AF65-F5344CB8AC3E}">
        <p14:creationId xmlns:p14="http://schemas.microsoft.com/office/powerpoint/2010/main" val="364548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2</a:t>
            </a:fld>
            <a:endParaRPr lang="fr-FR"/>
          </a:p>
        </p:txBody>
      </p:sp>
    </p:spTree>
    <p:extLst>
      <p:ext uri="{BB962C8B-B14F-4D97-AF65-F5344CB8AC3E}">
        <p14:creationId xmlns:p14="http://schemas.microsoft.com/office/powerpoint/2010/main" val="213492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3</a:t>
            </a:fld>
            <a:endParaRPr lang="fr-FR"/>
          </a:p>
        </p:txBody>
      </p:sp>
    </p:spTree>
    <p:extLst>
      <p:ext uri="{BB962C8B-B14F-4D97-AF65-F5344CB8AC3E}">
        <p14:creationId xmlns:p14="http://schemas.microsoft.com/office/powerpoint/2010/main" val="2715883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4</a:t>
            </a:fld>
            <a:endParaRPr lang="fr-FR"/>
          </a:p>
        </p:txBody>
      </p:sp>
    </p:spTree>
    <p:extLst>
      <p:ext uri="{BB962C8B-B14F-4D97-AF65-F5344CB8AC3E}">
        <p14:creationId xmlns:p14="http://schemas.microsoft.com/office/powerpoint/2010/main" val="2483688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5</a:t>
            </a:fld>
            <a:endParaRPr lang="fr-FR"/>
          </a:p>
        </p:txBody>
      </p:sp>
    </p:spTree>
    <p:extLst>
      <p:ext uri="{BB962C8B-B14F-4D97-AF65-F5344CB8AC3E}">
        <p14:creationId xmlns:p14="http://schemas.microsoft.com/office/powerpoint/2010/main" val="4194397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6</a:t>
            </a:fld>
            <a:endParaRPr lang="fr-FR"/>
          </a:p>
        </p:txBody>
      </p:sp>
    </p:spTree>
    <p:extLst>
      <p:ext uri="{BB962C8B-B14F-4D97-AF65-F5344CB8AC3E}">
        <p14:creationId xmlns:p14="http://schemas.microsoft.com/office/powerpoint/2010/main" val="2220648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7</a:t>
            </a:fld>
            <a:endParaRPr lang="fr-FR"/>
          </a:p>
        </p:txBody>
      </p:sp>
    </p:spTree>
    <p:extLst>
      <p:ext uri="{BB962C8B-B14F-4D97-AF65-F5344CB8AC3E}">
        <p14:creationId xmlns:p14="http://schemas.microsoft.com/office/powerpoint/2010/main" val="1974836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8</a:t>
            </a:fld>
            <a:endParaRPr lang="fr-FR"/>
          </a:p>
        </p:txBody>
      </p:sp>
    </p:spTree>
    <p:extLst>
      <p:ext uri="{BB962C8B-B14F-4D97-AF65-F5344CB8AC3E}">
        <p14:creationId xmlns:p14="http://schemas.microsoft.com/office/powerpoint/2010/main" val="13569774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590441" y="662334"/>
            <a:ext cx="7793216" cy="487434"/>
          </a:xfrm>
          <a:prstGeom prst="rect">
            <a:avLst/>
          </a:prstGeom>
        </p:spPr>
        <p:txBody>
          <a:bodyPr tIns="0" bIns="0" anchor="t" anchorCtr="0">
            <a:noAutofit/>
          </a:bodyPr>
          <a:lstStyle>
            <a:lvl1pPr marL="457200" indent="-457200" algn="l">
              <a:buFontTx/>
              <a:buBlip>
                <a:blip r:embed="rId3"/>
              </a:buBlip>
              <a:defRPr sz="300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fr-FR" dirty="0"/>
              <a:t>TITRE DE VOTRE PRÉSENTATION</a:t>
            </a:r>
          </a:p>
        </p:txBody>
      </p:sp>
      <p:sp>
        <p:nvSpPr>
          <p:cNvPr id="3" name="Sous-titre 2"/>
          <p:cNvSpPr>
            <a:spLocks noGrp="1"/>
          </p:cNvSpPr>
          <p:nvPr>
            <p:ph type="subTitle" idx="1" hasCustomPrompt="1"/>
          </p:nvPr>
        </p:nvSpPr>
        <p:spPr>
          <a:xfrm>
            <a:off x="1181101" y="1149768"/>
            <a:ext cx="5181600" cy="338554"/>
          </a:xfrm>
          <a:prstGeom prst="rect">
            <a:avLst/>
          </a:prstGeom>
        </p:spPr>
        <p:txBody>
          <a:bodyPr wrap="square" lIns="0" tIns="0" bIns="0">
            <a:spAutoFit/>
          </a:bodyPr>
          <a:lstStyle>
            <a:lvl1pPr marL="0" indent="0" algn="l">
              <a:buNone/>
              <a:defRPr sz="2200">
                <a:solidFill>
                  <a:srgbClr val="3198E5"/>
                </a:solidFill>
                <a:latin typeface="Segoe UI Semilight" panose="020B0402040204020203" pitchFamily="34" charset="0"/>
                <a:cs typeface="Segoe UI Semilight" panose="020B04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PLACEZ VOTRE SOUS TITRE ICI</a:t>
            </a:r>
          </a:p>
        </p:txBody>
      </p:sp>
      <p:sp>
        <p:nvSpPr>
          <p:cNvPr id="4" name="Espace réservé de la date 3"/>
          <p:cNvSpPr>
            <a:spLocks noGrp="1"/>
          </p:cNvSpPr>
          <p:nvPr>
            <p:ph type="dt" sz="half" idx="10"/>
          </p:nvPr>
        </p:nvSpPr>
        <p:spPr>
          <a:xfrm>
            <a:off x="8171560" y="4767263"/>
            <a:ext cx="972440" cy="273844"/>
          </a:xfrm>
        </p:spPr>
        <p:txBody>
          <a:bodyPr/>
          <a:lstStyle>
            <a:lvl1pPr>
              <a:defRPr sz="800">
                <a:solidFill>
                  <a:srgbClr val="3198E5"/>
                </a:solidFill>
                <a:latin typeface="Segoe UI Semilight" panose="020B0402040204020203" pitchFamily="34" charset="0"/>
                <a:cs typeface="Segoe UI Semilight" panose="020B0402040204020203" pitchFamily="34" charset="0"/>
              </a:defRPr>
            </a:lvl1pPr>
          </a:lstStyle>
          <a:p>
            <a:fld id="{E56B156F-E33B-4DF6-8D0D-EBEB0E5DE398}" type="datetime1">
              <a:rPr lang="fr-FR" smtClean="0"/>
              <a:t>21/09/2023</a:t>
            </a:fld>
            <a:endParaRPr lang="fr-FR"/>
          </a:p>
        </p:txBody>
      </p:sp>
    </p:spTree>
    <p:extLst>
      <p:ext uri="{BB962C8B-B14F-4D97-AF65-F5344CB8AC3E}">
        <p14:creationId xmlns:p14="http://schemas.microsoft.com/office/powerpoint/2010/main" val="890694110"/>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Chapitr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3780753" y="1488323"/>
            <a:ext cx="4280049" cy="1291587"/>
          </a:xfrm>
          <a:prstGeom prst="rect">
            <a:avLst/>
          </a:prstGeom>
        </p:spPr>
        <p:txBody>
          <a:bodyPr tIns="0" bIns="0" anchor="t">
            <a:normAutofit/>
          </a:bodyPr>
          <a:lstStyle>
            <a:lvl1pPr algn="l">
              <a:lnSpc>
                <a:spcPts val="3780"/>
              </a:lnSpc>
              <a:defRPr sz="3400" b="0" cap="all">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fr-FR" dirty="0"/>
              <a:t>PLACEZ LE TITRE </a:t>
            </a:r>
            <a:br>
              <a:rPr lang="fr-FR" dirty="0"/>
            </a:br>
            <a:r>
              <a:rPr lang="fr-FR" dirty="0"/>
              <a:t>DU CHAPITRE ICI</a:t>
            </a:r>
          </a:p>
        </p:txBody>
      </p:sp>
      <p:sp>
        <p:nvSpPr>
          <p:cNvPr id="4" name="Espace réservé de la date 3"/>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E5BAE6E1-87A7-463A-848E-032F28959ECC}" type="datetime1">
              <a:rPr lang="fr-FR" smtClean="0"/>
              <a:t>21/09/2023</a:t>
            </a:fld>
            <a:endParaRPr lang="fr-FR"/>
          </a:p>
        </p:txBody>
      </p:sp>
      <p:sp>
        <p:nvSpPr>
          <p:cNvPr id="6" name="Espace réservé du numéro de diapositive 5"/>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9" name="Sous-titre 2"/>
          <p:cNvSpPr>
            <a:spLocks noGrp="1"/>
          </p:cNvSpPr>
          <p:nvPr>
            <p:ph type="subTitle" idx="13" hasCustomPrompt="1"/>
          </p:nvPr>
        </p:nvSpPr>
        <p:spPr>
          <a:xfrm>
            <a:off x="3358120" y="1027282"/>
            <a:ext cx="3188535" cy="400110"/>
          </a:xfrm>
          <a:prstGeom prst="rect">
            <a:avLst/>
          </a:prstGeom>
        </p:spPr>
        <p:txBody>
          <a:bodyPr wrap="square" lIns="0" tIns="0" bIns="0">
            <a:spAutoFit/>
          </a:bodyPr>
          <a:lstStyle>
            <a:lvl1pPr marL="342900" indent="-342900" algn="l">
              <a:buSzPct val="120000"/>
              <a:buFontTx/>
              <a:buBlip>
                <a:blip r:embed="rId3"/>
              </a:buBlip>
              <a:defRPr sz="2600" baseline="0">
                <a:solidFill>
                  <a:srgbClr val="3198E5"/>
                </a:solidFill>
                <a:latin typeface="Segoe UI Semilight" panose="020B0402040204020203" pitchFamily="34" charset="0"/>
                <a:cs typeface="Segoe UI Semilight" panose="020B04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 Chapitre 1</a:t>
            </a:r>
          </a:p>
        </p:txBody>
      </p:sp>
    </p:spTree>
    <p:extLst>
      <p:ext uri="{BB962C8B-B14F-4D97-AF65-F5344CB8AC3E}">
        <p14:creationId xmlns:p14="http://schemas.microsoft.com/office/powerpoint/2010/main" val="918733075"/>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Secti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DFF5F6AE-4C7B-407B-A41E-67C966BCD191}" type="datetime1">
              <a:rPr lang="fr-FR" smtClean="0"/>
              <a:t>21/09/2023</a:t>
            </a:fld>
            <a:endParaRPr lang="fr-FR"/>
          </a:p>
        </p:txBody>
      </p:sp>
      <p:sp>
        <p:nvSpPr>
          <p:cNvPr id="4" name="Espace réservé du pied de page 3"/>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5" name="Espace réservé du numéro de diapositive 4"/>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3" name="Espace réservé du texte 12"/>
          <p:cNvSpPr>
            <a:spLocks noGrp="1"/>
          </p:cNvSpPr>
          <p:nvPr>
            <p:ph type="body" sz="quarter" idx="14" hasCustomPrompt="1"/>
          </p:nvPr>
        </p:nvSpPr>
        <p:spPr>
          <a:xfrm>
            <a:off x="2657341" y="2281999"/>
            <a:ext cx="3309937" cy="453402"/>
          </a:xfrm>
          <a:prstGeom prst="rect">
            <a:avLst/>
          </a:prstGeom>
        </p:spPr>
        <p:txBody>
          <a:bodyPr vert="horz" lIns="0" bIns="0"/>
          <a:lstStyle>
            <a:lvl1pPr marL="342900" indent="-342900">
              <a:buSzPct val="120000"/>
              <a:buFontTx/>
              <a:buBlip>
                <a:blip r:embed="rId3"/>
              </a:buBlip>
              <a:defRPr sz="2600">
                <a:solidFill>
                  <a:srgbClr val="3198E5"/>
                </a:solidFill>
                <a:latin typeface="Segoe UI Semilight" panose="020B0402040204020203" pitchFamily="34" charset="0"/>
                <a:cs typeface="Segoe UI Semilight" panose="020B0402040204020203" pitchFamily="34" charset="0"/>
              </a:defRPr>
            </a:lvl1pPr>
          </a:lstStyle>
          <a:p>
            <a:pPr lvl="0"/>
            <a:r>
              <a:rPr lang="fr-FR" dirty="0"/>
              <a:t> Chapitre 1</a:t>
            </a:r>
          </a:p>
        </p:txBody>
      </p:sp>
      <p:sp>
        <p:nvSpPr>
          <p:cNvPr id="15" name="Espace réservé du texte 14"/>
          <p:cNvSpPr>
            <a:spLocks noGrp="1"/>
          </p:cNvSpPr>
          <p:nvPr>
            <p:ph type="body" sz="quarter" idx="15" hasCustomPrompt="1"/>
          </p:nvPr>
        </p:nvSpPr>
        <p:spPr>
          <a:xfrm>
            <a:off x="3168606" y="2770738"/>
            <a:ext cx="4201449" cy="1269460"/>
          </a:xfrm>
          <a:prstGeom prst="rect">
            <a:avLst/>
          </a:prstGeom>
        </p:spPr>
        <p:txBody>
          <a:bodyPr vert="horz" lIns="0" tIns="0" bIns="0"/>
          <a:lstStyle>
            <a:lvl1pPr marL="0" indent="0">
              <a:lnSpc>
                <a:spcPts val="3840"/>
              </a:lnSpc>
              <a:buFontTx/>
              <a:buNone/>
              <a:defRPr sz="34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dirty="0"/>
              <a:t>PLACEZ LE TITRE DU CHAPITRE ICI</a:t>
            </a:r>
          </a:p>
        </p:txBody>
      </p:sp>
    </p:spTree>
    <p:extLst>
      <p:ext uri="{BB962C8B-B14F-4D97-AF65-F5344CB8AC3E}">
        <p14:creationId xmlns:p14="http://schemas.microsoft.com/office/powerpoint/2010/main" val="2712229381"/>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309039" y="114258"/>
            <a:ext cx="1467142" cy="244053"/>
          </a:xfrm>
          <a:prstGeom prst="rect">
            <a:avLst/>
          </a:prstGeom>
        </p:spPr>
        <p:txBody>
          <a:bodyPr lIns="0" tIns="0" rIns="0" bIns="0" anchor="t" anchorCtr="0">
            <a:noAutofit/>
          </a:bodyPr>
          <a:lstStyle>
            <a:lvl1pPr algn="l">
              <a:defRPr sz="1600">
                <a:solidFill>
                  <a:schemeClr val="bg1"/>
                </a:solidFill>
                <a:latin typeface="Segoe UI Semilight" panose="020B0402040204020203" pitchFamily="34" charset="0"/>
                <a:cs typeface="Segoe UI Semilight" panose="020B0402040204020203" pitchFamily="34" charset="0"/>
              </a:defRPr>
            </a:lvl1pPr>
          </a:lstStyle>
          <a:p>
            <a:r>
              <a:rPr lang="fr-FR" dirty="0"/>
              <a:t>Chapitre 1</a:t>
            </a:r>
          </a:p>
        </p:txBody>
      </p:sp>
      <p:sp>
        <p:nvSpPr>
          <p:cNvPr id="3" name="Espace réservé du contenu 2"/>
          <p:cNvSpPr>
            <a:spLocks noGrp="1"/>
          </p:cNvSpPr>
          <p:nvPr>
            <p:ph idx="1" hasCustomPrompt="1"/>
          </p:nvPr>
        </p:nvSpPr>
        <p:spPr>
          <a:xfrm>
            <a:off x="562517" y="1119615"/>
            <a:ext cx="7887629" cy="3394472"/>
          </a:xfrm>
          <a:prstGeom prst="rect">
            <a:avLst/>
          </a:prstGeom>
        </p:spPr>
        <p:txBody>
          <a:bodyPr/>
          <a:lstStyle>
            <a:lvl1pPr marL="342900" indent="-342900">
              <a:buSzPct val="120000"/>
              <a:buFontTx/>
              <a:buBlip>
                <a:blip r:embed="rId3"/>
              </a:buBlip>
              <a:defRPr sz="260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a:defRPr sz="2000">
                <a:solidFill>
                  <a:srgbClr val="000000"/>
                </a:solidFill>
                <a:latin typeface="Segoe UI Semilight" panose="020B0402040204020203" pitchFamily="34" charset="0"/>
                <a:cs typeface="Segoe UI Semilight" panose="020B0402040204020203" pitchFamily="34" charset="0"/>
              </a:defRPr>
            </a:lvl2pPr>
            <a:lvl3pPr>
              <a:defRPr sz="1800">
                <a:solidFill>
                  <a:srgbClr val="000000"/>
                </a:solidFill>
                <a:latin typeface="Segoe UI Semilight" panose="020B0402040204020203" pitchFamily="34" charset="0"/>
                <a:cs typeface="Segoe UI Semilight" panose="020B0402040204020203" pitchFamily="34" charset="0"/>
              </a:defRPr>
            </a:lvl3pPr>
            <a:lvl4pPr>
              <a:defRPr sz="1600">
                <a:solidFill>
                  <a:schemeClr val="tx1"/>
                </a:solidFill>
                <a:latin typeface="Segoe UI Semilight" panose="020B0402040204020203" pitchFamily="34" charset="0"/>
                <a:cs typeface="Segoe UI Semilight" panose="020B0402040204020203" pitchFamily="34" charset="0"/>
              </a:defRPr>
            </a:lvl4pPr>
            <a:lvl5pPr>
              <a:defRPr sz="1600">
                <a:solidFill>
                  <a:schemeClr val="tx1"/>
                </a:solidFill>
                <a:latin typeface="Segoe UI Semilight" panose="020B0402040204020203" pitchFamily="34" charset="0"/>
                <a:cs typeface="Segoe UI Semilight" panose="020B0402040204020203" pitchFamily="34" charset="0"/>
              </a:defRPr>
            </a:lvl5pPr>
          </a:lstStyle>
          <a:p>
            <a:pPr lvl="0"/>
            <a:r>
              <a:rPr lang="fr-FR" dirty="0"/>
              <a:t> Contenu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BC446E7B-E47F-4406-9A0F-1F4D6F796CAD}" type="datetime1">
              <a:rPr lang="fr-FR" smtClean="0"/>
              <a:t>21/09/2023</a:t>
            </a:fld>
            <a:endParaRPr lang="fr-FR"/>
          </a:p>
        </p:txBody>
      </p:sp>
      <p:sp>
        <p:nvSpPr>
          <p:cNvPr id="5" name="Espace réservé du pied de page 4"/>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6" name="Espace réservé du numéro de diapositive 5"/>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1" name="Espace réservé du texte 10"/>
          <p:cNvSpPr>
            <a:spLocks noGrp="1"/>
          </p:cNvSpPr>
          <p:nvPr>
            <p:ph type="body" sz="quarter" idx="13"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dirty="0"/>
              <a:t>RAPPEL DU TITRE DU CHAPITRE</a:t>
            </a:r>
          </a:p>
        </p:txBody>
      </p:sp>
    </p:spTree>
    <p:extLst>
      <p:ext uri="{BB962C8B-B14F-4D97-AF65-F5344CB8AC3E}">
        <p14:creationId xmlns:p14="http://schemas.microsoft.com/office/powerpoint/2010/main" val="3294668763"/>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ntenus">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Espace réservé du texte 10"/>
          <p:cNvSpPr>
            <a:spLocks noGrp="1"/>
          </p:cNvSpPr>
          <p:nvPr>
            <p:ph type="body" sz="quarter" idx="13"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3" name="Espace réservé du contenu 2"/>
          <p:cNvSpPr>
            <a:spLocks noGrp="1"/>
          </p:cNvSpPr>
          <p:nvPr>
            <p:ph sz="half" idx="1"/>
          </p:nvPr>
        </p:nvSpPr>
        <p:spPr>
          <a:xfrm>
            <a:off x="1087320" y="1694935"/>
            <a:ext cx="3251110" cy="2545556"/>
          </a:xfrm>
          <a:prstGeom prst="rect">
            <a:avLst/>
          </a:prstGeom>
        </p:spPr>
        <p:txBody>
          <a:bodyPr lIns="0" tIns="0" rIns="0" bIns="0">
            <a:normAutofit/>
          </a:bodyPr>
          <a:lstStyle>
            <a:lvl1pPr marL="0" indent="0">
              <a:buFontTx/>
              <a:buNone/>
              <a:defRPr sz="1400">
                <a:latin typeface="Segoe UI Semilight" panose="020B0402040204020203" pitchFamily="34" charset="0"/>
                <a:cs typeface="Segoe UI Semilight" panose="020B0402040204020203" pitchFamily="34" charset="0"/>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p:txBody>
      </p:sp>
      <p:sp>
        <p:nvSpPr>
          <p:cNvPr id="4" name="Espace réservé du contenu 3"/>
          <p:cNvSpPr>
            <a:spLocks noGrp="1"/>
          </p:cNvSpPr>
          <p:nvPr>
            <p:ph sz="half" idx="2"/>
          </p:nvPr>
        </p:nvSpPr>
        <p:spPr>
          <a:xfrm>
            <a:off x="5136530" y="1694935"/>
            <a:ext cx="3296822" cy="2545556"/>
          </a:xfrm>
          <a:prstGeom prst="rect">
            <a:avLst/>
          </a:prstGeom>
        </p:spPr>
        <p:txBody>
          <a:bodyPr vert="horz" lIns="0" tIns="0" rIns="0" bIns="0" rtlCol="0">
            <a:normAutofit/>
          </a:bodyPr>
          <a:lstStyle>
            <a:lvl1pPr marL="342900" indent="-342900">
              <a:buFontTx/>
              <a:buNone/>
              <a:defRPr lang="fr-FR" sz="1400">
                <a:latin typeface="Segoe UI Semilight" panose="020B0402040204020203" pitchFamily="34" charset="0"/>
                <a:cs typeface="Segoe UI Semilight" panose="020B0402040204020203" pitchFamily="34" charset="0"/>
              </a:defRPr>
            </a:lvl1pPr>
            <a:lvl2pPr>
              <a:defRPr lang="fr-FR" sz="2400"/>
            </a:lvl2pPr>
            <a:lvl3pPr>
              <a:defRPr lang="fr-FR" sz="2000"/>
            </a:lvl3pPr>
            <a:lvl4pPr>
              <a:defRPr lang="fr-FR" sz="1800"/>
            </a:lvl4pPr>
            <a:lvl5pPr>
              <a:defRPr lang="fr-FR" sz="1800"/>
            </a:lvl5pPr>
          </a:lstStyle>
          <a:p>
            <a:pPr marL="0" lvl="0" indent="0">
              <a:buFontTx/>
              <a:buNone/>
            </a:pPr>
            <a:r>
              <a:rPr lang="fr-FR"/>
              <a:t>Cliquez pour modifier les styles du texte du masque</a:t>
            </a:r>
          </a:p>
        </p:txBody>
      </p:sp>
      <p:sp>
        <p:nvSpPr>
          <p:cNvPr id="5" name="Espace réservé de la date 4"/>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FF35A0BE-9E14-42A8-B9A8-9232D164E6DF}" type="datetime1">
              <a:rPr lang="fr-FR" smtClean="0"/>
              <a:t>21/09/2023</a:t>
            </a:fld>
            <a:endParaRPr lang="fr-FR"/>
          </a:p>
        </p:txBody>
      </p:sp>
      <p:sp>
        <p:nvSpPr>
          <p:cNvPr id="6" name="Espace réservé du pied de page 5"/>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7" name="Espace réservé du numéro de diapositive 6"/>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2" name="Titre 11"/>
          <p:cNvSpPr>
            <a:spLocks noGrp="1"/>
          </p:cNvSpPr>
          <p:nvPr>
            <p:ph type="title" hasCustomPrompt="1"/>
          </p:nvPr>
        </p:nvSpPr>
        <p:spPr>
          <a:xfrm>
            <a:off x="314226" y="116388"/>
            <a:ext cx="2491325" cy="229512"/>
          </a:xfrm>
          <a:prstGeom prst="rect">
            <a:avLst/>
          </a:prstGeom>
        </p:spPr>
        <p:txBody>
          <a:bodyPr vert="horz" lIns="0" tIns="0" rIns="0" bIns="0" rtlCol="0" anchor="t" anchorCtr="0">
            <a:noAutofit/>
          </a:bodyPr>
          <a:lstStyle>
            <a:lvl1pPr algn="l">
              <a:lnSpc>
                <a:spcPts val="1920"/>
              </a:lnSpc>
              <a:defRPr lang="fr-FR" sz="1600">
                <a:solidFill>
                  <a:schemeClr val="bg1"/>
                </a:solidFill>
                <a:latin typeface="Segoe UI Semilight" panose="020B0402040204020203" pitchFamily="34" charset="0"/>
                <a:cs typeface="Segoe UI Semilight" panose="020B0402040204020203" pitchFamily="34" charset="0"/>
              </a:defRPr>
            </a:lvl1pPr>
          </a:lstStyle>
          <a:p>
            <a:pPr marL="0" lvl="0" algn="l"/>
            <a:r>
              <a:rPr lang="fr-FR" dirty="0"/>
              <a:t>Chapitre 1</a:t>
            </a:r>
          </a:p>
        </p:txBody>
      </p:sp>
      <p:sp>
        <p:nvSpPr>
          <p:cNvPr id="15" name="Espace réservé du texte 14"/>
          <p:cNvSpPr>
            <a:spLocks noGrp="1"/>
          </p:cNvSpPr>
          <p:nvPr>
            <p:ph type="body" sz="quarter" idx="15" hasCustomPrompt="1"/>
          </p:nvPr>
        </p:nvSpPr>
        <p:spPr>
          <a:xfrm>
            <a:off x="4569646" y="1105372"/>
            <a:ext cx="3124904" cy="589563"/>
          </a:xfrm>
          <a:prstGeom prst="rect">
            <a:avLst/>
          </a:prstGeom>
        </p:spPr>
        <p:txBody>
          <a:bodyPr vert="horz" lIns="91440" tIns="45720" rIns="91440" bIns="45720" rtlCol="0">
            <a:normAutofit/>
          </a:bodyPr>
          <a:lstStyle>
            <a:lvl1pPr marL="342900" indent="-342900">
              <a:buSzPct val="120000"/>
              <a:buFontTx/>
              <a:buBlip>
                <a:blip r:embed="rId3"/>
              </a:buBlip>
              <a:defRPr lang="fr-FR" sz="26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a:defRPr lang="fr-FR" sz="2000">
                <a:solidFill>
                  <a:srgbClr val="000000"/>
                </a:solidFill>
                <a:latin typeface="SegoeBook"/>
                <a:cs typeface="SegoeBook"/>
              </a:defRPr>
            </a:lvl2pPr>
            <a:lvl3pPr>
              <a:defRPr lang="fr-FR" sz="1800">
                <a:solidFill>
                  <a:srgbClr val="000000"/>
                </a:solidFill>
                <a:latin typeface="SegoeBook"/>
                <a:cs typeface="SegoeBook"/>
              </a:defRPr>
            </a:lvl3pPr>
            <a:lvl4pPr>
              <a:defRPr lang="fr-FR" sz="1600">
                <a:latin typeface="SegoeBook"/>
                <a:cs typeface="SegoeBook"/>
              </a:defRPr>
            </a:lvl4pPr>
            <a:lvl5pPr>
              <a:defRPr lang="fr-FR" sz="1600">
                <a:latin typeface="SegoeBook"/>
                <a:cs typeface="SegoeBook"/>
              </a:defRPr>
            </a:lvl5pPr>
          </a:lstStyle>
          <a:p>
            <a:pPr lvl="0">
              <a:buSzPct val="120000"/>
              <a:buFontTx/>
              <a:buBlip>
                <a:blip r:embed="rId3"/>
              </a:buBlip>
            </a:pPr>
            <a:r>
              <a:rPr lang="fr-FR" dirty="0"/>
              <a:t> Contenu</a:t>
            </a:r>
          </a:p>
        </p:txBody>
      </p:sp>
      <p:sp>
        <p:nvSpPr>
          <p:cNvPr id="16" name="Espace réservé du texte 14"/>
          <p:cNvSpPr>
            <a:spLocks noGrp="1"/>
          </p:cNvSpPr>
          <p:nvPr>
            <p:ph type="body" sz="quarter" idx="16" hasCustomPrompt="1"/>
          </p:nvPr>
        </p:nvSpPr>
        <p:spPr>
          <a:xfrm>
            <a:off x="611560" y="1105372"/>
            <a:ext cx="3124904" cy="589563"/>
          </a:xfrm>
          <a:prstGeom prst="rect">
            <a:avLst/>
          </a:prstGeom>
        </p:spPr>
        <p:txBody>
          <a:bodyPr vert="horz" lIns="91440" tIns="45720" rIns="91440" bIns="45720" rtlCol="0">
            <a:normAutofit/>
          </a:bodyPr>
          <a:lstStyle>
            <a:lvl1pPr marL="457200" indent="-457200">
              <a:buSzPct val="121000"/>
              <a:buFontTx/>
              <a:buBlip>
                <a:blip r:embed="rId3"/>
              </a:buBlip>
              <a:defRPr lang="fr-FR" sz="26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buSzPct val="120000"/>
              <a:buFontTx/>
              <a:buBlip>
                <a:blip r:embed="rId3"/>
              </a:buBlip>
            </a:pPr>
            <a:r>
              <a:rPr lang="fr-FR"/>
              <a:t>Contenu</a:t>
            </a:r>
          </a:p>
        </p:txBody>
      </p:sp>
    </p:spTree>
    <p:extLst>
      <p:ext uri="{BB962C8B-B14F-4D97-AF65-F5344CB8AC3E}">
        <p14:creationId xmlns:p14="http://schemas.microsoft.com/office/powerpoint/2010/main" val="1087509799"/>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is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317421" y="109206"/>
            <a:ext cx="1479899" cy="225959"/>
          </a:xfrm>
          <a:prstGeom prst="rect">
            <a:avLst/>
          </a:prstGeom>
        </p:spPr>
        <p:txBody>
          <a:bodyPr lIns="0" tIns="0" rIns="0" bIns="0" anchor="t" anchorCtr="0">
            <a:noAutofit/>
          </a:bodyPr>
          <a:lstStyle>
            <a:lvl1pPr algn="l">
              <a:defRPr sz="1600">
                <a:solidFill>
                  <a:schemeClr val="bg1"/>
                </a:solidFill>
                <a:latin typeface="Segoe UI Semilight" panose="020B0402040204020203" pitchFamily="34" charset="0"/>
                <a:cs typeface="Segoe UI Semilight" panose="020B0402040204020203" pitchFamily="34" charset="0"/>
              </a:defRPr>
            </a:lvl1pPr>
          </a:lstStyle>
          <a:p>
            <a:r>
              <a:rPr lang="fr-FR" dirty="0"/>
              <a:t>Chapitre 1</a:t>
            </a:r>
          </a:p>
        </p:txBody>
      </p:sp>
      <p:sp>
        <p:nvSpPr>
          <p:cNvPr id="3" name="Espace réservé du texte 2"/>
          <p:cNvSpPr>
            <a:spLocks noGrp="1"/>
          </p:cNvSpPr>
          <p:nvPr>
            <p:ph type="body" idx="1" hasCustomPrompt="1"/>
          </p:nvPr>
        </p:nvSpPr>
        <p:spPr>
          <a:xfrm>
            <a:off x="457200" y="1151335"/>
            <a:ext cx="4040188" cy="479822"/>
          </a:xfrm>
          <a:prstGeom prst="rect">
            <a:avLst/>
          </a:prstGeom>
        </p:spPr>
        <p:txBody>
          <a:bodyPr lIns="0" tIns="0" rIns="0" bIns="0" anchor="t" anchorCtr="0">
            <a:noAutofit/>
          </a:bodyPr>
          <a:lstStyle>
            <a:lvl1pPr marL="457200" indent="-457200">
              <a:buSzPct val="120000"/>
              <a:buFontTx/>
              <a:buBlip>
                <a:blip r:embed="rId3"/>
              </a:buBlip>
              <a:defRPr sz="2600" b="1">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Contenu</a:t>
            </a:r>
          </a:p>
        </p:txBody>
      </p:sp>
      <p:sp>
        <p:nvSpPr>
          <p:cNvPr id="5" name="Espace réservé du texte 4"/>
          <p:cNvSpPr>
            <a:spLocks noGrp="1"/>
          </p:cNvSpPr>
          <p:nvPr>
            <p:ph type="body" sz="quarter" idx="3" hasCustomPrompt="1"/>
          </p:nvPr>
        </p:nvSpPr>
        <p:spPr>
          <a:xfrm>
            <a:off x="4645026" y="1151335"/>
            <a:ext cx="3813123" cy="479822"/>
          </a:xfrm>
          <a:prstGeom prst="rect">
            <a:avLst/>
          </a:prstGeom>
        </p:spPr>
        <p:txBody>
          <a:bodyPr lIns="0" tIns="0" rIns="0" bIns="0" anchor="t" anchorCtr="0">
            <a:noAutofit/>
          </a:bodyPr>
          <a:lstStyle>
            <a:lvl1pPr marL="457200" indent="-457200">
              <a:buSzPct val="120000"/>
              <a:buFontTx/>
              <a:buBlip>
                <a:blip r:embed="rId3"/>
              </a:buBlip>
              <a:defRPr sz="2600" b="1">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Contenu</a:t>
            </a:r>
          </a:p>
        </p:txBody>
      </p:sp>
      <p:sp>
        <p:nvSpPr>
          <p:cNvPr id="7" name="Espace réservé de la date 6"/>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F7F81834-CB26-4610-A630-D928C1E20253}" type="datetime1">
              <a:rPr lang="fr-FR" smtClean="0"/>
              <a:t>21/09/2023</a:t>
            </a:fld>
            <a:endParaRPr lang="fr-FR"/>
          </a:p>
        </p:txBody>
      </p:sp>
      <p:sp>
        <p:nvSpPr>
          <p:cNvPr id="8" name="Espace réservé du pied de page 7"/>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9" name="Espace réservé du numéro de diapositive 8"/>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1" name="Espace réservé du texte 10"/>
          <p:cNvSpPr>
            <a:spLocks noGrp="1"/>
          </p:cNvSpPr>
          <p:nvPr>
            <p:ph type="body" sz="quarter" idx="14"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3" name="Espace réservé du graphique 12"/>
          <p:cNvSpPr>
            <a:spLocks noGrp="1"/>
          </p:cNvSpPr>
          <p:nvPr>
            <p:ph type="chart" sz="quarter" idx="15"/>
          </p:nvPr>
        </p:nvSpPr>
        <p:spPr>
          <a:xfrm>
            <a:off x="528638" y="1928813"/>
            <a:ext cx="3656012" cy="2532062"/>
          </a:xfrm>
          <a:prstGeom prst="rect">
            <a:avLst/>
          </a:prstGeom>
          <a:ln w="57150" cap="sq" cmpd="sng">
            <a:solidFill>
              <a:srgbClr val="3198E5"/>
            </a:solidFill>
            <a:miter lim="800000"/>
          </a:ln>
        </p:spPr>
        <p:txBody>
          <a:bodyPr lIns="0" tIns="0" bIns="0" anchor="ctr" anchorCtr="0">
            <a:normAutofit/>
          </a:bodyPr>
          <a:lstStyle>
            <a:lvl1pPr marL="0" indent="0" algn="ctr">
              <a:buFontTx/>
              <a:buNone/>
              <a:defRPr sz="1800">
                <a:solidFill>
                  <a:srgbClr val="3198E5"/>
                </a:solidFill>
                <a:latin typeface="Segoe UI Semilight" panose="020B0402040204020203" pitchFamily="34" charset="0"/>
                <a:cs typeface="Segoe UI Semilight" panose="020B0402040204020203" pitchFamily="34" charset="0"/>
              </a:defRPr>
            </a:lvl1pPr>
          </a:lstStyle>
          <a:p>
            <a:r>
              <a:rPr lang="fr-FR"/>
              <a:t>Cliquez sur l'icône pour ajouter un graphique</a:t>
            </a:r>
          </a:p>
        </p:txBody>
      </p:sp>
      <p:sp>
        <p:nvSpPr>
          <p:cNvPr id="15" name="Espace réservé du graphique 14"/>
          <p:cNvSpPr>
            <a:spLocks noGrp="1"/>
          </p:cNvSpPr>
          <p:nvPr>
            <p:ph type="chart" sz="quarter" idx="16"/>
          </p:nvPr>
        </p:nvSpPr>
        <p:spPr>
          <a:xfrm>
            <a:off x="4705350" y="1928813"/>
            <a:ext cx="3752799" cy="2532062"/>
          </a:xfrm>
          <a:prstGeom prst="rect">
            <a:avLst/>
          </a:prstGeom>
          <a:ln w="57150" cap="sq" cmpd="sng">
            <a:solidFill>
              <a:srgbClr val="3198E5"/>
            </a:solidFill>
            <a:miter lim="800000"/>
          </a:ln>
        </p:spPr>
        <p:txBody>
          <a:bodyPr lIns="0" tIns="0" bIns="0" anchor="ctr" anchorCtr="0">
            <a:normAutofit/>
          </a:bodyPr>
          <a:lstStyle>
            <a:lvl1pPr marL="0" indent="0" algn="ctr">
              <a:buFontTx/>
              <a:buNone/>
              <a:defRPr sz="1800">
                <a:solidFill>
                  <a:srgbClr val="3198E5"/>
                </a:solidFill>
                <a:latin typeface="Segoe UI Semilight" panose="020B0402040204020203" pitchFamily="34" charset="0"/>
                <a:cs typeface="Segoe UI Semilight" panose="020B0402040204020203" pitchFamily="34" charset="0"/>
              </a:defRPr>
            </a:lvl1pPr>
          </a:lstStyle>
          <a:p>
            <a:r>
              <a:rPr lang="fr-FR"/>
              <a:t>Cliquez sur l'icône pour ajouter un graphique</a:t>
            </a:r>
          </a:p>
        </p:txBody>
      </p:sp>
    </p:spTree>
    <p:extLst>
      <p:ext uri="{BB962C8B-B14F-4D97-AF65-F5344CB8AC3E}">
        <p14:creationId xmlns:p14="http://schemas.microsoft.com/office/powerpoint/2010/main" val="3743057335"/>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0C1E7D4E-DC1C-4772-8A99-B24836D22B31}" type="datetime1">
              <a:rPr lang="fr-FR" smtClean="0"/>
              <a:t>21/09/2023</a:t>
            </a:fld>
            <a:endParaRPr lang="fr-FR"/>
          </a:p>
        </p:txBody>
      </p:sp>
      <p:sp>
        <p:nvSpPr>
          <p:cNvPr id="4" name="Espace réservé du pied de page 3"/>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5" name="Espace réservé du numéro de diapositive 4"/>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7" name="Espace réservé du texte 10"/>
          <p:cNvSpPr>
            <a:spLocks noGrp="1"/>
          </p:cNvSpPr>
          <p:nvPr>
            <p:ph type="body" sz="quarter" idx="13"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0" name="Espace réservé du texte 9"/>
          <p:cNvSpPr>
            <a:spLocks noGrp="1"/>
          </p:cNvSpPr>
          <p:nvPr>
            <p:ph type="body" sz="quarter" idx="14" hasCustomPrompt="1"/>
          </p:nvPr>
        </p:nvSpPr>
        <p:spPr>
          <a:xfrm>
            <a:off x="314912" y="115910"/>
            <a:ext cx="2023708" cy="219622"/>
          </a:xfrm>
          <a:prstGeom prst="rect">
            <a:avLst/>
          </a:prstGeom>
        </p:spPr>
        <p:txBody>
          <a:bodyPr vert="horz" wrap="square" lIns="0" tIns="0" rIns="0" bIns="0" rtlCol="0" anchor="t" anchorCtr="0">
            <a:noAutofit/>
          </a:bodyPr>
          <a:lstStyle>
            <a:lvl1pPr marL="0" indent="0">
              <a:buFontTx/>
              <a:buNone/>
              <a:defRPr lang="fr-FR" sz="1600">
                <a:solidFill>
                  <a:schemeClr val="bg1"/>
                </a:solidFill>
                <a:latin typeface="Segoe UI Semilight" panose="020B0402040204020203" pitchFamily="34" charset="0"/>
                <a:ea typeface="+mj-ea"/>
                <a:cs typeface="Segoe UI Semilight" panose="020B0402040204020203" pitchFamily="34" charset="0"/>
              </a:defRPr>
            </a:lvl1pPr>
            <a:lvl2pPr>
              <a:defRPr lang="fr-FR"/>
            </a:lvl2pPr>
            <a:lvl3pPr>
              <a:defRPr lang="fr-FR"/>
            </a:lvl3pPr>
            <a:lvl4pPr>
              <a:defRPr lang="fr-FR"/>
            </a:lvl4pPr>
            <a:lvl5pPr>
              <a:defRPr lang="fr-FR"/>
            </a:lvl5pPr>
          </a:lstStyle>
          <a:p>
            <a:pPr marL="0" lvl="0">
              <a:lnSpc>
                <a:spcPts val="1920"/>
              </a:lnSpc>
              <a:spcBef>
                <a:spcPct val="0"/>
              </a:spcBef>
              <a:buNone/>
            </a:pPr>
            <a:r>
              <a:rPr lang="fr-FR" dirty="0"/>
              <a:t>Chapitre 1</a:t>
            </a:r>
          </a:p>
        </p:txBody>
      </p:sp>
    </p:spTree>
    <p:extLst>
      <p:ext uri="{BB962C8B-B14F-4D97-AF65-F5344CB8AC3E}">
        <p14:creationId xmlns:p14="http://schemas.microsoft.com/office/powerpoint/2010/main" val="3882522015"/>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9655C9D1-3C8F-4638-BE58-58F0A595CF13}" type="datetime1">
              <a:rPr lang="fr-FR" smtClean="0"/>
              <a:t>21/09/2023</a:t>
            </a:fld>
            <a:endParaRPr lang="fr-FR"/>
          </a:p>
        </p:txBody>
      </p:sp>
      <p:sp>
        <p:nvSpPr>
          <p:cNvPr id="4" name="Espace réservé du numéro de diapositive 3"/>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6" name="Espace réservé du pied de page 3"/>
          <p:cNvSpPr>
            <a:spLocks noGrp="1"/>
          </p:cNvSpPr>
          <p:nvPr>
            <p:ph type="ftr" sz="quarter" idx="11"/>
          </p:nvPr>
        </p:nvSpPr>
        <p:spPr>
          <a:xfrm>
            <a:off x="3124200" y="4767263"/>
            <a:ext cx="2895600" cy="273844"/>
          </a:xfrm>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Tree>
    <p:extLst>
      <p:ext uri="{BB962C8B-B14F-4D97-AF65-F5344CB8AC3E}">
        <p14:creationId xmlns:p14="http://schemas.microsoft.com/office/powerpoint/2010/main" val="3086252794"/>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au avec légen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039091" y="1685636"/>
            <a:ext cx="2247515" cy="2801697"/>
          </a:xfrm>
          <a:prstGeom prst="rect">
            <a:avLst/>
          </a:prstGeom>
        </p:spPr>
        <p:txBody>
          <a:bodyPr vert="horz" lIns="0" tIns="0" rIns="0" bIns="0" rtlCol="0">
            <a:noAutofit/>
          </a:bodyPr>
          <a:lstStyle>
            <a:lvl1pPr marL="0" indent="-342900">
              <a:spcBef>
                <a:spcPts val="300"/>
              </a:spcBef>
              <a:buFontTx/>
              <a:buNone/>
              <a:defRPr lang="fr-FR" sz="1400">
                <a:latin typeface="Segoe UI Semilight" panose="020B0402040204020203" pitchFamily="34" charset="0"/>
                <a:cs typeface="Segoe UI Semilight" panose="020B0402040204020203" pitchFamily="34" charset="0"/>
              </a:defRPr>
            </a:lvl1pPr>
          </a:lstStyle>
          <a:p>
            <a:pPr marL="0" lvl="0" indent="0">
              <a:buFontTx/>
              <a:buNone/>
            </a:pPr>
            <a:r>
              <a:rPr lang="fr-FR"/>
              <a:t>Cliquez pour modifier les styles du texte du masque</a:t>
            </a:r>
          </a:p>
        </p:txBody>
      </p:sp>
      <p:sp>
        <p:nvSpPr>
          <p:cNvPr id="5" name="Espace réservé de la date 4"/>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2B1AF93D-6C7F-494E-B260-82C06413D413}" type="datetime1">
              <a:rPr lang="fr-FR" smtClean="0"/>
              <a:t>21/09/2023</a:t>
            </a:fld>
            <a:endParaRPr lang="fr-FR"/>
          </a:p>
        </p:txBody>
      </p:sp>
      <p:sp>
        <p:nvSpPr>
          <p:cNvPr id="6" name="Espace réservé du pied de page 5"/>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7" name="Espace réservé du numéro de diapositive 6"/>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3" name="Espace réservé du texte 10"/>
          <p:cNvSpPr>
            <a:spLocks noGrp="1"/>
          </p:cNvSpPr>
          <p:nvPr>
            <p:ph type="body" sz="quarter" idx="14"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4" name="Espace réservé du texte 9"/>
          <p:cNvSpPr>
            <a:spLocks noGrp="1"/>
          </p:cNvSpPr>
          <p:nvPr>
            <p:ph type="body" sz="quarter" idx="15" hasCustomPrompt="1"/>
          </p:nvPr>
        </p:nvSpPr>
        <p:spPr>
          <a:xfrm>
            <a:off x="323793" y="124792"/>
            <a:ext cx="2023708" cy="219622"/>
          </a:xfrm>
          <a:prstGeom prst="rect">
            <a:avLst/>
          </a:prstGeom>
        </p:spPr>
        <p:txBody>
          <a:bodyPr vert="horz" wrap="square" lIns="0" tIns="0" rIns="0" bIns="0" rtlCol="0" anchor="t" anchorCtr="0">
            <a:noAutofit/>
          </a:bodyPr>
          <a:lstStyle>
            <a:lvl1pPr marL="0" indent="0">
              <a:buFontTx/>
              <a:buNone/>
              <a:defRPr lang="fr-FR" sz="1600">
                <a:solidFill>
                  <a:schemeClr val="bg1"/>
                </a:solidFill>
                <a:latin typeface="Segoe UI Semilight" panose="020B0402040204020203" pitchFamily="34" charset="0"/>
                <a:ea typeface="+mj-ea"/>
                <a:cs typeface="Segoe UI Semilight" panose="020B0402040204020203" pitchFamily="34" charset="0"/>
              </a:defRPr>
            </a:lvl1pPr>
            <a:lvl2pPr>
              <a:defRPr lang="fr-FR"/>
            </a:lvl2pPr>
            <a:lvl3pPr>
              <a:defRPr lang="fr-FR"/>
            </a:lvl3pPr>
            <a:lvl4pPr>
              <a:defRPr lang="fr-FR"/>
            </a:lvl4pPr>
            <a:lvl5pPr>
              <a:defRPr lang="fr-FR"/>
            </a:lvl5pPr>
          </a:lstStyle>
          <a:p>
            <a:pPr marL="0" lvl="0">
              <a:lnSpc>
                <a:spcPts val="1920"/>
              </a:lnSpc>
              <a:spcBef>
                <a:spcPct val="0"/>
              </a:spcBef>
              <a:buNone/>
            </a:pPr>
            <a:r>
              <a:rPr lang="fr-FR" dirty="0"/>
              <a:t>Chapitre 1</a:t>
            </a:r>
          </a:p>
        </p:txBody>
      </p:sp>
      <p:sp>
        <p:nvSpPr>
          <p:cNvPr id="18" name="Espace réservé du texte 17"/>
          <p:cNvSpPr>
            <a:spLocks noGrp="1"/>
          </p:cNvSpPr>
          <p:nvPr>
            <p:ph type="body" sz="quarter" idx="17" hasCustomPrompt="1"/>
          </p:nvPr>
        </p:nvSpPr>
        <p:spPr>
          <a:xfrm>
            <a:off x="568807" y="1176866"/>
            <a:ext cx="2694708" cy="501073"/>
          </a:xfrm>
          <a:prstGeom prst="rect">
            <a:avLst/>
          </a:prstGeom>
        </p:spPr>
        <p:txBody>
          <a:bodyPr lIns="0" tIns="0" rIns="0" bIns="0">
            <a:noAutofit/>
          </a:bodyPr>
          <a:lstStyle>
            <a:lvl1pPr marL="342900" indent="-342900">
              <a:buSzPct val="120000"/>
              <a:buFontTx/>
              <a:buBlip>
                <a:blip r:embed="rId3"/>
              </a:buBlip>
              <a:defRPr sz="26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 Contenu</a:t>
            </a:r>
          </a:p>
        </p:txBody>
      </p:sp>
      <p:sp>
        <p:nvSpPr>
          <p:cNvPr id="22" name="Espace réservé du tableau 21"/>
          <p:cNvSpPr>
            <a:spLocks noGrp="1"/>
          </p:cNvSpPr>
          <p:nvPr>
            <p:ph type="tbl" sz="quarter" idx="19"/>
          </p:nvPr>
        </p:nvSpPr>
        <p:spPr>
          <a:xfrm>
            <a:off x="4210243" y="1190962"/>
            <a:ext cx="4476558" cy="3296371"/>
          </a:xfrm>
          <a:prstGeom prst="rect">
            <a:avLst/>
          </a:prstGeom>
          <a:ln w="57150" cap="sq" cmpd="sng">
            <a:solidFill>
              <a:srgbClr val="3198E5"/>
            </a:solidFill>
            <a:miter lim="800000"/>
          </a:ln>
        </p:spPr>
        <p:txBody>
          <a:bodyPr anchor="ctr" anchorCtr="0">
            <a:normAutofit/>
          </a:bodyPr>
          <a:lstStyle>
            <a:lvl1pPr marL="0" indent="0" algn="ctr">
              <a:buFontTx/>
              <a:buNone/>
              <a:defRPr sz="1800">
                <a:solidFill>
                  <a:srgbClr val="3198E5"/>
                </a:solidFill>
                <a:latin typeface="Segoe UI Semilight" panose="020B0402040204020203" pitchFamily="34" charset="0"/>
                <a:cs typeface="Segoe UI Semilight" panose="020B0402040204020203" pitchFamily="34" charset="0"/>
              </a:defRPr>
            </a:lvl1pPr>
          </a:lstStyle>
          <a:p>
            <a:r>
              <a:rPr lang="fr-FR"/>
              <a:t>Cliquez sur l'icône pour ajouter un tableau</a:t>
            </a:r>
          </a:p>
        </p:txBody>
      </p:sp>
    </p:spTree>
    <p:extLst>
      <p:ext uri="{BB962C8B-B14F-4D97-AF65-F5344CB8AC3E}">
        <p14:creationId xmlns:p14="http://schemas.microsoft.com/office/powerpoint/2010/main" val="1248174108"/>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vec légen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3812977"/>
            <a:ext cx="5486400" cy="425054"/>
          </a:xfrm>
          <a:prstGeom prst="rect">
            <a:avLst/>
          </a:prstGeom>
        </p:spPr>
        <p:txBody>
          <a:bodyPr anchor="b">
            <a:noAutofit/>
          </a:bodyPr>
          <a:lstStyle>
            <a:lvl1pPr marL="457200" indent="-457200" algn="l">
              <a:buSzPct val="120000"/>
              <a:buFontTx/>
              <a:buBlip>
                <a:blip r:embed="rId3"/>
              </a:buBlip>
              <a:defRPr sz="2600" b="1">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fr-FR" dirty="0"/>
              <a:t>Contenu</a:t>
            </a:r>
          </a:p>
        </p:txBody>
      </p:sp>
      <p:sp>
        <p:nvSpPr>
          <p:cNvPr id="3" name="Espace réservé pour une image  2"/>
          <p:cNvSpPr>
            <a:spLocks noGrp="1"/>
          </p:cNvSpPr>
          <p:nvPr>
            <p:ph type="pic" idx="1"/>
          </p:nvPr>
        </p:nvSpPr>
        <p:spPr>
          <a:xfrm>
            <a:off x="1792288" y="962121"/>
            <a:ext cx="5486400" cy="2747818"/>
          </a:xfrm>
          <a:prstGeom prst="rect">
            <a:avLst/>
          </a:prstGeom>
          <a:ln w="57150" cap="sq" cmpd="sng">
            <a:solidFill>
              <a:srgbClr val="3198E5"/>
            </a:solidFill>
            <a:miter lim="800000"/>
          </a:ln>
        </p:spPr>
        <p:txBody>
          <a:bodyPr anchor="ctr" anchorCtr="0">
            <a:normAutofit/>
          </a:bodyPr>
          <a:lstStyle>
            <a:lvl1pPr marL="0" indent="0" algn="ctr">
              <a:buNone/>
              <a:defRPr sz="1800">
                <a:solidFill>
                  <a:srgbClr val="3198E5"/>
                </a:solidFill>
                <a:latin typeface="Segoe UI Semilight" panose="020B0402040204020203" pitchFamily="34" charset="0"/>
                <a:cs typeface="Segoe UI Semilight" panose="020B040204020402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2286000" y="4238030"/>
            <a:ext cx="4992688" cy="438739"/>
          </a:xfrm>
          <a:prstGeom prst="rect">
            <a:avLst/>
          </a:prstGeom>
        </p:spPr>
        <p:txBody>
          <a:bodyPr/>
          <a:lstStyle>
            <a:lvl1pPr marL="0" indent="0">
              <a:buNone/>
              <a:defRPr sz="1400">
                <a:latin typeface="Segoe UI Semilight" panose="020B0402040204020203" pitchFamily="34" charset="0"/>
                <a:cs typeface="Segoe UI Semilight" panose="020B040204020402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58A3773E-7AB6-478D-BC62-55367E9507FC}" type="datetime1">
              <a:rPr lang="fr-FR" smtClean="0"/>
              <a:t>21/09/2023</a:t>
            </a:fld>
            <a:endParaRPr lang="fr-FR"/>
          </a:p>
        </p:txBody>
      </p:sp>
      <p:sp>
        <p:nvSpPr>
          <p:cNvPr id="6" name="Espace réservé du pied de page 5"/>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7" name="Espace réservé du numéro de diapositive 6"/>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9" name="Espace réservé du texte 10"/>
          <p:cNvSpPr>
            <a:spLocks noGrp="1"/>
          </p:cNvSpPr>
          <p:nvPr>
            <p:ph type="body" sz="quarter" idx="14"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0" name="Espace réservé du texte 10"/>
          <p:cNvSpPr>
            <a:spLocks noGrp="1"/>
          </p:cNvSpPr>
          <p:nvPr>
            <p:ph type="body" sz="quarter" idx="15" hasCustomPrompt="1"/>
          </p:nvPr>
        </p:nvSpPr>
        <p:spPr>
          <a:xfrm>
            <a:off x="317421" y="116918"/>
            <a:ext cx="2273379" cy="241394"/>
          </a:xfrm>
          <a:prstGeom prst="rect">
            <a:avLst/>
          </a:prstGeom>
        </p:spPr>
        <p:txBody>
          <a:bodyPr lIns="0" tIns="0" rIns="0" bIns="0">
            <a:noAutofit/>
          </a:bodyPr>
          <a:lstStyle>
            <a:lvl1pPr marL="0" indent="0">
              <a:buFontTx/>
              <a:buNone/>
              <a:defRPr sz="1600">
                <a:solidFill>
                  <a:schemeClr val="bg1"/>
                </a:solidFill>
                <a:latin typeface="Segoe UI Semilight" panose="020B0402040204020203" pitchFamily="34" charset="0"/>
                <a:cs typeface="Segoe UI Semilight" panose="020B0402040204020203" pitchFamily="34" charset="0"/>
              </a:defRPr>
            </a:lvl1pPr>
          </a:lstStyle>
          <a:p>
            <a:pPr lvl="0"/>
            <a:r>
              <a:rPr lang="fr-FR"/>
              <a:t>Chapitre 1</a:t>
            </a:r>
          </a:p>
        </p:txBody>
      </p:sp>
    </p:spTree>
    <p:extLst>
      <p:ext uri="{BB962C8B-B14F-4D97-AF65-F5344CB8AC3E}">
        <p14:creationId xmlns:p14="http://schemas.microsoft.com/office/powerpoint/2010/main" val="3034935419"/>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484584" y="339538"/>
            <a:ext cx="7053542" cy="1050398"/>
          </a:xfrm>
          <a:prstGeom prst="rect">
            <a:avLst/>
          </a:prstGeom>
        </p:spPr>
        <p:txBody>
          <a:bodyPr lIns="68580" tIns="34290" rIns="68580" bIns="34290"/>
          <a:lstStyle/>
          <a:p>
            <a:r>
              <a:rPr lang="fr-FR"/>
              <a:t>Modifiez le style du titre</a:t>
            </a:r>
            <a:endParaRPr lang="en-US" dirty="0"/>
          </a:p>
        </p:txBody>
      </p:sp>
      <p:sp>
        <p:nvSpPr>
          <p:cNvPr id="3" name="Content Placeholder 2"/>
          <p:cNvSpPr>
            <a:spLocks noGrp="1"/>
          </p:cNvSpPr>
          <p:nvPr>
            <p:ph idx="1"/>
          </p:nvPr>
        </p:nvSpPr>
        <p:spPr>
          <a:xfrm>
            <a:off x="827484" y="1539689"/>
            <a:ext cx="6709906" cy="3146611"/>
          </a:xfrm>
          <a:prstGeom prst="rect">
            <a:avLst/>
          </a:prstGeom>
        </p:spPr>
        <p:txBody>
          <a:bodyPr lIns="68580" tIns="34290" rIns="68580" bIns="3429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6E82139-B618-4AFE-921F-3D33CC2D3604}" type="datetime1">
              <a:rPr lang="fr-FR" smtClean="0"/>
              <a:t>21/09/2023</a:t>
            </a:fld>
            <a:endParaRPr lang="en-US" dirty="0"/>
          </a:p>
        </p:txBody>
      </p:sp>
      <p:sp>
        <p:nvSpPr>
          <p:cNvPr id="5" name="Footer Placeholder 4"/>
          <p:cNvSpPr>
            <a:spLocks noGrp="1"/>
          </p:cNvSpPr>
          <p:nvPr>
            <p:ph type="ftr" sz="quarter" idx="11"/>
          </p:nvPr>
        </p:nvSpPr>
        <p:spPr/>
        <p:txBody>
          <a:bodyPr/>
          <a:lstStyle/>
          <a:p>
            <a:r>
              <a:rPr lang="en-US"/>
              <a:t>(c) ITGStore Consulting</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747050287"/>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e la date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800">
                <a:solidFill>
                  <a:schemeClr val="tx1">
                    <a:tint val="75000"/>
                  </a:schemeClr>
                </a:solidFill>
                <a:latin typeface="Segoe UI Semilight" panose="020B0402040204020203" pitchFamily="34" charset="0"/>
                <a:cs typeface="Segoe UI Semilight" panose="020B0402040204020203" pitchFamily="34" charset="0"/>
              </a:defRPr>
            </a:lvl1pPr>
          </a:lstStyle>
          <a:p>
            <a:fld id="{CB9AE91C-760B-47A7-9DC9-3E2C37DFEDFC}" type="datetime1">
              <a:rPr lang="fr-FR" smtClean="0"/>
              <a:t>21/09/2023</a:t>
            </a:fld>
            <a:endParaRPr lang="fr-FR"/>
          </a:p>
        </p:txBody>
      </p:sp>
      <p:sp>
        <p:nvSpPr>
          <p:cNvPr id="5" name="Espace réservé du pied de page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800">
                <a:solidFill>
                  <a:schemeClr val="tx1">
                    <a:tint val="75000"/>
                  </a:schemeClr>
                </a:solidFill>
                <a:latin typeface="Segoe UI Semilight" panose="020B0402040204020203" pitchFamily="34" charset="0"/>
                <a:cs typeface="Segoe UI Semilight" panose="020B0402040204020203" pitchFamily="34" charset="0"/>
              </a:defRPr>
            </a:lvl1pPr>
          </a:lstStyle>
          <a:p>
            <a:r>
              <a:rPr lang="fr-FR"/>
              <a:t>(c) ITGStore Consulting</a:t>
            </a:r>
          </a:p>
        </p:txBody>
      </p:sp>
      <p:sp>
        <p:nvSpPr>
          <p:cNvPr id="6" name="Espace réservé du numéro de diapositive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800">
                <a:solidFill>
                  <a:schemeClr val="tx1">
                    <a:tint val="75000"/>
                  </a:schemeClr>
                </a:solidFill>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Tree>
    <p:extLst>
      <p:ext uri="{BB962C8B-B14F-4D97-AF65-F5344CB8AC3E}">
        <p14:creationId xmlns:p14="http://schemas.microsoft.com/office/powerpoint/2010/main" val="7444776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50" r:id="rId4"/>
    <p:sldLayoutId id="2147483652" r:id="rId5"/>
    <p:sldLayoutId id="2147483653" r:id="rId6"/>
    <p:sldLayoutId id="2147483654" r:id="rId7"/>
    <p:sldLayoutId id="2147483655" r:id="rId8"/>
    <p:sldLayoutId id="2147483656" r:id="rId9"/>
    <p:sldLayoutId id="2147483657" r:id="rId10"/>
    <p:sldLayoutId id="2147483661" r:id="rId11"/>
  </p:sldLayoutIdLst>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8.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1.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8CBE1824-1C00-448F-9678-5598819276ED}"/>
              </a:ext>
            </a:extLst>
          </p:cNvPr>
          <p:cNvSpPr txBox="1"/>
          <p:nvPr/>
        </p:nvSpPr>
        <p:spPr>
          <a:xfrm>
            <a:off x="159536" y="1448944"/>
            <a:ext cx="6665928" cy="1319637"/>
          </a:xfrm>
          <a:prstGeom prst="rect">
            <a:avLst/>
          </a:prstGeom>
        </p:spPr>
        <p:txBody>
          <a:bodyPr vert="horz" lIns="0" bIns="0"/>
          <a:lstStyle>
            <a:lvl1pPr marL="342900" indent="-342900">
              <a:spcBef>
                <a:spcPct val="20000"/>
              </a:spcBef>
              <a:buSzPct val="120000"/>
              <a:buFontTx/>
              <a:buBlip>
                <a:blip r:embed="rId2"/>
              </a:buBlip>
              <a:defRPr sz="2600">
                <a:solidFill>
                  <a:srgbClr val="3198E5"/>
                </a:solidFill>
                <a:latin typeface="Segoe UI Semilight" panose="020B0402040204020203" pitchFamily="34" charset="0"/>
                <a:cs typeface="Segoe UI Semilight" panose="020B0402040204020203" pitchFamily="34" charset="0"/>
              </a:defRPr>
            </a:lvl1pPr>
            <a:lvl2pPr marL="742950" indent="-285750">
              <a:spcBef>
                <a:spcPct val="20000"/>
              </a:spcBef>
              <a:buFont typeface="Arial"/>
              <a:buChar char="–"/>
              <a:defRPr sz="2800"/>
            </a:lvl2pPr>
            <a:lvl3pPr marL="1143000" indent="-228600">
              <a:spcBef>
                <a:spcPct val="20000"/>
              </a:spcBef>
              <a:buFont typeface="Arial"/>
              <a:buChar char="•"/>
              <a:defRPr sz="2400"/>
            </a:lvl3pPr>
            <a:lvl4pPr marL="1600200" indent="-228600">
              <a:spcBef>
                <a:spcPct val="20000"/>
              </a:spcBef>
              <a:buFont typeface="Arial"/>
              <a:buChar char="–"/>
              <a:defRPr sz="2000"/>
            </a:lvl4pPr>
            <a:lvl5pPr marL="2057400" indent="-228600">
              <a:spcBef>
                <a:spcPct val="20000"/>
              </a:spcBef>
              <a:buFont typeface="Arial"/>
              <a:buChar char="»"/>
              <a:defRPr sz="2000"/>
            </a:lvl5pPr>
            <a:lvl6pPr marL="2514600" indent="-228600">
              <a:spcBef>
                <a:spcPct val="20000"/>
              </a:spcBef>
              <a:buFont typeface="Arial"/>
              <a:buChar char="•"/>
              <a:defRPr sz="2000"/>
            </a:lvl6pPr>
            <a:lvl7pPr marL="2057400" lvl="6" indent="0" algn="ctr">
              <a:spcBef>
                <a:spcPct val="20000"/>
              </a:spcBef>
              <a:buFont typeface="Arial"/>
              <a:buNone/>
              <a:defRPr sz="4600" b="1">
                <a:solidFill>
                  <a:srgbClr val="3198E5"/>
                </a:solidFill>
                <a:latin typeface="Segoe UI" pitchFamily="34" charset="0"/>
                <a:cs typeface="Segoe UI" pitchFamily="34" charset="0"/>
              </a:defRPr>
            </a:lvl7pPr>
            <a:lvl8pPr marL="3429000" indent="-228600">
              <a:spcBef>
                <a:spcPct val="20000"/>
              </a:spcBef>
              <a:buFont typeface="Arial"/>
              <a:buChar char="•"/>
              <a:defRPr sz="2000"/>
            </a:lvl8pPr>
            <a:lvl9pPr marL="3886200" indent="-228600">
              <a:spcBef>
                <a:spcPct val="20000"/>
              </a:spcBef>
              <a:buFont typeface="Arial"/>
              <a:buChar char="•"/>
              <a:defRPr sz="2000"/>
            </a:lvl9pPr>
          </a:lstStyle>
          <a:p>
            <a:pPr marL="0" lvl="6" algn="l">
              <a:buSzPct val="120000"/>
            </a:pPr>
            <a:r>
              <a:rPr lang="en-US" sz="3200" dirty="0"/>
              <a:t>Breaking the Binary: Understanding the Kibi, Mébi, and Beyond</a:t>
            </a:r>
            <a:endParaRPr lang="fr-FR" sz="3200" dirty="0"/>
          </a:p>
        </p:txBody>
      </p:sp>
      <p:pic>
        <p:nvPicPr>
          <p:cNvPr id="7" name="Image 4">
            <a:extLst>
              <a:ext uri="{FF2B5EF4-FFF2-40B4-BE49-F238E27FC236}">
                <a16:creationId xmlns:a16="http://schemas.microsoft.com/office/drawing/2014/main" id="{D18D2727-0479-468D-90DE-8A777D82FA63}"/>
              </a:ext>
            </a:extLst>
          </p:cNvPr>
          <p:cNvPicPr>
            <a:picLocks noChangeAspect="1"/>
          </p:cNvPicPr>
          <p:nvPr/>
        </p:nvPicPr>
        <p:blipFill>
          <a:blip r:embed="rId3"/>
          <a:stretch>
            <a:fillRect/>
          </a:stretch>
        </p:blipFill>
        <p:spPr>
          <a:xfrm>
            <a:off x="3761002" y="107983"/>
            <a:ext cx="1621996" cy="1624967"/>
          </a:xfrm>
          <a:prstGeom prst="rect">
            <a:avLst/>
          </a:prstGeom>
        </p:spPr>
      </p:pic>
      <p:sp>
        <p:nvSpPr>
          <p:cNvPr id="2" name="TextBox 1">
            <a:extLst>
              <a:ext uri="{FF2B5EF4-FFF2-40B4-BE49-F238E27FC236}">
                <a16:creationId xmlns:a16="http://schemas.microsoft.com/office/drawing/2014/main" id="{D4B28DF6-1BB1-43D9-ADE6-60C19E6E02B2}"/>
              </a:ext>
            </a:extLst>
          </p:cNvPr>
          <p:cNvSpPr txBox="1"/>
          <p:nvPr/>
        </p:nvSpPr>
        <p:spPr>
          <a:xfrm>
            <a:off x="127786" y="3671392"/>
            <a:ext cx="1943100" cy="368300"/>
          </a:xfrm>
          <a:prstGeom prst="rect">
            <a:avLst/>
          </a:prstGeom>
          <a:noFill/>
        </p:spPr>
        <p:txBody>
          <a:bodyPr wrap="square" rtlCol="0">
            <a:spAutoFit/>
          </a:bodyPr>
          <a:lstStyle/>
          <a:p>
            <a:r>
              <a:rPr lang="fr-FR" b="1" i="1" dirty="0"/>
              <a:t>BY</a:t>
            </a:r>
            <a:r>
              <a:rPr lang="fr-FR" i="1" dirty="0"/>
              <a:t> KPIHX</a:t>
            </a:r>
          </a:p>
        </p:txBody>
      </p:sp>
      <p:sp>
        <p:nvSpPr>
          <p:cNvPr id="8" name="TextBox 7">
            <a:extLst>
              <a:ext uri="{FF2B5EF4-FFF2-40B4-BE49-F238E27FC236}">
                <a16:creationId xmlns:a16="http://schemas.microsoft.com/office/drawing/2014/main" id="{DD6F7A5B-8289-4A43-BC97-6AA768DB78C3}"/>
              </a:ext>
            </a:extLst>
          </p:cNvPr>
          <p:cNvSpPr txBox="1"/>
          <p:nvPr/>
        </p:nvSpPr>
        <p:spPr>
          <a:xfrm>
            <a:off x="127786" y="3137881"/>
            <a:ext cx="3263114" cy="369332"/>
          </a:xfrm>
          <a:prstGeom prst="rect">
            <a:avLst/>
          </a:prstGeom>
          <a:noFill/>
        </p:spPr>
        <p:txBody>
          <a:bodyPr wrap="square" rtlCol="0">
            <a:spAutoFit/>
          </a:bodyPr>
          <a:lstStyle/>
          <a:p>
            <a:r>
              <a:rPr lang="fr-FR" b="1" i="1" dirty="0"/>
              <a:t>CORDINATOR </a:t>
            </a:r>
            <a:r>
              <a:rPr lang="fr-FR" i="1" dirty="0"/>
              <a:t>: Dr CHANA</a:t>
            </a:r>
          </a:p>
        </p:txBody>
      </p:sp>
      <p:pic>
        <p:nvPicPr>
          <p:cNvPr id="2050" name="Picture 2" descr="Binary Unit Systems | Brands of the World™ | Download vector logos and  logotypes">
            <a:extLst>
              <a:ext uri="{FF2B5EF4-FFF2-40B4-BE49-F238E27FC236}">
                <a16:creationId xmlns:a16="http://schemas.microsoft.com/office/drawing/2014/main" id="{ACB33197-1124-42E7-AF95-2E03F74859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05125" cy="157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34509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14" name="ZoneTexte 13"/>
          <p:cNvSpPr txBox="1"/>
          <p:nvPr/>
        </p:nvSpPr>
        <p:spPr>
          <a:xfrm>
            <a:off x="3699089" y="233971"/>
            <a:ext cx="1698411" cy="400110"/>
          </a:xfrm>
          <a:prstGeom prst="rect">
            <a:avLst/>
          </a:prstGeom>
          <a:noFill/>
        </p:spPr>
        <p:txBody>
          <a:bodyPr wrap="square" rtlCol="0">
            <a:spAutoFit/>
          </a:bodyPr>
          <a:lstStyle/>
          <a:p>
            <a:r>
              <a:rPr lang="fr-FR" sz="2000" b="1" dirty="0">
                <a:solidFill>
                  <a:srgbClr val="0070C0"/>
                </a:solidFill>
                <a:latin typeface="Arial" panose="020B0604020202020204" pitchFamily="34" charset="0"/>
                <a:cs typeface="Arial" panose="020B0604020202020204" pitchFamily="34" charset="0"/>
              </a:rPr>
              <a:t>SUMMARY</a:t>
            </a:r>
            <a:endParaRPr lang="fr-FR" sz="1200" b="1" dirty="0">
              <a:solidFill>
                <a:srgbClr val="009999"/>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1F0CCFB6-455F-402A-A9ED-55BBC354B891}"/>
              </a:ext>
            </a:extLst>
          </p:cNvPr>
          <p:cNvSpPr/>
          <p:nvPr/>
        </p:nvSpPr>
        <p:spPr>
          <a:xfrm>
            <a:off x="1484768" y="788931"/>
            <a:ext cx="5984891" cy="3827069"/>
          </a:xfrm>
          <a:prstGeom prst="rect">
            <a:avLst/>
          </a:prstGeom>
          <a:pattFill prst="pct90">
            <a:fgClr>
              <a:srgbClr val="996633"/>
            </a:fgClr>
            <a:bgClr>
              <a:schemeClr val="accent6">
                <a:lumMod val="50000"/>
              </a:schemeClr>
            </a:bgClr>
          </a:patt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500"/>
          </a:p>
        </p:txBody>
      </p:sp>
      <p:grpSp>
        <p:nvGrpSpPr>
          <p:cNvPr id="17" name="Groupe 16">
            <a:extLst>
              <a:ext uri="{FF2B5EF4-FFF2-40B4-BE49-F238E27FC236}">
                <a16:creationId xmlns:a16="http://schemas.microsoft.com/office/drawing/2014/main" id="{CC80A525-8642-47B6-BC55-DF6A2E5E00F9}"/>
              </a:ext>
            </a:extLst>
          </p:cNvPr>
          <p:cNvGrpSpPr/>
          <p:nvPr/>
        </p:nvGrpSpPr>
        <p:grpSpPr>
          <a:xfrm>
            <a:off x="1484768" y="816429"/>
            <a:ext cx="2970000" cy="1890000"/>
            <a:chOff x="1199069" y="385072"/>
            <a:chExt cx="3384000" cy="2234948"/>
          </a:xfrm>
        </p:grpSpPr>
        <p:pic>
          <p:nvPicPr>
            <p:cNvPr id="18" name="Picture 7" descr="C:\Documents and Settings\hazerl\Local Settings\Temporary Internet Files\Content.IE5\XVLS5EV1\MP900448543[1].jpg">
              <a:extLst>
                <a:ext uri="{FF2B5EF4-FFF2-40B4-BE49-F238E27FC236}">
                  <a16:creationId xmlns:a16="http://schemas.microsoft.com/office/drawing/2014/main" id="{3120A21E-CF8C-4B36-8E53-532D0CC6F100}"/>
                </a:ext>
              </a:extLst>
            </p:cNvPr>
            <p:cNvPicPr>
              <a:picLocks noChangeAspect="1" noChangeArrowheads="1"/>
            </p:cNvPicPr>
            <p:nvPr>
              <p:custDataLst>
                <p:tags r:id="rId4"/>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a:off x="1199069" y="385072"/>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7">
              <a:extLst>
                <a:ext uri="{FF2B5EF4-FFF2-40B4-BE49-F238E27FC236}">
                  <a16:creationId xmlns:a16="http://schemas.microsoft.com/office/drawing/2014/main" id="{AAE7180C-896C-4DBD-808B-EDA29B5321DE}"/>
                </a:ext>
              </a:extLst>
            </p:cNvPr>
            <p:cNvSpPr txBox="1"/>
            <p:nvPr/>
          </p:nvSpPr>
          <p:spPr>
            <a:xfrm rot="20940000">
              <a:off x="1706143" y="1059298"/>
              <a:ext cx="2411960" cy="837084"/>
            </a:xfrm>
            <a:prstGeom prst="rect">
              <a:avLst/>
            </a:prstGeom>
            <a:noFill/>
          </p:spPr>
          <p:txBody>
            <a:bodyPr wrap="square">
              <a:spAutoFit/>
            </a:bodyPr>
            <a:lstStyle/>
            <a:p>
              <a:pPr>
                <a:defRPr/>
              </a:pPr>
              <a:r>
                <a:rPr lang="fr-FR" sz="1500" b="1" dirty="0">
                  <a:latin typeface="Arial" charset="0"/>
                  <a:cs typeface="Arial" charset="0"/>
                </a:rPr>
                <a:t>I</a:t>
              </a:r>
              <a:r>
                <a:rPr lang="fr-FR" sz="2000" b="1" dirty="0">
                  <a:latin typeface="Monotype Corsiva" panose="03010101010201010101" pitchFamily="66" charset="0"/>
                  <a:cs typeface="Arial" charset="0"/>
                </a:rPr>
                <a:t>. </a:t>
              </a:r>
              <a:r>
                <a:rPr lang="fr-FR" sz="2000" b="1" dirty="0">
                  <a:latin typeface="Monotype Corsiva" panose="03010101010201010101" pitchFamily="66" charset="0"/>
                </a:rPr>
                <a:t>The </a:t>
              </a:r>
              <a:r>
                <a:rPr lang="en-GB" sz="2000" b="1" dirty="0">
                  <a:latin typeface="Monotype Corsiva" panose="03010101010201010101" pitchFamily="66" charset="0"/>
                </a:rPr>
                <a:t>Binary Number </a:t>
              </a:r>
              <a:r>
                <a:rPr lang="fr-FR" sz="2000" b="1" dirty="0">
                  <a:latin typeface="Monotype Corsiva" panose="03010101010201010101" pitchFamily="66" charset="0"/>
                </a:rPr>
                <a:t>System</a:t>
              </a:r>
              <a:endParaRPr lang="fr-FR" sz="2000" b="1" dirty="0">
                <a:latin typeface="Monotype Corsiva" panose="03010101010201010101" pitchFamily="66" charset="0"/>
                <a:cs typeface="Arial" charset="0"/>
              </a:endParaRPr>
            </a:p>
          </p:txBody>
        </p:sp>
      </p:grpSp>
      <p:grpSp>
        <p:nvGrpSpPr>
          <p:cNvPr id="24" name="Groupe 23">
            <a:extLst>
              <a:ext uri="{FF2B5EF4-FFF2-40B4-BE49-F238E27FC236}">
                <a16:creationId xmlns:a16="http://schemas.microsoft.com/office/drawing/2014/main" id="{266A7323-3DCA-4DEC-AB43-AEEEE829551E}"/>
              </a:ext>
            </a:extLst>
          </p:cNvPr>
          <p:cNvGrpSpPr/>
          <p:nvPr/>
        </p:nvGrpSpPr>
        <p:grpSpPr>
          <a:xfrm>
            <a:off x="4499658" y="821586"/>
            <a:ext cx="2970000" cy="1890000"/>
            <a:chOff x="4610569" y="391948"/>
            <a:chExt cx="3384000" cy="2234948"/>
          </a:xfrm>
        </p:grpSpPr>
        <p:pic>
          <p:nvPicPr>
            <p:cNvPr id="25" name="Picture 7" descr="C:\Documents and Settings\hazerl\Local Settings\Temporary Internet Files\Content.IE5\XVLS5EV1\MP900448543[1].jpg">
              <a:extLst>
                <a:ext uri="{FF2B5EF4-FFF2-40B4-BE49-F238E27FC236}">
                  <a16:creationId xmlns:a16="http://schemas.microsoft.com/office/drawing/2014/main" id="{C246775D-3265-45FC-979C-585FF29B596E}"/>
                </a:ext>
              </a:extLst>
            </p:cNvPr>
            <p:cNvPicPr>
              <a:picLocks noChangeAspect="1" noChangeArrowheads="1"/>
            </p:cNvPicPr>
            <p:nvPr>
              <p:custDataLst>
                <p:tags r:id="rId3"/>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rot="21600000">
              <a:off x="4610569" y="391948"/>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7">
              <a:extLst>
                <a:ext uri="{FF2B5EF4-FFF2-40B4-BE49-F238E27FC236}">
                  <a16:creationId xmlns:a16="http://schemas.microsoft.com/office/drawing/2014/main" id="{CBAB33B4-8075-4CF3-B0C5-8C7ACB2D7919}"/>
                </a:ext>
              </a:extLst>
            </p:cNvPr>
            <p:cNvSpPr txBox="1"/>
            <p:nvPr/>
          </p:nvSpPr>
          <p:spPr>
            <a:xfrm rot="20880000">
              <a:off x="5130043" y="929650"/>
              <a:ext cx="2411960" cy="837084"/>
            </a:xfrm>
            <a:prstGeom prst="rect">
              <a:avLst/>
            </a:prstGeom>
            <a:noFill/>
          </p:spPr>
          <p:txBody>
            <a:bodyPr wrap="square">
              <a:spAutoFit/>
            </a:bodyPr>
            <a:lstStyle/>
            <a:p>
              <a:pPr>
                <a:defRPr/>
              </a:pPr>
              <a:r>
                <a:rPr lang="fr-FR" sz="1500" b="1" dirty="0">
                  <a:latin typeface="Arial" charset="0"/>
                  <a:cs typeface="Arial" charset="0"/>
                </a:rPr>
                <a:t>II</a:t>
              </a:r>
              <a:r>
                <a:rPr lang="fr-FR" sz="2000" b="1" dirty="0">
                  <a:latin typeface="Monotype Corsiva" panose="03010101010201010101" pitchFamily="66" charset="0"/>
                  <a:cs typeface="Arial" charset="0"/>
                </a:rPr>
                <a:t>. </a:t>
              </a:r>
              <a:r>
                <a:rPr lang="en-US" sz="2000" b="1" dirty="0">
                  <a:latin typeface="Monotype Corsiva" panose="03010101010201010101" pitchFamily="66" charset="0"/>
                </a:rPr>
                <a:t>The Need for Binary Units</a:t>
              </a:r>
              <a:endParaRPr lang="fr-FR" sz="2000" b="1" dirty="0">
                <a:latin typeface="Monotype Corsiva" panose="03010101010201010101" pitchFamily="66" charset="0"/>
                <a:cs typeface="Arial" charset="0"/>
              </a:endParaRPr>
            </a:p>
          </p:txBody>
        </p:sp>
      </p:grpSp>
      <p:grpSp>
        <p:nvGrpSpPr>
          <p:cNvPr id="29" name="Groupe 28">
            <a:extLst>
              <a:ext uri="{FF2B5EF4-FFF2-40B4-BE49-F238E27FC236}">
                <a16:creationId xmlns:a16="http://schemas.microsoft.com/office/drawing/2014/main" id="{734B65E8-327E-4DBB-8F55-2FF61A1F4F10}"/>
              </a:ext>
            </a:extLst>
          </p:cNvPr>
          <p:cNvGrpSpPr/>
          <p:nvPr/>
        </p:nvGrpSpPr>
        <p:grpSpPr>
          <a:xfrm>
            <a:off x="4499658" y="2736884"/>
            <a:ext cx="2970000" cy="1890000"/>
            <a:chOff x="4610569" y="391948"/>
            <a:chExt cx="3384000" cy="2234948"/>
          </a:xfrm>
        </p:grpSpPr>
        <p:pic>
          <p:nvPicPr>
            <p:cNvPr id="30" name="Picture 7" descr="C:\Documents and Settings\hazerl\Local Settings\Temporary Internet Files\Content.IE5\XVLS5EV1\MP900448543[1].jpg">
              <a:extLst>
                <a:ext uri="{FF2B5EF4-FFF2-40B4-BE49-F238E27FC236}">
                  <a16:creationId xmlns:a16="http://schemas.microsoft.com/office/drawing/2014/main" id="{71390EB5-B6CC-43DB-8D41-C8D47182BCBB}"/>
                </a:ext>
              </a:extLst>
            </p:cNvPr>
            <p:cNvPicPr>
              <a:picLocks noChangeAspect="1" noChangeArrowheads="1"/>
            </p:cNvPicPr>
            <p:nvPr>
              <p:custDataLst>
                <p:tags r:id="rId2"/>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rot="21600000">
              <a:off x="4610569" y="391948"/>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7">
              <a:extLst>
                <a:ext uri="{FF2B5EF4-FFF2-40B4-BE49-F238E27FC236}">
                  <a16:creationId xmlns:a16="http://schemas.microsoft.com/office/drawing/2014/main" id="{8EB3FC34-006D-42A1-B37B-91195DBD2F11}"/>
                </a:ext>
              </a:extLst>
            </p:cNvPr>
            <p:cNvSpPr txBox="1"/>
            <p:nvPr/>
          </p:nvSpPr>
          <p:spPr>
            <a:xfrm rot="20880000">
              <a:off x="5130043" y="929650"/>
              <a:ext cx="2411960" cy="837084"/>
            </a:xfrm>
            <a:prstGeom prst="rect">
              <a:avLst/>
            </a:prstGeom>
            <a:noFill/>
          </p:spPr>
          <p:txBody>
            <a:bodyPr wrap="square">
              <a:spAutoFit/>
            </a:bodyPr>
            <a:lstStyle/>
            <a:p>
              <a:pPr>
                <a:defRPr/>
              </a:pPr>
              <a:r>
                <a:rPr lang="fr-FR" sz="1500" b="1" dirty="0">
                  <a:latin typeface="Arial" charset="0"/>
                  <a:cs typeface="Arial" charset="0"/>
                </a:rPr>
                <a:t>IV. </a:t>
              </a:r>
              <a:r>
                <a:rPr lang="en-GB" sz="2000" b="1" dirty="0">
                  <a:latin typeface="Monotype Corsiva" panose="03010101010201010101" pitchFamily="66" charset="0"/>
                </a:rPr>
                <a:t>Binary Units in Practice</a:t>
              </a:r>
              <a:endParaRPr lang="en-GB" sz="2000" b="1" dirty="0">
                <a:latin typeface="Monotype Corsiva" panose="03010101010201010101" pitchFamily="66" charset="0"/>
                <a:cs typeface="Arial" charset="0"/>
              </a:endParaRPr>
            </a:p>
          </p:txBody>
        </p:sp>
      </p:grpSp>
      <p:grpSp>
        <p:nvGrpSpPr>
          <p:cNvPr id="32" name="Groupe 31">
            <a:extLst>
              <a:ext uri="{FF2B5EF4-FFF2-40B4-BE49-F238E27FC236}">
                <a16:creationId xmlns:a16="http://schemas.microsoft.com/office/drawing/2014/main" id="{5D5D675B-0F9D-48BA-9AB1-6E6BC5AF07A7}"/>
              </a:ext>
            </a:extLst>
          </p:cNvPr>
          <p:cNvGrpSpPr/>
          <p:nvPr/>
        </p:nvGrpSpPr>
        <p:grpSpPr>
          <a:xfrm>
            <a:off x="1492786" y="2753498"/>
            <a:ext cx="2970000" cy="1890000"/>
            <a:chOff x="4619705" y="411594"/>
            <a:chExt cx="3384000" cy="2234948"/>
          </a:xfrm>
        </p:grpSpPr>
        <p:pic>
          <p:nvPicPr>
            <p:cNvPr id="33" name="Picture 7" descr="C:\Documents and Settings\hazerl\Local Settings\Temporary Internet Files\Content.IE5\XVLS5EV1\MP900448543[1].jpg">
              <a:extLst>
                <a:ext uri="{FF2B5EF4-FFF2-40B4-BE49-F238E27FC236}">
                  <a16:creationId xmlns:a16="http://schemas.microsoft.com/office/drawing/2014/main" id="{0B2A3F43-1019-4EA7-95B3-C896E7855E3B}"/>
                </a:ext>
              </a:extLst>
            </p:cNvPr>
            <p:cNvPicPr>
              <a:picLocks noChangeAspect="1" noChangeArrowheads="1"/>
            </p:cNvPicPr>
            <p:nvPr>
              <p:custDataLst>
                <p:tags r:id="rId1"/>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a:off x="4619705" y="411594"/>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7">
              <a:extLst>
                <a:ext uri="{FF2B5EF4-FFF2-40B4-BE49-F238E27FC236}">
                  <a16:creationId xmlns:a16="http://schemas.microsoft.com/office/drawing/2014/main" id="{39685C1E-6E84-4B03-B0BB-CF3F7C2B462F}"/>
                </a:ext>
              </a:extLst>
            </p:cNvPr>
            <p:cNvSpPr txBox="1"/>
            <p:nvPr/>
          </p:nvSpPr>
          <p:spPr>
            <a:xfrm rot="20880000">
              <a:off x="5127000" y="899617"/>
              <a:ext cx="2690311" cy="837084"/>
            </a:xfrm>
            <a:prstGeom prst="rect">
              <a:avLst/>
            </a:prstGeom>
            <a:noFill/>
          </p:spPr>
          <p:txBody>
            <a:bodyPr wrap="square">
              <a:spAutoFit/>
            </a:bodyPr>
            <a:lstStyle/>
            <a:p>
              <a:pPr>
                <a:defRPr/>
              </a:pPr>
              <a:r>
                <a:rPr lang="fr-FR" sz="1500" b="1" dirty="0">
                  <a:latin typeface="Arial" charset="0"/>
                  <a:cs typeface="Arial" charset="0"/>
                </a:rPr>
                <a:t>III</a:t>
              </a:r>
              <a:r>
                <a:rPr lang="fr-FR" sz="2000" b="1" dirty="0">
                  <a:latin typeface="Monotype Corsiva" panose="03010101010201010101" pitchFamily="66" charset="0"/>
                  <a:cs typeface="Arial" charset="0"/>
                </a:rPr>
                <a:t>. </a:t>
              </a:r>
              <a:r>
                <a:rPr lang="en-GB" sz="2000" b="1" dirty="0">
                  <a:latin typeface="Monotype Corsiva" panose="03010101010201010101" pitchFamily="66" charset="0"/>
                </a:rPr>
                <a:t>Kibi, </a:t>
              </a:r>
              <a:r>
                <a:rPr lang="en-GB" sz="2000" b="1" dirty="0" err="1">
                  <a:latin typeface="Monotype Corsiva" panose="03010101010201010101" pitchFamily="66" charset="0"/>
                </a:rPr>
                <a:t>Mebi</a:t>
              </a:r>
              <a:r>
                <a:rPr lang="en-GB" sz="2000" b="1" dirty="0">
                  <a:latin typeface="Monotype Corsiva" panose="03010101010201010101" pitchFamily="66" charset="0"/>
                </a:rPr>
                <a:t>, </a:t>
              </a:r>
              <a:r>
                <a:rPr lang="en-GB" sz="2000" b="1" dirty="0" err="1">
                  <a:latin typeface="Monotype Corsiva" panose="03010101010201010101" pitchFamily="66" charset="0"/>
                </a:rPr>
                <a:t>Gibi</a:t>
              </a:r>
              <a:r>
                <a:rPr lang="en-GB" sz="2000" b="1" dirty="0">
                  <a:latin typeface="Monotype Corsiva" panose="03010101010201010101" pitchFamily="66" charset="0"/>
                </a:rPr>
                <a:t>, and Beyond</a:t>
              </a:r>
              <a:endParaRPr lang="en-GB" sz="2000" b="1" dirty="0">
                <a:latin typeface="Monotype Corsiva" panose="03010101010201010101" pitchFamily="66" charset="0"/>
                <a:cs typeface="Arial" charset="0"/>
              </a:endParaRPr>
            </a:p>
          </p:txBody>
        </p:sp>
      </p:gr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PRESENTATION</a:t>
            </a:r>
          </a:p>
        </p:txBody>
      </p:sp>
    </p:spTree>
    <p:extLst>
      <p:ext uri="{BB962C8B-B14F-4D97-AF65-F5344CB8AC3E}">
        <p14:creationId xmlns:p14="http://schemas.microsoft.com/office/powerpoint/2010/main" val="2850743558"/>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INTRODUCTION</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891342" y="594899"/>
            <a:ext cx="7361316" cy="4050247"/>
          </a:xfrm>
        </p:spPr>
        <p:txBody>
          <a:bodyPr/>
          <a:lstStyle/>
          <a:p>
            <a:pPr marL="0" indent="0">
              <a:buNone/>
            </a:pPr>
            <a:r>
              <a:rPr lang="en-US" sz="2400" dirty="0">
                <a:latin typeface="Monotype Corsiva" panose="03010101010201010101" pitchFamily="66" charset="0"/>
              </a:rPr>
              <a:t>	In today's world, where technology is advancing at an unprecedented pace, understanding the binary system of units has become more important than ever before. From computers to smartphones, from data storage to networking, the binary system of units is at the heart of everything we do.</a:t>
            </a:r>
          </a:p>
          <a:p>
            <a:pPr marL="0" indent="0">
              <a:buNone/>
            </a:pPr>
            <a:r>
              <a:rPr lang="en-US" sz="2400" dirty="0">
                <a:latin typeface="Monotype Corsiva" panose="03010101010201010101" pitchFamily="66" charset="0"/>
              </a:rPr>
              <a:t>	But what exactly is the binary system of units? In simple terms, it is a system of numbering that uses only two digits  0 and 1. This may seem like a strange way of counting to those unfamiliar with it, but it has proven to be incredibly useful in modern computing. So, let's dive into the world of binary units and see how they work!</a:t>
            </a:r>
          </a:p>
          <a:p>
            <a:endParaRPr lang="fr-FR" sz="2400" dirty="0">
              <a:latin typeface="Monotype Corsiva" panose="03010101010201010101" pitchFamily="66" charset="0"/>
            </a:endParaRPr>
          </a:p>
        </p:txBody>
      </p:sp>
    </p:spTree>
    <p:extLst>
      <p:ext uri="{BB962C8B-B14F-4D97-AF65-F5344CB8AC3E}">
        <p14:creationId xmlns:p14="http://schemas.microsoft.com/office/powerpoint/2010/main" val="137511690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THE BINARY NUMBER SYSTEM</a:t>
            </a:r>
          </a:p>
        </p:txBody>
      </p:sp>
      <mc:AlternateContent xmlns:mc="http://schemas.openxmlformats.org/markup-compatibility/2006">
        <mc:Choice xmlns:a14="http://schemas.microsoft.com/office/drawing/2010/main" Requires="a14">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922492" y="522452"/>
                <a:ext cx="7166432" cy="4367048"/>
              </a:xfrm>
            </p:spPr>
            <p:txBody>
              <a:bodyPr/>
              <a:lstStyle/>
              <a:p>
                <a:pPr marL="0" indent="0">
                  <a:buNone/>
                </a:pPr>
                <a:r>
                  <a:rPr lang="en-US" sz="2400" dirty="0">
                    <a:latin typeface="Monotype Corsiva" panose="03010101010201010101" pitchFamily="66" charset="0"/>
                  </a:rPr>
                  <a:t>	The binary number system is a base-2 numbering system that uses only two digits, 0 and 1. This means that any number can be represented using only these two digits. In contrast, the decimal system that we use in our daily lives is a base-10 numbering system that uses ten digits, 0 through 9.</a:t>
                </a:r>
              </a:p>
              <a:p>
                <a:pPr marL="0" indent="0">
                  <a:buNone/>
                </a:pPr>
                <a:r>
                  <a:rPr lang="en-US" sz="2400" dirty="0">
                    <a:latin typeface="Monotype Corsiva" panose="03010101010201010101" pitchFamily="66" charset="0"/>
                  </a:rPr>
                  <a:t>	In the binary system, each digit represents a power of 2, starting from </a:t>
                </a:r>
                <a14:m>
                  <m:oMath xmlns:m="http://schemas.openxmlformats.org/officeDocument/2006/math">
                    <m:sSup>
                      <m:sSupPr>
                        <m:ctrlPr>
                          <a:rPr lang="fr-FR" sz="2400" b="0" i="1" smtClean="0">
                            <a:latin typeface="Cambria Math" panose="02040503050406030204" pitchFamily="18" charset="0"/>
                          </a:rPr>
                        </m:ctrlPr>
                      </m:sSupPr>
                      <m:e>
                        <m:r>
                          <a:rPr lang="fr-FR" sz="2400" b="0" i="1" smtClean="0">
                            <a:latin typeface="Cambria Math" panose="02040503050406030204" pitchFamily="18" charset="0"/>
                          </a:rPr>
                          <m:t>2</m:t>
                        </m:r>
                      </m:e>
                      <m:sup>
                        <m:r>
                          <a:rPr lang="fr-FR" sz="2400" b="0" i="1" smtClean="0">
                            <a:latin typeface="Cambria Math" panose="02040503050406030204" pitchFamily="18" charset="0"/>
                          </a:rPr>
                          <m:t>0</m:t>
                        </m:r>
                      </m:sup>
                    </m:sSup>
                  </m:oMath>
                </a14:m>
                <a:r>
                  <a:rPr lang="en-US" sz="2400" dirty="0">
                    <a:latin typeface="Monotype Corsiva" panose="03010101010201010101" pitchFamily="66" charset="0"/>
                  </a:rPr>
                  <a:t> on the right and increasing by a power of 2 as you move left. For example, the binary number 1011 represents </a:t>
                </a:r>
                <a14:m>
                  <m:oMath xmlns:m="http://schemas.openxmlformats.org/officeDocument/2006/math">
                    <m:sSup>
                      <m:sSupPr>
                        <m:ctrlPr>
                          <a:rPr lang="fr-FR" sz="2400" i="1">
                            <a:latin typeface="Cambria Math" panose="02040503050406030204" pitchFamily="18" charset="0"/>
                          </a:rPr>
                        </m:ctrlPr>
                      </m:sSupPr>
                      <m:e>
                        <m:r>
                          <a:rPr lang="fr-FR" sz="2400" i="1">
                            <a:latin typeface="Cambria Math" panose="02040503050406030204" pitchFamily="18" charset="0"/>
                          </a:rPr>
                          <m:t>2</m:t>
                        </m:r>
                      </m:e>
                      <m:sup>
                        <m:r>
                          <a:rPr lang="fr-FR" sz="2400" i="1">
                            <a:latin typeface="Cambria Math" panose="02040503050406030204" pitchFamily="18" charset="0"/>
                          </a:rPr>
                          <m:t>0</m:t>
                        </m:r>
                      </m:sup>
                    </m:sSup>
                    <m:r>
                      <a:rPr lang="fr-FR" sz="2400" b="0" i="1" smtClean="0">
                        <a:latin typeface="Cambria Math" panose="02040503050406030204" pitchFamily="18" charset="0"/>
                      </a:rPr>
                      <m:t>+</m:t>
                    </m:r>
                    <m:sSup>
                      <m:sSupPr>
                        <m:ctrlPr>
                          <a:rPr lang="fr-FR" sz="2400" i="1">
                            <a:latin typeface="Cambria Math" panose="02040503050406030204" pitchFamily="18" charset="0"/>
                          </a:rPr>
                        </m:ctrlPr>
                      </m:sSupPr>
                      <m:e>
                        <m:r>
                          <a:rPr lang="fr-FR" sz="2400" i="1">
                            <a:latin typeface="Cambria Math" panose="02040503050406030204" pitchFamily="18" charset="0"/>
                          </a:rPr>
                          <m:t>2</m:t>
                        </m:r>
                      </m:e>
                      <m:sup>
                        <m:r>
                          <a:rPr lang="fr-FR" sz="2400" b="0" i="1" smtClean="0">
                            <a:latin typeface="Cambria Math" panose="02040503050406030204" pitchFamily="18" charset="0"/>
                          </a:rPr>
                          <m:t>1</m:t>
                        </m:r>
                      </m:sup>
                    </m:sSup>
                    <m:r>
                      <a:rPr lang="fr-FR" sz="2400" b="0" i="1" smtClean="0">
                        <a:latin typeface="Cambria Math" panose="02040503050406030204" pitchFamily="18" charset="0"/>
                      </a:rPr>
                      <m:t>+</m:t>
                    </m:r>
                    <m:sSup>
                      <m:sSupPr>
                        <m:ctrlPr>
                          <a:rPr lang="fr-FR" sz="2400" i="1">
                            <a:latin typeface="Cambria Math" panose="02040503050406030204" pitchFamily="18" charset="0"/>
                          </a:rPr>
                        </m:ctrlPr>
                      </m:sSupPr>
                      <m:e>
                        <m:r>
                          <a:rPr lang="fr-FR" sz="2400" i="1">
                            <a:latin typeface="Cambria Math" panose="02040503050406030204" pitchFamily="18" charset="0"/>
                          </a:rPr>
                          <m:t>2</m:t>
                        </m:r>
                      </m:e>
                      <m:sup>
                        <m:r>
                          <a:rPr lang="fr-FR" sz="2400" b="0" i="1" smtClean="0">
                            <a:latin typeface="Cambria Math" panose="02040503050406030204" pitchFamily="18" charset="0"/>
                          </a:rPr>
                          <m:t>3</m:t>
                        </m:r>
                      </m:sup>
                    </m:sSup>
                    <m:r>
                      <a:rPr lang="fr-FR" sz="2400" b="0" i="1" smtClean="0">
                        <a:latin typeface="Cambria Math" panose="02040503050406030204" pitchFamily="18" charset="0"/>
                      </a:rPr>
                      <m:t> </m:t>
                    </m:r>
                  </m:oMath>
                </a14:m>
                <a:r>
                  <a:rPr lang="en-US" sz="2400" dirty="0">
                    <a:latin typeface="Monotype Corsiva" panose="03010101010201010101" pitchFamily="66" charset="0"/>
                  </a:rPr>
                  <a:t>which equals 11 in decimal.</a:t>
                </a:r>
              </a:p>
              <a:p>
                <a:endParaRPr lang="fr-FR" sz="2400" dirty="0">
                  <a:latin typeface="Monotype Corsiva" panose="03010101010201010101" pitchFamily="66" charset="0"/>
                </a:endParaRPr>
              </a:p>
            </p:txBody>
          </p:sp>
        </mc:Choice>
        <mc:Fallback>
          <p:sp>
            <p:nvSpPr>
              <p:cNvPr id="20" name="Content Placeholder 2">
                <a:extLst>
                  <a:ext uri="{FF2B5EF4-FFF2-40B4-BE49-F238E27FC236}">
                    <a16:creationId xmlns:a16="http://schemas.microsoft.com/office/drawing/2014/main" id="{8523A3F5-5B7A-4632-B3A0-5BEC316B8727}"/>
                  </a:ext>
                </a:extLst>
              </p:cNvPr>
              <p:cNvSpPr>
                <a:spLocks noGrp="1" noRot="1" noChangeAspect="1" noMove="1" noResize="1" noEditPoints="1" noAdjustHandles="1" noChangeArrowheads="1" noChangeShapeType="1" noTextEdit="1"/>
              </p:cNvSpPr>
              <p:nvPr>
                <p:ph idx="1"/>
              </p:nvPr>
            </p:nvSpPr>
            <p:spPr>
              <a:xfrm>
                <a:off x="922492" y="522452"/>
                <a:ext cx="7166432" cy="4367048"/>
              </a:xfrm>
              <a:blipFill>
                <a:blip r:embed="rId3"/>
                <a:stretch>
                  <a:fillRect l="-1616" t="-1536" r="-1276"/>
                </a:stretch>
              </a:blipFill>
            </p:spPr>
            <p:txBody>
              <a:bodyPr/>
              <a:lstStyle/>
              <a:p>
                <a:r>
                  <a:rPr lang="fr-FR">
                    <a:noFill/>
                  </a:rPr>
                  <a:t> </a:t>
                </a:r>
              </a:p>
            </p:txBody>
          </p:sp>
        </mc:Fallback>
      </mc:AlternateContent>
    </p:spTree>
    <p:extLst>
      <p:ext uri="{BB962C8B-B14F-4D97-AF65-F5344CB8AC3E}">
        <p14:creationId xmlns:p14="http://schemas.microsoft.com/office/powerpoint/2010/main" val="843605021"/>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THE NEED FOR BINARY UNITS</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695043" y="261068"/>
            <a:ext cx="7753914" cy="3217985"/>
          </a:xfrm>
        </p:spPr>
        <p:txBody>
          <a:bodyPr/>
          <a:lstStyle/>
          <a:p>
            <a:pPr marL="0" indent="0">
              <a:buNone/>
            </a:pPr>
            <a:r>
              <a:rPr lang="en-US" sz="2400" dirty="0">
                <a:latin typeface="Monotype Corsiva" panose="03010101010201010101" pitchFamily="66" charset="0"/>
              </a:rPr>
              <a:t>	Using decimal units in computing can lead to inaccuracies and inefficiencies. This is because computers use binary code to process information, which means that decimal values must be converted into binary before they can be processed.</a:t>
            </a:r>
          </a:p>
          <a:p>
            <a:pPr marL="0" indent="0">
              <a:buNone/>
            </a:pPr>
            <a:r>
              <a:rPr lang="en-US" sz="2400" dirty="0">
                <a:latin typeface="Monotype Corsiva" panose="03010101010201010101" pitchFamily="66" charset="0"/>
              </a:rPr>
              <a:t>	For example, when a computer stores a file with a size of 1 kilobyte (KB), it actually stores 1024 bytes, which is the closest power of 2 to 1000. This means that if you try to store a file that is exactly 1000 bytes, it will take up 2 KB of storage space instead of 1 KB.</a:t>
            </a:r>
          </a:p>
          <a:p>
            <a:endParaRPr lang="fr-FR" sz="2400" dirty="0">
              <a:latin typeface="Monotype Corsiva" panose="03010101010201010101" pitchFamily="66" charset="0"/>
            </a:endParaRPr>
          </a:p>
        </p:txBody>
      </p:sp>
      <p:pic>
        <p:nvPicPr>
          <p:cNvPr id="3074" name="Picture 2" descr="See the source image">
            <a:extLst>
              <a:ext uri="{FF2B5EF4-FFF2-40B4-BE49-F238E27FC236}">
                <a16:creationId xmlns:a16="http://schemas.microsoft.com/office/drawing/2014/main" id="{9E01D511-6AB7-4B49-B4D3-0E493997C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381" y="3308255"/>
            <a:ext cx="3061237" cy="1721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587436"/>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KIBI, MEBI, GIBI, AND BEYOND</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691273" y="432119"/>
            <a:ext cx="7532144" cy="4050981"/>
          </a:xfrm>
        </p:spPr>
        <p:txBody>
          <a:bodyPr/>
          <a:lstStyle/>
          <a:p>
            <a:pPr marL="0" indent="0">
              <a:buNone/>
            </a:pPr>
            <a:r>
              <a:rPr lang="en-US" sz="2400" dirty="0">
                <a:latin typeface="Monotype Corsiva" panose="03010101010201010101" pitchFamily="66" charset="0"/>
              </a:rPr>
              <a:t>	When it comes to measuring digital storage, the traditional decimal system falls short. Enter the binary system, which uses powers of two instead of ten. The most commonly used binary units are the kibibyte (KiB), mebibyte (MiB), and gibibyte (GiB).</a:t>
            </a:r>
          </a:p>
          <a:p>
            <a:pPr marL="0" indent="0">
              <a:buNone/>
            </a:pPr>
            <a:r>
              <a:rPr lang="en-US" sz="2400" dirty="0">
                <a:latin typeface="Monotype Corsiva" panose="03010101010201010101" pitchFamily="66" charset="0"/>
              </a:rPr>
              <a:t>	To put this in perspective, 1 KiB is equal to 1024 bytes, while one kilobyte is only 1000 bytes. This may not seem like a significant difference, but when you're dealing with large amounts of data, it can add up quickly. For example, a file that is 1 GB in size, is actually 931 gibibytes (GiB) in size. Understanding these differences is crucial in modern computing.</a:t>
            </a:r>
          </a:p>
          <a:p>
            <a:endParaRPr lang="fr-FR" sz="2400" dirty="0">
              <a:latin typeface="Monotype Corsiva" panose="03010101010201010101" pitchFamily="66" charset="0"/>
            </a:endParaRPr>
          </a:p>
        </p:txBody>
      </p:sp>
    </p:spTree>
    <p:extLst>
      <p:ext uri="{BB962C8B-B14F-4D97-AF65-F5344CB8AC3E}">
        <p14:creationId xmlns:p14="http://schemas.microsoft.com/office/powerpoint/2010/main" val="4021276021"/>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8"/>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BINARY UNITS IN PRACTICE</a:t>
            </a:r>
          </a:p>
        </p:txBody>
      </p:sp>
      <p:sp>
        <p:nvSpPr>
          <p:cNvPr id="4" name="Content Placeholder 3">
            <a:extLst>
              <a:ext uri="{FF2B5EF4-FFF2-40B4-BE49-F238E27FC236}">
                <a16:creationId xmlns:a16="http://schemas.microsoft.com/office/drawing/2014/main" id="{73E51423-13F4-4574-828A-1AF7DDD3288E}"/>
              </a:ext>
            </a:extLst>
          </p:cNvPr>
          <p:cNvSpPr>
            <a:spLocks noGrp="1" noChangeArrowheads="1"/>
          </p:cNvSpPr>
          <p:nvPr>
            <p:ph idx="1"/>
          </p:nvPr>
        </p:nvSpPr>
        <p:spPr bwMode="auto">
          <a:xfrm>
            <a:off x="691273" y="312720"/>
            <a:ext cx="8380274" cy="190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6979" rIns="0" bIns="2697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fr-FR" sz="2400" b="0" i="0" u="none" strike="noStrike" cap="none" normalizeH="0" baseline="0" dirty="0">
                <a:ln>
                  <a:noFill/>
                </a:ln>
                <a:effectLst/>
                <a:latin typeface="Monotype Corsiva" panose="03010101010201010101" pitchFamily="66" charset="0"/>
              </a:rPr>
              <a:t>	The standardization of binary prefixes in 1998 by the International Electrotechnical Commission specifies the following prefixes to represent multiples calculated in powers of 2: </a:t>
            </a:r>
            <a:r>
              <a:rPr kumimoji="0" lang="en-GB" altLang="fr-FR" sz="2400" b="1" i="0" u="none" strike="noStrike" cap="none" normalizeH="0" baseline="0" dirty="0" err="1">
                <a:ln>
                  <a:noFill/>
                </a:ln>
                <a:effectLst/>
                <a:latin typeface="Monotype Corsiva" panose="03010101010201010101" pitchFamily="66" charset="0"/>
              </a:rPr>
              <a:t>kibi</a:t>
            </a:r>
            <a:r>
              <a:rPr kumimoji="0" lang="en-GB" altLang="fr-FR" sz="2400" b="1" i="0" u="none" strike="noStrike" cap="none" normalizeH="0" baseline="0" dirty="0">
                <a:ln>
                  <a:noFill/>
                </a:ln>
                <a:effectLst/>
                <a:latin typeface="Monotype Corsiva" panose="03010101010201010101" pitchFamily="66" charset="0"/>
              </a:rPr>
              <a:t> </a:t>
            </a:r>
            <a:r>
              <a:rPr kumimoji="0" lang="en-GB" altLang="fr-FR" sz="2400" b="0" i="0" u="none" strike="noStrike" cap="none" normalizeH="0" baseline="0" dirty="0">
                <a:ln>
                  <a:noFill/>
                </a:ln>
                <a:effectLst/>
                <a:latin typeface="Monotype Corsiva" panose="03010101010201010101" pitchFamily="66" charset="0"/>
              </a:rPr>
              <a:t>for "binary kilo" , </a:t>
            </a:r>
            <a:r>
              <a:rPr kumimoji="0" lang="en-GB" altLang="fr-FR" sz="2400" b="1" i="0" u="none" strike="noStrike" cap="none" normalizeH="0" baseline="0" dirty="0" err="1">
                <a:ln>
                  <a:noFill/>
                </a:ln>
                <a:effectLst/>
                <a:latin typeface="Monotype Corsiva" panose="03010101010201010101" pitchFamily="66" charset="0"/>
              </a:rPr>
              <a:t>mebi</a:t>
            </a:r>
            <a:r>
              <a:rPr kumimoji="0" lang="en-GB" altLang="fr-FR" sz="2400" b="0" i="0" u="none" strike="noStrike" cap="none" normalizeH="0" baseline="0" dirty="0">
                <a:ln>
                  <a:noFill/>
                </a:ln>
                <a:effectLst/>
                <a:latin typeface="Monotype Corsiva" panose="03010101010201010101" pitchFamily="66" charset="0"/>
              </a:rPr>
              <a:t> for "binary mega" , </a:t>
            </a:r>
            <a:r>
              <a:rPr kumimoji="0" lang="en-GB" altLang="fr-FR" sz="2400" b="1" i="0" u="none" strike="noStrike" cap="none" normalizeH="0" baseline="0" dirty="0" err="1">
                <a:ln>
                  <a:noFill/>
                </a:ln>
                <a:effectLst/>
                <a:latin typeface="Monotype Corsiva" panose="03010101010201010101" pitchFamily="66" charset="0"/>
              </a:rPr>
              <a:t>gibi</a:t>
            </a:r>
            <a:r>
              <a:rPr kumimoji="0" lang="en-GB" altLang="fr-FR" sz="2400" b="1" i="0" u="none" strike="noStrike" cap="none" normalizeH="0" baseline="0" dirty="0">
                <a:ln>
                  <a:noFill/>
                </a:ln>
                <a:effectLst/>
                <a:latin typeface="Monotype Corsiva" panose="03010101010201010101" pitchFamily="66" charset="0"/>
              </a:rPr>
              <a:t> </a:t>
            </a:r>
            <a:r>
              <a:rPr kumimoji="0" lang="en-GB" altLang="fr-FR" sz="2400" b="0" i="0" u="none" strike="noStrike" cap="none" normalizeH="0" baseline="0" dirty="0">
                <a:ln>
                  <a:noFill/>
                </a:ln>
                <a:effectLst/>
                <a:latin typeface="Monotype Corsiva" panose="03010101010201010101" pitchFamily="66" charset="0"/>
              </a:rPr>
              <a:t>for "binary giga" , </a:t>
            </a:r>
            <a:r>
              <a:rPr kumimoji="0" lang="en-GB" altLang="fr-FR" sz="2400" b="1" i="0" u="none" strike="noStrike" cap="none" normalizeH="0" baseline="0" dirty="0" err="1">
                <a:ln>
                  <a:noFill/>
                </a:ln>
                <a:effectLst/>
                <a:latin typeface="Monotype Corsiva" panose="03010101010201010101" pitchFamily="66" charset="0"/>
              </a:rPr>
              <a:t>tebi</a:t>
            </a:r>
            <a:r>
              <a:rPr kumimoji="0" lang="en-GB" altLang="fr-FR" sz="2400" b="0" i="0" u="none" strike="noStrike" cap="none" normalizeH="0" baseline="0" dirty="0">
                <a:ln>
                  <a:noFill/>
                </a:ln>
                <a:effectLst/>
                <a:latin typeface="Monotype Corsiva" panose="03010101010201010101" pitchFamily="66" charset="0"/>
              </a:rPr>
              <a:t> for "binary tera" , and so 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fr-FR" sz="2400" b="0" i="0" u="none" strike="noStrike" cap="none" normalizeH="0" baseline="0" dirty="0">
                <a:ln>
                  <a:noFill/>
                </a:ln>
                <a:effectLst/>
                <a:latin typeface="Monotype Corsiva" panose="03010101010201010101" pitchFamily="66" charset="0"/>
              </a:rPr>
              <a:t>Binary prefixes have the following order relation:</a:t>
            </a:r>
          </a:p>
        </p:txBody>
      </p:sp>
      <p:pic>
        <p:nvPicPr>
          <p:cNvPr id="1031" name="Picture 7" descr="Conversion and difference kilobyte to kibibyte, megabyte to mebibyte">
            <a:extLst>
              <a:ext uri="{FF2B5EF4-FFF2-40B4-BE49-F238E27FC236}">
                <a16:creationId xmlns:a16="http://schemas.microsoft.com/office/drawing/2014/main" id="{CABF34A3-6F8C-4A5B-84C2-3913CB05D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73" y="2361359"/>
            <a:ext cx="8253881" cy="2345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0490453"/>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CONCLUSION</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556780" y="27440"/>
            <a:ext cx="8485620" cy="5143503"/>
          </a:xfrm>
        </p:spPr>
        <p:txBody>
          <a:bodyPr/>
          <a:lstStyle/>
          <a:p>
            <a:pPr marL="0" indent="0">
              <a:buNone/>
            </a:pPr>
            <a:r>
              <a:rPr lang="en-US" sz="2400" dirty="0">
                <a:latin typeface="Monotype Corsiva" panose="03010101010201010101" pitchFamily="66" charset="0"/>
              </a:rPr>
              <a:t>	In short, we have learned that the binary system of units is essential in modern computing. It allows us to represent data more efficiently and accurately, which is crucial in today's fast-paced digital world.</a:t>
            </a:r>
          </a:p>
          <a:p>
            <a:pPr marL="0" indent="0">
              <a:buNone/>
            </a:pPr>
            <a:r>
              <a:rPr lang="en-US" sz="2400" dirty="0">
                <a:latin typeface="Monotype Corsiva" panose="03010101010201010101" pitchFamily="66" charset="0"/>
              </a:rPr>
              <a:t>	We have also seen how using binary units such as kibibyte, mebibyte, and gibibyte can help overcome the limitations of decimal units in computing and data storage. By understanding these units, we can make better decisions when it comes to managing and storing our digital information.</a:t>
            </a:r>
          </a:p>
          <a:p>
            <a:pPr marL="0" indent="0">
              <a:buNone/>
            </a:pPr>
            <a:r>
              <a:rPr lang="en-US" sz="2400" dirty="0">
                <a:latin typeface="Monotype Corsiva" panose="03010101010201010101" pitchFamily="66" charset="0"/>
              </a:rPr>
              <a:t>	As we continue to rely more on technology, it becomes increasingly important to understand the fundamental principles behind it. By grasping the concept of binary units, we can unlock new possibilities and push the boundaries of what is possible in the digital realm.</a:t>
            </a:r>
          </a:p>
          <a:p>
            <a:pPr marL="0" indent="0">
              <a:buNone/>
            </a:pPr>
            <a:r>
              <a:rPr lang="en-US" sz="2400" u="sng" dirty="0">
                <a:latin typeface="Monotype Corsiva" panose="03010101010201010101" pitchFamily="66" charset="0"/>
              </a:rPr>
              <a:t>Sources :</a:t>
            </a:r>
            <a:r>
              <a:rPr lang="en-US" sz="2400" dirty="0">
                <a:latin typeface="Monotype Corsiva" panose="03010101010201010101" pitchFamily="66" charset="0"/>
              </a:rPr>
              <a:t>  </a:t>
            </a:r>
            <a:r>
              <a:rPr lang="en-US" sz="2400" dirty="0">
                <a:solidFill>
                  <a:srgbClr val="153FC5"/>
                </a:solidFill>
                <a:latin typeface="Monotype Corsiva" panose="03010101010201010101" pitchFamily="66" charset="0"/>
              </a:rPr>
              <a:t>* </a:t>
            </a:r>
            <a:r>
              <a:rPr lang="fr-FR" sz="2400" u="sng" dirty="0">
                <a:solidFill>
                  <a:srgbClr val="153FC5"/>
                </a:solidFill>
                <a:latin typeface="Monotype Corsiva" panose="03010101010201010101" pitchFamily="66" charset="0"/>
              </a:rPr>
              <a:t>https://en.wikipedia.org/wiki/Byte</a:t>
            </a:r>
          </a:p>
          <a:p>
            <a:pPr marL="0" indent="0">
              <a:buNone/>
            </a:pPr>
            <a:r>
              <a:rPr lang="fr-FR" sz="2400" dirty="0">
                <a:solidFill>
                  <a:srgbClr val="153FC5"/>
                </a:solidFill>
                <a:latin typeface="Monotype Corsiva" panose="03010101010201010101" pitchFamily="66" charset="0"/>
              </a:rPr>
              <a:t>		  * </a:t>
            </a:r>
            <a:r>
              <a:rPr lang="fr-FR" sz="2400" u="sng" dirty="0">
                <a:solidFill>
                  <a:srgbClr val="153FC5"/>
                </a:solidFill>
                <a:latin typeface="Monotype Corsiva" panose="03010101010201010101" pitchFamily="66" charset="0"/>
              </a:rPr>
              <a:t>www.bard.com</a:t>
            </a:r>
            <a:endParaRPr lang="en-US" sz="2400" u="sng" dirty="0">
              <a:solidFill>
                <a:srgbClr val="153FC5"/>
              </a:solidFill>
              <a:latin typeface="Monotype Corsiva" panose="03010101010201010101" pitchFamily="66" charset="0"/>
            </a:endParaRPr>
          </a:p>
        </p:txBody>
      </p:sp>
    </p:spTree>
    <p:extLst>
      <p:ext uri="{BB962C8B-B14F-4D97-AF65-F5344CB8AC3E}">
        <p14:creationId xmlns:p14="http://schemas.microsoft.com/office/powerpoint/2010/main" val="14907812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500">
        <p15:prstTrans prst="curtains"/>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heme/theme1.xml><?xml version="1.0" encoding="utf-8"?>
<a:theme xmlns:a="http://schemas.openxmlformats.org/drawingml/2006/main" name="TS104334742">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USINESS_PC.potx" id="{BAFF1E8F-C020-4019-A3CB-49C21C7085B6}" vid="{52D4BC55-2C62-42F5-8F27-D3E87096B17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BB9C92F6-C5F8-482F-AC56-6D577973964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TS104334742</Template>
  <TotalTime>0</TotalTime>
  <Words>79</Words>
  <Application>Microsoft Office PowerPoint</Application>
  <PresentationFormat>On-screen Show (16:9)</PresentationFormat>
  <Paragraphs>37</Paragraphs>
  <Slides>8</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Calibri</vt:lpstr>
      <vt:lpstr>Cambria Math</vt:lpstr>
      <vt:lpstr>Century Gothic</vt:lpstr>
      <vt:lpstr>Monotype Corsiva</vt:lpstr>
      <vt:lpstr>Segoe UI</vt:lpstr>
      <vt:lpstr>Segoe UI Black</vt:lpstr>
      <vt:lpstr>Segoe UI Semilight</vt:lpstr>
      <vt:lpstr>SegoeBook</vt:lpstr>
      <vt:lpstr>TS104334742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2014-09-12T11:02:25Z</dcterms:created>
  <dcterms:modified xsi:type="dcterms:W3CDTF">2023-09-21T12:27:15Z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TC043347429991</vt:lpwstr>
  </property>
</Properties>
</file>