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photoAlbum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59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389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5632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428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48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030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822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9794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50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127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372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8871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3944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121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7296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9483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205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48A9F-34F4-4FF1-85D4-06B536D4CA01}" type="datetimeFigureOut">
              <a:rPr lang="fr-FR" smtClean="0"/>
              <a:t>11/04/2020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5B23F3D-88FB-4F9D-A36D-7BF5DF8C218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553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154498" y="2379688"/>
            <a:ext cx="8915399" cy="2262781"/>
          </a:xfrm>
          <a:effectLst>
            <a:reflection blurRad="6350" stA="52000" endA="300" endPos="35000" dir="5400000" sy="-100000" algn="bl" rotWithShape="0"/>
          </a:effectLst>
          <a:scene3d>
            <a:camera prst="perspectiveFront"/>
            <a:lightRig rig="threePt" dir="t"/>
          </a:scene3d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ALBUM PHOTO DU BAPTÊME DE LYSE ET DE LA PREMIERE COMMUNION DE IVANN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par </a:t>
            </a:r>
            <a:r>
              <a:rPr lang="fr-FR" dirty="0" smtClean="0"/>
              <a:t>KPIH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59" y="206116"/>
            <a:ext cx="2718216" cy="20386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1071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0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964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0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033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979729962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0"/>
            <a:ext cx="3810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04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5m09s1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78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5m22s2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814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6m01s39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786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8m15s3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27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8m23s5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740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29m50s58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701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31m14s48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991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31m35s9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632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32m49s8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628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34m36s26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441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35m38s7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990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2m23s3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675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2m49s4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01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5m25s5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237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6m05s9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36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6m46s3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49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7m06s17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7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48m49s6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041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0m51s5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10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1m41s9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26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3m45s9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317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4m16s9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29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4m50s56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37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6m11s09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59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7m04s2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9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7m14s26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816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7m54s47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500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3h58m16s86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91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1m19s07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799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2m30s46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7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4m07s08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407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4m23s9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49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6m32s4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972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6m51s39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79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21s7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313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25s6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893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28s0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84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30s49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80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35s27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67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37s5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20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40s78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544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43s5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728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46s48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115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48s7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78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7m51s7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944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8m02s38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351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8m19s16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017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8m32s4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274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08m58s68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93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vlcsnap-2017-08-29-14h14m15s6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716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</TotalTime>
  <Words>15</Words>
  <Application>Microsoft Office PowerPoint</Application>
  <PresentationFormat>Grand écran</PresentationFormat>
  <Paragraphs>2</Paragraphs>
  <Slides>54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54</vt:i4>
      </vt:variant>
    </vt:vector>
  </HeadingPairs>
  <TitlesOfParts>
    <vt:vector size="58" baseType="lpstr">
      <vt:lpstr>Arial</vt:lpstr>
      <vt:lpstr>Century Gothic</vt:lpstr>
      <vt:lpstr>Wingdings 3</vt:lpstr>
      <vt:lpstr>Brin</vt:lpstr>
      <vt:lpstr>ALBUM PHOTO DU BAPTÊME DE LYSE ET DE LA PREMIERE COMMUNION DE IVANN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ALBUM PHOTO DU BAPTÊME DE LYSE ET DE LA PREMIERE COMMUNION DE IVANN</dc:title>
  <dc:creator>IVANN</dc:creator>
  <cp:lastModifiedBy>IVANN</cp:lastModifiedBy>
  <cp:revision>3</cp:revision>
  <dcterms:created xsi:type="dcterms:W3CDTF">2018-08-19T13:25:17Z</dcterms:created>
  <dcterms:modified xsi:type="dcterms:W3CDTF">2020-04-11T11:30:00Z</dcterms:modified>
</cp:coreProperties>
</file>