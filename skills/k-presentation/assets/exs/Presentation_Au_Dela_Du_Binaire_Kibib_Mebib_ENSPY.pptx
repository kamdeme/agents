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2"/>
  </p:sldMasterIdLst>
  <p:notesMasterIdLst>
    <p:notesMasterId r:id="rId11"/>
  </p:notesMasterIdLst>
  <p:handoutMasterIdLst>
    <p:handoutMasterId r:id="rId12"/>
  </p:handoutMasterIdLst>
  <p:sldIdLst>
    <p:sldId id="267" r:id="rId3"/>
    <p:sldId id="328" r:id="rId4"/>
    <p:sldId id="332" r:id="rId5"/>
    <p:sldId id="333" r:id="rId6"/>
    <p:sldId id="334" r:id="rId7"/>
    <p:sldId id="335" r:id="rId8"/>
    <p:sldId id="336" r:id="rId9"/>
    <p:sldId id="337" r:id="rId10"/>
  </p:sldIdLst>
  <p:sldSz cx="9144000" cy="5143500" type="screen16x9"/>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3FC5"/>
    <a:srgbClr val="0070C0"/>
    <a:srgbClr val="3198E5"/>
    <a:srgbClr val="327EDA"/>
    <a:srgbClr val="2166B9"/>
    <a:srgbClr val="2870E4"/>
    <a:srgbClr val="0F5BCB"/>
    <a:srgbClr val="003399"/>
    <a:srgbClr val="123A61"/>
    <a:srgbClr val="00A4D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82293" autoAdjust="0"/>
  </p:normalViewPr>
  <p:slideViewPr>
    <p:cSldViewPr snapToGrid="0" snapToObjects="1">
      <p:cViewPr varScale="1">
        <p:scale>
          <a:sx n="80" d="100"/>
          <a:sy n="80" d="100"/>
        </p:scale>
        <p:origin x="1140" y="8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B230A23-3E98-F64D-859B-DE462771A158}" type="datetimeFigureOut">
              <a:rPr lang="fr-FR"/>
              <a:pPr/>
              <a:t>01/10/2023</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38DBF0C-04E2-7C4F-92D3-BB9F31F7BD3A}" type="slidenum">
              <a:rPr/>
              <a:pPr/>
              <a:t>‹#›</a:t>
            </a:fld>
            <a:endParaRPr lang="fr-FR"/>
          </a:p>
        </p:txBody>
      </p:sp>
    </p:spTree>
    <p:extLst>
      <p:ext uri="{BB962C8B-B14F-4D97-AF65-F5344CB8AC3E}">
        <p14:creationId xmlns:p14="http://schemas.microsoft.com/office/powerpoint/2010/main" val="3561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E9D169-1938-4426-921D-F10701C7B4F6}" type="datetimeFigureOut">
              <a:rPr lang="fr-FR" smtClean="0"/>
              <a:t>01/10/2023</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2CCFAA-9798-4246-9263-CB012441419C}" type="slidenum">
              <a:rPr lang="fr-FR" smtClean="0"/>
              <a:t>‹#›</a:t>
            </a:fld>
            <a:endParaRPr lang="fr-FR"/>
          </a:p>
        </p:txBody>
      </p:sp>
    </p:spTree>
    <p:extLst>
      <p:ext uri="{BB962C8B-B14F-4D97-AF65-F5344CB8AC3E}">
        <p14:creationId xmlns:p14="http://schemas.microsoft.com/office/powerpoint/2010/main" val="364548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2</a:t>
            </a:fld>
            <a:endParaRPr lang="fr-FR"/>
          </a:p>
        </p:txBody>
      </p:sp>
    </p:spTree>
    <p:extLst>
      <p:ext uri="{BB962C8B-B14F-4D97-AF65-F5344CB8AC3E}">
        <p14:creationId xmlns:p14="http://schemas.microsoft.com/office/powerpoint/2010/main" val="2134921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3</a:t>
            </a:fld>
            <a:endParaRPr lang="fr-FR"/>
          </a:p>
        </p:txBody>
      </p:sp>
    </p:spTree>
    <p:extLst>
      <p:ext uri="{BB962C8B-B14F-4D97-AF65-F5344CB8AC3E}">
        <p14:creationId xmlns:p14="http://schemas.microsoft.com/office/powerpoint/2010/main" val="2715883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4</a:t>
            </a:fld>
            <a:endParaRPr lang="fr-FR"/>
          </a:p>
        </p:txBody>
      </p:sp>
    </p:spTree>
    <p:extLst>
      <p:ext uri="{BB962C8B-B14F-4D97-AF65-F5344CB8AC3E}">
        <p14:creationId xmlns:p14="http://schemas.microsoft.com/office/powerpoint/2010/main" val="2483688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5</a:t>
            </a:fld>
            <a:endParaRPr lang="fr-FR"/>
          </a:p>
        </p:txBody>
      </p:sp>
    </p:spTree>
    <p:extLst>
      <p:ext uri="{BB962C8B-B14F-4D97-AF65-F5344CB8AC3E}">
        <p14:creationId xmlns:p14="http://schemas.microsoft.com/office/powerpoint/2010/main" val="4194397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6</a:t>
            </a:fld>
            <a:endParaRPr lang="fr-FR"/>
          </a:p>
        </p:txBody>
      </p:sp>
    </p:spTree>
    <p:extLst>
      <p:ext uri="{BB962C8B-B14F-4D97-AF65-F5344CB8AC3E}">
        <p14:creationId xmlns:p14="http://schemas.microsoft.com/office/powerpoint/2010/main" val="2220648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7</a:t>
            </a:fld>
            <a:endParaRPr lang="fr-FR"/>
          </a:p>
        </p:txBody>
      </p:sp>
    </p:spTree>
    <p:extLst>
      <p:ext uri="{BB962C8B-B14F-4D97-AF65-F5344CB8AC3E}">
        <p14:creationId xmlns:p14="http://schemas.microsoft.com/office/powerpoint/2010/main" val="1974836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02CCFAA-9798-4246-9263-CB012441419C}" type="slidenum">
              <a:rPr lang="fr-FR" smtClean="0"/>
              <a:t>8</a:t>
            </a:fld>
            <a:endParaRPr lang="fr-FR"/>
          </a:p>
        </p:txBody>
      </p:sp>
    </p:spTree>
    <p:extLst>
      <p:ext uri="{BB962C8B-B14F-4D97-AF65-F5344CB8AC3E}">
        <p14:creationId xmlns:p14="http://schemas.microsoft.com/office/powerpoint/2010/main" val="13569774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ctrTitle" hasCustomPrompt="1"/>
          </p:nvPr>
        </p:nvSpPr>
        <p:spPr>
          <a:xfrm>
            <a:off x="590441" y="662334"/>
            <a:ext cx="7793216" cy="487434"/>
          </a:xfrm>
          <a:prstGeom prst="rect">
            <a:avLst/>
          </a:prstGeom>
        </p:spPr>
        <p:txBody>
          <a:bodyPr tIns="0" bIns="0" anchor="t" anchorCtr="0">
            <a:noAutofit/>
          </a:bodyPr>
          <a:lstStyle>
            <a:lvl1pPr marL="457200" indent="-457200" algn="l">
              <a:buFontTx/>
              <a:buBlip>
                <a:blip r:embed="rId3"/>
              </a:buBlip>
              <a:defRPr sz="300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fr-FR" dirty="0"/>
              <a:t>TITRE DE VOTRE PRÉSENTATION</a:t>
            </a:r>
          </a:p>
        </p:txBody>
      </p:sp>
      <p:sp>
        <p:nvSpPr>
          <p:cNvPr id="3" name="Sous-titre 2"/>
          <p:cNvSpPr>
            <a:spLocks noGrp="1"/>
          </p:cNvSpPr>
          <p:nvPr>
            <p:ph type="subTitle" idx="1" hasCustomPrompt="1"/>
          </p:nvPr>
        </p:nvSpPr>
        <p:spPr>
          <a:xfrm>
            <a:off x="1181101" y="1149768"/>
            <a:ext cx="5181600" cy="338554"/>
          </a:xfrm>
          <a:prstGeom prst="rect">
            <a:avLst/>
          </a:prstGeom>
        </p:spPr>
        <p:txBody>
          <a:bodyPr wrap="square" lIns="0" tIns="0" bIns="0">
            <a:spAutoFit/>
          </a:bodyPr>
          <a:lstStyle>
            <a:lvl1pPr marL="0" indent="0" algn="l">
              <a:buNone/>
              <a:defRPr sz="2200">
                <a:solidFill>
                  <a:srgbClr val="3198E5"/>
                </a:solidFill>
                <a:latin typeface="Segoe UI Semilight" panose="020B0402040204020203" pitchFamily="34" charset="0"/>
                <a:cs typeface="Segoe UI Semilight" panose="020B04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PLACEZ VOTRE SOUS TITRE ICI</a:t>
            </a:r>
          </a:p>
        </p:txBody>
      </p:sp>
      <p:sp>
        <p:nvSpPr>
          <p:cNvPr id="4" name="Espace réservé de la date 3"/>
          <p:cNvSpPr>
            <a:spLocks noGrp="1"/>
          </p:cNvSpPr>
          <p:nvPr>
            <p:ph type="dt" sz="half" idx="10"/>
          </p:nvPr>
        </p:nvSpPr>
        <p:spPr>
          <a:xfrm>
            <a:off x="8171560" y="4767263"/>
            <a:ext cx="972440" cy="273844"/>
          </a:xfrm>
        </p:spPr>
        <p:txBody>
          <a:bodyPr/>
          <a:lstStyle>
            <a:lvl1pPr>
              <a:defRPr sz="800">
                <a:solidFill>
                  <a:srgbClr val="3198E5"/>
                </a:solidFill>
                <a:latin typeface="Segoe UI Semilight" panose="020B0402040204020203" pitchFamily="34" charset="0"/>
                <a:cs typeface="Segoe UI Semilight" panose="020B0402040204020203" pitchFamily="34" charset="0"/>
              </a:defRPr>
            </a:lvl1pPr>
          </a:lstStyle>
          <a:p>
            <a:fld id="{E56B156F-E33B-4DF6-8D0D-EBEB0E5DE398}" type="datetime1">
              <a:rPr lang="fr-FR" smtClean="0"/>
              <a:t>01/10/2023</a:t>
            </a:fld>
            <a:endParaRPr lang="fr-FR"/>
          </a:p>
        </p:txBody>
      </p:sp>
    </p:spTree>
    <p:extLst>
      <p:ext uri="{BB962C8B-B14F-4D97-AF65-F5344CB8AC3E}">
        <p14:creationId xmlns:p14="http://schemas.microsoft.com/office/powerpoint/2010/main" val="890694110"/>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Chapitr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3780753" y="1488323"/>
            <a:ext cx="4280049" cy="1291587"/>
          </a:xfrm>
          <a:prstGeom prst="rect">
            <a:avLst/>
          </a:prstGeom>
        </p:spPr>
        <p:txBody>
          <a:bodyPr tIns="0" bIns="0" anchor="t">
            <a:normAutofit/>
          </a:bodyPr>
          <a:lstStyle>
            <a:lvl1pPr algn="l">
              <a:lnSpc>
                <a:spcPts val="3780"/>
              </a:lnSpc>
              <a:defRPr sz="3400" b="0" cap="all">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fr-FR" dirty="0"/>
              <a:t>PLACEZ LE TITRE </a:t>
            </a:r>
            <a:br>
              <a:rPr lang="fr-FR" dirty="0"/>
            </a:br>
            <a:r>
              <a:rPr lang="fr-FR" dirty="0"/>
              <a:t>DU CHAPITRE ICI</a:t>
            </a:r>
          </a:p>
        </p:txBody>
      </p:sp>
      <p:sp>
        <p:nvSpPr>
          <p:cNvPr id="4" name="Espace réservé de la date 3"/>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E5BAE6E1-87A7-463A-848E-032F28959ECC}" type="datetime1">
              <a:rPr lang="fr-FR" smtClean="0"/>
              <a:t>01/10/2023</a:t>
            </a:fld>
            <a:endParaRPr lang="fr-FR"/>
          </a:p>
        </p:txBody>
      </p:sp>
      <p:sp>
        <p:nvSpPr>
          <p:cNvPr id="6" name="Espace réservé du numéro de diapositive 5"/>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9" name="Sous-titre 2"/>
          <p:cNvSpPr>
            <a:spLocks noGrp="1"/>
          </p:cNvSpPr>
          <p:nvPr>
            <p:ph type="subTitle" idx="13" hasCustomPrompt="1"/>
          </p:nvPr>
        </p:nvSpPr>
        <p:spPr>
          <a:xfrm>
            <a:off x="3358120" y="1027282"/>
            <a:ext cx="3188535" cy="400110"/>
          </a:xfrm>
          <a:prstGeom prst="rect">
            <a:avLst/>
          </a:prstGeom>
        </p:spPr>
        <p:txBody>
          <a:bodyPr wrap="square" lIns="0" tIns="0" bIns="0">
            <a:spAutoFit/>
          </a:bodyPr>
          <a:lstStyle>
            <a:lvl1pPr marL="342900" indent="-342900" algn="l">
              <a:buSzPct val="120000"/>
              <a:buFontTx/>
              <a:buBlip>
                <a:blip r:embed="rId3"/>
              </a:buBlip>
              <a:defRPr sz="2600" baseline="0">
                <a:solidFill>
                  <a:srgbClr val="3198E5"/>
                </a:solidFill>
                <a:latin typeface="Segoe UI Semilight" panose="020B0402040204020203" pitchFamily="34" charset="0"/>
                <a:cs typeface="Segoe UI Semilight" panose="020B04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 Chapitre 1</a:t>
            </a:r>
          </a:p>
        </p:txBody>
      </p:sp>
    </p:spTree>
    <p:extLst>
      <p:ext uri="{BB962C8B-B14F-4D97-AF65-F5344CB8AC3E}">
        <p14:creationId xmlns:p14="http://schemas.microsoft.com/office/powerpoint/2010/main" val="918733075"/>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Section">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DFF5F6AE-4C7B-407B-A41E-67C966BCD191}" type="datetime1">
              <a:rPr lang="fr-FR" smtClean="0"/>
              <a:t>01/10/2023</a:t>
            </a:fld>
            <a:endParaRPr lang="fr-FR"/>
          </a:p>
        </p:txBody>
      </p:sp>
      <p:sp>
        <p:nvSpPr>
          <p:cNvPr id="4" name="Espace réservé du pied de page 3"/>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5" name="Espace réservé du numéro de diapositive 4"/>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13" name="Espace réservé du texte 12"/>
          <p:cNvSpPr>
            <a:spLocks noGrp="1"/>
          </p:cNvSpPr>
          <p:nvPr>
            <p:ph type="body" sz="quarter" idx="14" hasCustomPrompt="1"/>
          </p:nvPr>
        </p:nvSpPr>
        <p:spPr>
          <a:xfrm>
            <a:off x="2657341" y="2281999"/>
            <a:ext cx="3309937" cy="453402"/>
          </a:xfrm>
          <a:prstGeom prst="rect">
            <a:avLst/>
          </a:prstGeom>
        </p:spPr>
        <p:txBody>
          <a:bodyPr vert="horz" lIns="0" bIns="0"/>
          <a:lstStyle>
            <a:lvl1pPr marL="342900" indent="-342900">
              <a:buSzPct val="120000"/>
              <a:buFontTx/>
              <a:buBlip>
                <a:blip r:embed="rId3"/>
              </a:buBlip>
              <a:defRPr sz="2600">
                <a:solidFill>
                  <a:srgbClr val="3198E5"/>
                </a:solidFill>
                <a:latin typeface="Segoe UI Semilight" panose="020B0402040204020203" pitchFamily="34" charset="0"/>
                <a:cs typeface="Segoe UI Semilight" panose="020B0402040204020203" pitchFamily="34" charset="0"/>
              </a:defRPr>
            </a:lvl1pPr>
          </a:lstStyle>
          <a:p>
            <a:pPr lvl="0"/>
            <a:r>
              <a:rPr lang="fr-FR" dirty="0"/>
              <a:t> Chapitre 1</a:t>
            </a:r>
          </a:p>
        </p:txBody>
      </p:sp>
      <p:sp>
        <p:nvSpPr>
          <p:cNvPr id="15" name="Espace réservé du texte 14"/>
          <p:cNvSpPr>
            <a:spLocks noGrp="1"/>
          </p:cNvSpPr>
          <p:nvPr>
            <p:ph type="body" sz="quarter" idx="15" hasCustomPrompt="1"/>
          </p:nvPr>
        </p:nvSpPr>
        <p:spPr>
          <a:xfrm>
            <a:off x="3168606" y="2770738"/>
            <a:ext cx="4201449" cy="1269460"/>
          </a:xfrm>
          <a:prstGeom prst="rect">
            <a:avLst/>
          </a:prstGeom>
        </p:spPr>
        <p:txBody>
          <a:bodyPr vert="horz" lIns="0" tIns="0" bIns="0"/>
          <a:lstStyle>
            <a:lvl1pPr marL="0" indent="0">
              <a:lnSpc>
                <a:spcPts val="3840"/>
              </a:lnSpc>
              <a:buFontTx/>
              <a:buNone/>
              <a:defRPr sz="3400" baseline="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dirty="0"/>
              <a:t>PLACEZ LE TITRE DU CHAPITRE ICI</a:t>
            </a:r>
          </a:p>
        </p:txBody>
      </p:sp>
    </p:spTree>
    <p:extLst>
      <p:ext uri="{BB962C8B-B14F-4D97-AF65-F5344CB8AC3E}">
        <p14:creationId xmlns:p14="http://schemas.microsoft.com/office/powerpoint/2010/main" val="2712229381"/>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309039" y="114258"/>
            <a:ext cx="1467142" cy="244053"/>
          </a:xfrm>
          <a:prstGeom prst="rect">
            <a:avLst/>
          </a:prstGeom>
        </p:spPr>
        <p:txBody>
          <a:bodyPr lIns="0" tIns="0" rIns="0" bIns="0" anchor="t" anchorCtr="0">
            <a:noAutofit/>
          </a:bodyPr>
          <a:lstStyle>
            <a:lvl1pPr algn="l">
              <a:defRPr sz="1600">
                <a:solidFill>
                  <a:schemeClr val="bg1"/>
                </a:solidFill>
                <a:latin typeface="Segoe UI Semilight" panose="020B0402040204020203" pitchFamily="34" charset="0"/>
                <a:cs typeface="Segoe UI Semilight" panose="020B0402040204020203" pitchFamily="34" charset="0"/>
              </a:defRPr>
            </a:lvl1pPr>
          </a:lstStyle>
          <a:p>
            <a:r>
              <a:rPr lang="fr-FR" dirty="0"/>
              <a:t>Chapitre 1</a:t>
            </a:r>
          </a:p>
        </p:txBody>
      </p:sp>
      <p:sp>
        <p:nvSpPr>
          <p:cNvPr id="3" name="Espace réservé du contenu 2"/>
          <p:cNvSpPr>
            <a:spLocks noGrp="1"/>
          </p:cNvSpPr>
          <p:nvPr>
            <p:ph idx="1" hasCustomPrompt="1"/>
          </p:nvPr>
        </p:nvSpPr>
        <p:spPr>
          <a:xfrm>
            <a:off x="562517" y="1119615"/>
            <a:ext cx="7887629" cy="3394472"/>
          </a:xfrm>
          <a:prstGeom prst="rect">
            <a:avLst/>
          </a:prstGeom>
        </p:spPr>
        <p:txBody>
          <a:bodyPr/>
          <a:lstStyle>
            <a:lvl1pPr marL="342900" indent="-342900">
              <a:buSzPct val="120000"/>
              <a:buFontTx/>
              <a:buBlip>
                <a:blip r:embed="rId3"/>
              </a:buBlip>
              <a:defRPr sz="260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vl2pPr>
              <a:defRPr sz="2000">
                <a:solidFill>
                  <a:srgbClr val="000000"/>
                </a:solidFill>
                <a:latin typeface="Segoe UI Semilight" panose="020B0402040204020203" pitchFamily="34" charset="0"/>
                <a:cs typeface="Segoe UI Semilight" panose="020B0402040204020203" pitchFamily="34" charset="0"/>
              </a:defRPr>
            </a:lvl2pPr>
            <a:lvl3pPr>
              <a:defRPr sz="1800">
                <a:solidFill>
                  <a:srgbClr val="000000"/>
                </a:solidFill>
                <a:latin typeface="Segoe UI Semilight" panose="020B0402040204020203" pitchFamily="34" charset="0"/>
                <a:cs typeface="Segoe UI Semilight" panose="020B0402040204020203" pitchFamily="34" charset="0"/>
              </a:defRPr>
            </a:lvl3pPr>
            <a:lvl4pPr>
              <a:defRPr sz="1600">
                <a:solidFill>
                  <a:schemeClr val="tx1"/>
                </a:solidFill>
                <a:latin typeface="Segoe UI Semilight" panose="020B0402040204020203" pitchFamily="34" charset="0"/>
                <a:cs typeface="Segoe UI Semilight" panose="020B0402040204020203" pitchFamily="34" charset="0"/>
              </a:defRPr>
            </a:lvl4pPr>
            <a:lvl5pPr>
              <a:defRPr sz="1600">
                <a:solidFill>
                  <a:schemeClr val="tx1"/>
                </a:solidFill>
                <a:latin typeface="Segoe UI Semilight" panose="020B0402040204020203" pitchFamily="34" charset="0"/>
                <a:cs typeface="Segoe UI Semilight" panose="020B0402040204020203" pitchFamily="34" charset="0"/>
              </a:defRPr>
            </a:lvl5pPr>
          </a:lstStyle>
          <a:p>
            <a:pPr lvl="0"/>
            <a:r>
              <a:rPr lang="fr-FR" dirty="0"/>
              <a:t> Contenu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BC446E7B-E47F-4406-9A0F-1F4D6F796CAD}" type="datetime1">
              <a:rPr lang="fr-FR" smtClean="0"/>
              <a:t>01/10/2023</a:t>
            </a:fld>
            <a:endParaRPr lang="fr-FR"/>
          </a:p>
        </p:txBody>
      </p:sp>
      <p:sp>
        <p:nvSpPr>
          <p:cNvPr id="5" name="Espace réservé du pied de page 4"/>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6" name="Espace réservé du numéro de diapositive 5"/>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11" name="Espace réservé du texte 10"/>
          <p:cNvSpPr>
            <a:spLocks noGrp="1"/>
          </p:cNvSpPr>
          <p:nvPr>
            <p:ph type="body" sz="quarter" idx="13"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dirty="0"/>
              <a:t>RAPPEL DU TITRE DU CHAPITRE</a:t>
            </a:r>
          </a:p>
        </p:txBody>
      </p:sp>
    </p:spTree>
    <p:extLst>
      <p:ext uri="{BB962C8B-B14F-4D97-AF65-F5344CB8AC3E}">
        <p14:creationId xmlns:p14="http://schemas.microsoft.com/office/powerpoint/2010/main" val="3294668763"/>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ux contenus">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Espace réservé du texte 10"/>
          <p:cNvSpPr>
            <a:spLocks noGrp="1"/>
          </p:cNvSpPr>
          <p:nvPr>
            <p:ph type="body" sz="quarter" idx="13"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RAPPEL DU TITRE DU CHAPITRE</a:t>
            </a:r>
          </a:p>
        </p:txBody>
      </p:sp>
      <p:sp>
        <p:nvSpPr>
          <p:cNvPr id="3" name="Espace réservé du contenu 2"/>
          <p:cNvSpPr>
            <a:spLocks noGrp="1"/>
          </p:cNvSpPr>
          <p:nvPr>
            <p:ph sz="half" idx="1"/>
          </p:nvPr>
        </p:nvSpPr>
        <p:spPr>
          <a:xfrm>
            <a:off x="1087320" y="1694935"/>
            <a:ext cx="3251110" cy="2545556"/>
          </a:xfrm>
          <a:prstGeom prst="rect">
            <a:avLst/>
          </a:prstGeom>
        </p:spPr>
        <p:txBody>
          <a:bodyPr lIns="0" tIns="0" rIns="0" bIns="0">
            <a:normAutofit/>
          </a:bodyPr>
          <a:lstStyle>
            <a:lvl1pPr marL="0" indent="0">
              <a:buFontTx/>
              <a:buNone/>
              <a:defRPr sz="1400">
                <a:latin typeface="Segoe UI Semilight" panose="020B0402040204020203" pitchFamily="34" charset="0"/>
                <a:cs typeface="Segoe UI Semilight" panose="020B0402040204020203" pitchFamily="34" charset="0"/>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p:txBody>
      </p:sp>
      <p:sp>
        <p:nvSpPr>
          <p:cNvPr id="4" name="Espace réservé du contenu 3"/>
          <p:cNvSpPr>
            <a:spLocks noGrp="1"/>
          </p:cNvSpPr>
          <p:nvPr>
            <p:ph sz="half" idx="2"/>
          </p:nvPr>
        </p:nvSpPr>
        <p:spPr>
          <a:xfrm>
            <a:off x="5136530" y="1694935"/>
            <a:ext cx="3296822" cy="2545556"/>
          </a:xfrm>
          <a:prstGeom prst="rect">
            <a:avLst/>
          </a:prstGeom>
        </p:spPr>
        <p:txBody>
          <a:bodyPr vert="horz" lIns="0" tIns="0" rIns="0" bIns="0" rtlCol="0">
            <a:normAutofit/>
          </a:bodyPr>
          <a:lstStyle>
            <a:lvl1pPr marL="342900" indent="-342900">
              <a:buFontTx/>
              <a:buNone/>
              <a:defRPr lang="fr-FR" sz="1400">
                <a:latin typeface="Segoe UI Semilight" panose="020B0402040204020203" pitchFamily="34" charset="0"/>
                <a:cs typeface="Segoe UI Semilight" panose="020B0402040204020203" pitchFamily="34" charset="0"/>
              </a:defRPr>
            </a:lvl1pPr>
            <a:lvl2pPr>
              <a:defRPr lang="fr-FR" sz="2400"/>
            </a:lvl2pPr>
            <a:lvl3pPr>
              <a:defRPr lang="fr-FR" sz="2000"/>
            </a:lvl3pPr>
            <a:lvl4pPr>
              <a:defRPr lang="fr-FR" sz="1800"/>
            </a:lvl4pPr>
            <a:lvl5pPr>
              <a:defRPr lang="fr-FR" sz="1800"/>
            </a:lvl5pPr>
          </a:lstStyle>
          <a:p>
            <a:pPr marL="0" lvl="0" indent="0">
              <a:buFontTx/>
              <a:buNone/>
            </a:pPr>
            <a:r>
              <a:rPr lang="fr-FR"/>
              <a:t>Cliquez pour modifier les styles du texte du masque</a:t>
            </a:r>
          </a:p>
        </p:txBody>
      </p:sp>
      <p:sp>
        <p:nvSpPr>
          <p:cNvPr id="5" name="Espace réservé de la date 4"/>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FF35A0BE-9E14-42A8-B9A8-9232D164E6DF}" type="datetime1">
              <a:rPr lang="fr-FR" smtClean="0"/>
              <a:t>01/10/2023</a:t>
            </a:fld>
            <a:endParaRPr lang="fr-FR"/>
          </a:p>
        </p:txBody>
      </p:sp>
      <p:sp>
        <p:nvSpPr>
          <p:cNvPr id="6" name="Espace réservé du pied de page 5"/>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7" name="Espace réservé du numéro de diapositive 6"/>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12" name="Titre 11"/>
          <p:cNvSpPr>
            <a:spLocks noGrp="1"/>
          </p:cNvSpPr>
          <p:nvPr>
            <p:ph type="title" hasCustomPrompt="1"/>
          </p:nvPr>
        </p:nvSpPr>
        <p:spPr>
          <a:xfrm>
            <a:off x="314226" y="116388"/>
            <a:ext cx="2491325" cy="229512"/>
          </a:xfrm>
          <a:prstGeom prst="rect">
            <a:avLst/>
          </a:prstGeom>
        </p:spPr>
        <p:txBody>
          <a:bodyPr vert="horz" lIns="0" tIns="0" rIns="0" bIns="0" rtlCol="0" anchor="t" anchorCtr="0">
            <a:noAutofit/>
          </a:bodyPr>
          <a:lstStyle>
            <a:lvl1pPr algn="l">
              <a:lnSpc>
                <a:spcPts val="1920"/>
              </a:lnSpc>
              <a:defRPr lang="fr-FR" sz="1600">
                <a:solidFill>
                  <a:schemeClr val="bg1"/>
                </a:solidFill>
                <a:latin typeface="Segoe UI Semilight" panose="020B0402040204020203" pitchFamily="34" charset="0"/>
                <a:cs typeface="Segoe UI Semilight" panose="020B0402040204020203" pitchFamily="34" charset="0"/>
              </a:defRPr>
            </a:lvl1pPr>
          </a:lstStyle>
          <a:p>
            <a:pPr marL="0" lvl="0" algn="l"/>
            <a:r>
              <a:rPr lang="fr-FR" dirty="0"/>
              <a:t>Chapitre 1</a:t>
            </a:r>
          </a:p>
        </p:txBody>
      </p:sp>
      <p:sp>
        <p:nvSpPr>
          <p:cNvPr id="15" name="Espace réservé du texte 14"/>
          <p:cNvSpPr>
            <a:spLocks noGrp="1"/>
          </p:cNvSpPr>
          <p:nvPr>
            <p:ph type="body" sz="quarter" idx="15" hasCustomPrompt="1"/>
          </p:nvPr>
        </p:nvSpPr>
        <p:spPr>
          <a:xfrm>
            <a:off x="4569646" y="1105372"/>
            <a:ext cx="3124904" cy="589563"/>
          </a:xfrm>
          <a:prstGeom prst="rect">
            <a:avLst/>
          </a:prstGeom>
        </p:spPr>
        <p:txBody>
          <a:bodyPr vert="horz" lIns="91440" tIns="45720" rIns="91440" bIns="45720" rtlCol="0">
            <a:normAutofit/>
          </a:bodyPr>
          <a:lstStyle>
            <a:lvl1pPr marL="342900" indent="-342900">
              <a:buSzPct val="120000"/>
              <a:buFontTx/>
              <a:buBlip>
                <a:blip r:embed="rId3"/>
              </a:buBlip>
              <a:defRPr lang="fr-FR" sz="2600" baseline="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vl2pPr>
              <a:defRPr lang="fr-FR" sz="2000">
                <a:solidFill>
                  <a:srgbClr val="000000"/>
                </a:solidFill>
                <a:latin typeface="SegoeBook"/>
                <a:cs typeface="SegoeBook"/>
              </a:defRPr>
            </a:lvl2pPr>
            <a:lvl3pPr>
              <a:defRPr lang="fr-FR" sz="1800">
                <a:solidFill>
                  <a:srgbClr val="000000"/>
                </a:solidFill>
                <a:latin typeface="SegoeBook"/>
                <a:cs typeface="SegoeBook"/>
              </a:defRPr>
            </a:lvl3pPr>
            <a:lvl4pPr>
              <a:defRPr lang="fr-FR" sz="1600">
                <a:latin typeface="SegoeBook"/>
                <a:cs typeface="SegoeBook"/>
              </a:defRPr>
            </a:lvl4pPr>
            <a:lvl5pPr>
              <a:defRPr lang="fr-FR" sz="1600">
                <a:latin typeface="SegoeBook"/>
                <a:cs typeface="SegoeBook"/>
              </a:defRPr>
            </a:lvl5pPr>
          </a:lstStyle>
          <a:p>
            <a:pPr lvl="0">
              <a:buSzPct val="120000"/>
              <a:buFontTx/>
              <a:buBlip>
                <a:blip r:embed="rId3"/>
              </a:buBlip>
            </a:pPr>
            <a:r>
              <a:rPr lang="fr-FR" dirty="0"/>
              <a:t> Contenu</a:t>
            </a:r>
          </a:p>
        </p:txBody>
      </p:sp>
      <p:sp>
        <p:nvSpPr>
          <p:cNvPr id="16" name="Espace réservé du texte 14"/>
          <p:cNvSpPr>
            <a:spLocks noGrp="1"/>
          </p:cNvSpPr>
          <p:nvPr>
            <p:ph type="body" sz="quarter" idx="16" hasCustomPrompt="1"/>
          </p:nvPr>
        </p:nvSpPr>
        <p:spPr>
          <a:xfrm>
            <a:off x="611560" y="1105372"/>
            <a:ext cx="3124904" cy="589563"/>
          </a:xfrm>
          <a:prstGeom prst="rect">
            <a:avLst/>
          </a:prstGeom>
        </p:spPr>
        <p:txBody>
          <a:bodyPr vert="horz" lIns="91440" tIns="45720" rIns="91440" bIns="45720" rtlCol="0">
            <a:normAutofit/>
          </a:bodyPr>
          <a:lstStyle>
            <a:lvl1pPr marL="457200" indent="-457200">
              <a:buSzPct val="121000"/>
              <a:buFontTx/>
              <a:buBlip>
                <a:blip r:embed="rId3"/>
              </a:buBlip>
              <a:defRPr lang="fr-FR" sz="2600" baseline="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buSzPct val="120000"/>
              <a:buFontTx/>
              <a:buBlip>
                <a:blip r:embed="rId3"/>
              </a:buBlip>
            </a:pPr>
            <a:r>
              <a:rPr lang="fr-FR"/>
              <a:t>Contenu</a:t>
            </a:r>
          </a:p>
        </p:txBody>
      </p:sp>
    </p:spTree>
    <p:extLst>
      <p:ext uri="{BB962C8B-B14F-4D97-AF65-F5344CB8AC3E}">
        <p14:creationId xmlns:p14="http://schemas.microsoft.com/office/powerpoint/2010/main" val="1087509799"/>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aison">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317421" y="109206"/>
            <a:ext cx="1479899" cy="225959"/>
          </a:xfrm>
          <a:prstGeom prst="rect">
            <a:avLst/>
          </a:prstGeom>
        </p:spPr>
        <p:txBody>
          <a:bodyPr lIns="0" tIns="0" rIns="0" bIns="0" anchor="t" anchorCtr="0">
            <a:noAutofit/>
          </a:bodyPr>
          <a:lstStyle>
            <a:lvl1pPr algn="l">
              <a:defRPr sz="1600">
                <a:solidFill>
                  <a:schemeClr val="bg1"/>
                </a:solidFill>
                <a:latin typeface="Segoe UI Semilight" panose="020B0402040204020203" pitchFamily="34" charset="0"/>
                <a:cs typeface="Segoe UI Semilight" panose="020B0402040204020203" pitchFamily="34" charset="0"/>
              </a:defRPr>
            </a:lvl1pPr>
          </a:lstStyle>
          <a:p>
            <a:r>
              <a:rPr lang="fr-FR" dirty="0"/>
              <a:t>Chapitre 1</a:t>
            </a:r>
          </a:p>
        </p:txBody>
      </p:sp>
      <p:sp>
        <p:nvSpPr>
          <p:cNvPr id="3" name="Espace réservé du texte 2"/>
          <p:cNvSpPr>
            <a:spLocks noGrp="1"/>
          </p:cNvSpPr>
          <p:nvPr>
            <p:ph type="body" idx="1" hasCustomPrompt="1"/>
          </p:nvPr>
        </p:nvSpPr>
        <p:spPr>
          <a:xfrm>
            <a:off x="457200" y="1151335"/>
            <a:ext cx="4040188" cy="479822"/>
          </a:xfrm>
          <a:prstGeom prst="rect">
            <a:avLst/>
          </a:prstGeom>
        </p:spPr>
        <p:txBody>
          <a:bodyPr lIns="0" tIns="0" rIns="0" bIns="0" anchor="t" anchorCtr="0">
            <a:noAutofit/>
          </a:bodyPr>
          <a:lstStyle>
            <a:lvl1pPr marL="457200" indent="-457200">
              <a:buSzPct val="120000"/>
              <a:buFontTx/>
              <a:buBlip>
                <a:blip r:embed="rId3"/>
              </a:buBlip>
              <a:defRPr sz="2600" b="1">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Contenu</a:t>
            </a:r>
          </a:p>
        </p:txBody>
      </p:sp>
      <p:sp>
        <p:nvSpPr>
          <p:cNvPr id="5" name="Espace réservé du texte 4"/>
          <p:cNvSpPr>
            <a:spLocks noGrp="1"/>
          </p:cNvSpPr>
          <p:nvPr>
            <p:ph type="body" sz="quarter" idx="3" hasCustomPrompt="1"/>
          </p:nvPr>
        </p:nvSpPr>
        <p:spPr>
          <a:xfrm>
            <a:off x="4645026" y="1151335"/>
            <a:ext cx="3813123" cy="479822"/>
          </a:xfrm>
          <a:prstGeom prst="rect">
            <a:avLst/>
          </a:prstGeom>
        </p:spPr>
        <p:txBody>
          <a:bodyPr lIns="0" tIns="0" rIns="0" bIns="0" anchor="t" anchorCtr="0">
            <a:noAutofit/>
          </a:bodyPr>
          <a:lstStyle>
            <a:lvl1pPr marL="457200" indent="-457200">
              <a:buSzPct val="120000"/>
              <a:buFontTx/>
              <a:buBlip>
                <a:blip r:embed="rId3"/>
              </a:buBlip>
              <a:defRPr sz="2600" b="1">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Contenu</a:t>
            </a:r>
          </a:p>
        </p:txBody>
      </p:sp>
      <p:sp>
        <p:nvSpPr>
          <p:cNvPr id="7" name="Espace réservé de la date 6"/>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F7F81834-CB26-4610-A630-D928C1E20253}" type="datetime1">
              <a:rPr lang="fr-FR" smtClean="0"/>
              <a:t>01/10/2023</a:t>
            </a:fld>
            <a:endParaRPr lang="fr-FR"/>
          </a:p>
        </p:txBody>
      </p:sp>
      <p:sp>
        <p:nvSpPr>
          <p:cNvPr id="8" name="Espace réservé du pied de page 7"/>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9" name="Espace réservé du numéro de diapositive 8"/>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11" name="Espace réservé du texte 10"/>
          <p:cNvSpPr>
            <a:spLocks noGrp="1"/>
          </p:cNvSpPr>
          <p:nvPr>
            <p:ph type="body" sz="quarter" idx="14"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RAPPEL DU TITRE DU CHAPITRE</a:t>
            </a:r>
          </a:p>
        </p:txBody>
      </p:sp>
      <p:sp>
        <p:nvSpPr>
          <p:cNvPr id="13" name="Espace réservé du graphique 12"/>
          <p:cNvSpPr>
            <a:spLocks noGrp="1"/>
          </p:cNvSpPr>
          <p:nvPr>
            <p:ph type="chart" sz="quarter" idx="15"/>
          </p:nvPr>
        </p:nvSpPr>
        <p:spPr>
          <a:xfrm>
            <a:off x="528638" y="1928813"/>
            <a:ext cx="3656012" cy="2532062"/>
          </a:xfrm>
          <a:prstGeom prst="rect">
            <a:avLst/>
          </a:prstGeom>
          <a:ln w="57150" cap="sq" cmpd="sng">
            <a:solidFill>
              <a:srgbClr val="3198E5"/>
            </a:solidFill>
            <a:miter lim="800000"/>
          </a:ln>
        </p:spPr>
        <p:txBody>
          <a:bodyPr lIns="0" tIns="0" bIns="0" anchor="ctr" anchorCtr="0">
            <a:normAutofit/>
          </a:bodyPr>
          <a:lstStyle>
            <a:lvl1pPr marL="0" indent="0" algn="ctr">
              <a:buFontTx/>
              <a:buNone/>
              <a:defRPr sz="1800">
                <a:solidFill>
                  <a:srgbClr val="3198E5"/>
                </a:solidFill>
                <a:latin typeface="Segoe UI Semilight" panose="020B0402040204020203" pitchFamily="34" charset="0"/>
                <a:cs typeface="Segoe UI Semilight" panose="020B0402040204020203" pitchFamily="34" charset="0"/>
              </a:defRPr>
            </a:lvl1pPr>
          </a:lstStyle>
          <a:p>
            <a:r>
              <a:rPr lang="fr-FR"/>
              <a:t>Cliquez sur l'icône pour ajouter un graphique</a:t>
            </a:r>
          </a:p>
        </p:txBody>
      </p:sp>
      <p:sp>
        <p:nvSpPr>
          <p:cNvPr id="15" name="Espace réservé du graphique 14"/>
          <p:cNvSpPr>
            <a:spLocks noGrp="1"/>
          </p:cNvSpPr>
          <p:nvPr>
            <p:ph type="chart" sz="quarter" idx="16"/>
          </p:nvPr>
        </p:nvSpPr>
        <p:spPr>
          <a:xfrm>
            <a:off x="4705350" y="1928813"/>
            <a:ext cx="3752799" cy="2532062"/>
          </a:xfrm>
          <a:prstGeom prst="rect">
            <a:avLst/>
          </a:prstGeom>
          <a:ln w="57150" cap="sq" cmpd="sng">
            <a:solidFill>
              <a:srgbClr val="3198E5"/>
            </a:solidFill>
            <a:miter lim="800000"/>
          </a:ln>
        </p:spPr>
        <p:txBody>
          <a:bodyPr lIns="0" tIns="0" bIns="0" anchor="ctr" anchorCtr="0">
            <a:normAutofit/>
          </a:bodyPr>
          <a:lstStyle>
            <a:lvl1pPr marL="0" indent="0" algn="ctr">
              <a:buFontTx/>
              <a:buNone/>
              <a:defRPr sz="1800">
                <a:solidFill>
                  <a:srgbClr val="3198E5"/>
                </a:solidFill>
                <a:latin typeface="Segoe UI Semilight" panose="020B0402040204020203" pitchFamily="34" charset="0"/>
                <a:cs typeface="Segoe UI Semilight" panose="020B0402040204020203" pitchFamily="34" charset="0"/>
              </a:defRPr>
            </a:lvl1pPr>
          </a:lstStyle>
          <a:p>
            <a:r>
              <a:rPr lang="fr-FR"/>
              <a:t>Cliquez sur l'icône pour ajouter un graphique</a:t>
            </a:r>
          </a:p>
        </p:txBody>
      </p:sp>
    </p:spTree>
    <p:extLst>
      <p:ext uri="{BB962C8B-B14F-4D97-AF65-F5344CB8AC3E}">
        <p14:creationId xmlns:p14="http://schemas.microsoft.com/office/powerpoint/2010/main" val="3743057335"/>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seul">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0C1E7D4E-DC1C-4772-8A99-B24836D22B31}" type="datetime1">
              <a:rPr lang="fr-FR" smtClean="0"/>
              <a:t>01/10/2023</a:t>
            </a:fld>
            <a:endParaRPr lang="fr-FR"/>
          </a:p>
        </p:txBody>
      </p:sp>
      <p:sp>
        <p:nvSpPr>
          <p:cNvPr id="4" name="Espace réservé du pied de page 3"/>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5" name="Espace réservé du numéro de diapositive 4"/>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7" name="Espace réservé du texte 10"/>
          <p:cNvSpPr>
            <a:spLocks noGrp="1"/>
          </p:cNvSpPr>
          <p:nvPr>
            <p:ph type="body" sz="quarter" idx="13"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RAPPEL DU TITRE DU CHAPITRE</a:t>
            </a:r>
          </a:p>
        </p:txBody>
      </p:sp>
      <p:sp>
        <p:nvSpPr>
          <p:cNvPr id="10" name="Espace réservé du texte 9"/>
          <p:cNvSpPr>
            <a:spLocks noGrp="1"/>
          </p:cNvSpPr>
          <p:nvPr>
            <p:ph type="body" sz="quarter" idx="14" hasCustomPrompt="1"/>
          </p:nvPr>
        </p:nvSpPr>
        <p:spPr>
          <a:xfrm>
            <a:off x="314912" y="115910"/>
            <a:ext cx="2023708" cy="219622"/>
          </a:xfrm>
          <a:prstGeom prst="rect">
            <a:avLst/>
          </a:prstGeom>
        </p:spPr>
        <p:txBody>
          <a:bodyPr vert="horz" wrap="square" lIns="0" tIns="0" rIns="0" bIns="0" rtlCol="0" anchor="t" anchorCtr="0">
            <a:noAutofit/>
          </a:bodyPr>
          <a:lstStyle>
            <a:lvl1pPr marL="0" indent="0">
              <a:buFontTx/>
              <a:buNone/>
              <a:defRPr lang="fr-FR" sz="1600">
                <a:solidFill>
                  <a:schemeClr val="bg1"/>
                </a:solidFill>
                <a:latin typeface="Segoe UI Semilight" panose="020B0402040204020203" pitchFamily="34" charset="0"/>
                <a:ea typeface="+mj-ea"/>
                <a:cs typeface="Segoe UI Semilight" panose="020B0402040204020203" pitchFamily="34" charset="0"/>
              </a:defRPr>
            </a:lvl1pPr>
            <a:lvl2pPr>
              <a:defRPr lang="fr-FR"/>
            </a:lvl2pPr>
            <a:lvl3pPr>
              <a:defRPr lang="fr-FR"/>
            </a:lvl3pPr>
            <a:lvl4pPr>
              <a:defRPr lang="fr-FR"/>
            </a:lvl4pPr>
            <a:lvl5pPr>
              <a:defRPr lang="fr-FR"/>
            </a:lvl5pPr>
          </a:lstStyle>
          <a:p>
            <a:pPr marL="0" lvl="0">
              <a:lnSpc>
                <a:spcPts val="1920"/>
              </a:lnSpc>
              <a:spcBef>
                <a:spcPct val="0"/>
              </a:spcBef>
              <a:buNone/>
            </a:pPr>
            <a:r>
              <a:rPr lang="fr-FR" dirty="0"/>
              <a:t>Chapitre 1</a:t>
            </a:r>
          </a:p>
        </p:txBody>
      </p:sp>
    </p:spTree>
    <p:extLst>
      <p:ext uri="{BB962C8B-B14F-4D97-AF65-F5344CB8AC3E}">
        <p14:creationId xmlns:p14="http://schemas.microsoft.com/office/powerpoint/2010/main" val="3882522015"/>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9655C9D1-3C8F-4638-BE58-58F0A595CF13}" type="datetime1">
              <a:rPr lang="fr-FR" smtClean="0"/>
              <a:t>01/10/2023</a:t>
            </a:fld>
            <a:endParaRPr lang="fr-FR"/>
          </a:p>
        </p:txBody>
      </p:sp>
      <p:sp>
        <p:nvSpPr>
          <p:cNvPr id="4" name="Espace réservé du numéro de diapositive 3"/>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6" name="Espace réservé du pied de page 3"/>
          <p:cNvSpPr>
            <a:spLocks noGrp="1"/>
          </p:cNvSpPr>
          <p:nvPr>
            <p:ph type="ftr" sz="quarter" idx="11"/>
          </p:nvPr>
        </p:nvSpPr>
        <p:spPr>
          <a:xfrm>
            <a:off x="3124200" y="4767263"/>
            <a:ext cx="2895600" cy="273844"/>
          </a:xfrm>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Tree>
    <p:extLst>
      <p:ext uri="{BB962C8B-B14F-4D97-AF65-F5344CB8AC3E}">
        <p14:creationId xmlns:p14="http://schemas.microsoft.com/office/powerpoint/2010/main" val="3086252794"/>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au avec légen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Espace réservé du texte 3"/>
          <p:cNvSpPr>
            <a:spLocks noGrp="1"/>
          </p:cNvSpPr>
          <p:nvPr>
            <p:ph type="body" sz="half" idx="2"/>
          </p:nvPr>
        </p:nvSpPr>
        <p:spPr>
          <a:xfrm>
            <a:off x="1039091" y="1685636"/>
            <a:ext cx="2247515" cy="2801697"/>
          </a:xfrm>
          <a:prstGeom prst="rect">
            <a:avLst/>
          </a:prstGeom>
        </p:spPr>
        <p:txBody>
          <a:bodyPr vert="horz" lIns="0" tIns="0" rIns="0" bIns="0" rtlCol="0">
            <a:noAutofit/>
          </a:bodyPr>
          <a:lstStyle>
            <a:lvl1pPr marL="0" indent="-342900">
              <a:spcBef>
                <a:spcPts val="300"/>
              </a:spcBef>
              <a:buFontTx/>
              <a:buNone/>
              <a:defRPr lang="fr-FR" sz="1400">
                <a:latin typeface="Segoe UI Semilight" panose="020B0402040204020203" pitchFamily="34" charset="0"/>
                <a:cs typeface="Segoe UI Semilight" panose="020B0402040204020203" pitchFamily="34" charset="0"/>
              </a:defRPr>
            </a:lvl1pPr>
          </a:lstStyle>
          <a:p>
            <a:pPr marL="0" lvl="0" indent="0">
              <a:buFontTx/>
              <a:buNone/>
            </a:pPr>
            <a:r>
              <a:rPr lang="fr-FR"/>
              <a:t>Cliquez pour modifier les styles du texte du masque</a:t>
            </a:r>
          </a:p>
        </p:txBody>
      </p:sp>
      <p:sp>
        <p:nvSpPr>
          <p:cNvPr id="5" name="Espace réservé de la date 4"/>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2B1AF93D-6C7F-494E-B260-82C06413D413}" type="datetime1">
              <a:rPr lang="fr-FR" smtClean="0"/>
              <a:t>01/10/2023</a:t>
            </a:fld>
            <a:endParaRPr lang="fr-FR"/>
          </a:p>
        </p:txBody>
      </p:sp>
      <p:sp>
        <p:nvSpPr>
          <p:cNvPr id="6" name="Espace réservé du pied de page 5"/>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7" name="Espace réservé du numéro de diapositive 6"/>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13" name="Espace réservé du texte 10"/>
          <p:cNvSpPr>
            <a:spLocks noGrp="1"/>
          </p:cNvSpPr>
          <p:nvPr>
            <p:ph type="body" sz="quarter" idx="14"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RAPPEL DU TITRE DU CHAPITRE</a:t>
            </a:r>
          </a:p>
        </p:txBody>
      </p:sp>
      <p:sp>
        <p:nvSpPr>
          <p:cNvPr id="14" name="Espace réservé du texte 9"/>
          <p:cNvSpPr>
            <a:spLocks noGrp="1"/>
          </p:cNvSpPr>
          <p:nvPr>
            <p:ph type="body" sz="quarter" idx="15" hasCustomPrompt="1"/>
          </p:nvPr>
        </p:nvSpPr>
        <p:spPr>
          <a:xfrm>
            <a:off x="323793" y="124792"/>
            <a:ext cx="2023708" cy="219622"/>
          </a:xfrm>
          <a:prstGeom prst="rect">
            <a:avLst/>
          </a:prstGeom>
        </p:spPr>
        <p:txBody>
          <a:bodyPr vert="horz" wrap="square" lIns="0" tIns="0" rIns="0" bIns="0" rtlCol="0" anchor="t" anchorCtr="0">
            <a:noAutofit/>
          </a:bodyPr>
          <a:lstStyle>
            <a:lvl1pPr marL="0" indent="0">
              <a:buFontTx/>
              <a:buNone/>
              <a:defRPr lang="fr-FR" sz="1600">
                <a:solidFill>
                  <a:schemeClr val="bg1"/>
                </a:solidFill>
                <a:latin typeface="Segoe UI Semilight" panose="020B0402040204020203" pitchFamily="34" charset="0"/>
                <a:ea typeface="+mj-ea"/>
                <a:cs typeface="Segoe UI Semilight" panose="020B0402040204020203" pitchFamily="34" charset="0"/>
              </a:defRPr>
            </a:lvl1pPr>
            <a:lvl2pPr>
              <a:defRPr lang="fr-FR"/>
            </a:lvl2pPr>
            <a:lvl3pPr>
              <a:defRPr lang="fr-FR"/>
            </a:lvl3pPr>
            <a:lvl4pPr>
              <a:defRPr lang="fr-FR"/>
            </a:lvl4pPr>
            <a:lvl5pPr>
              <a:defRPr lang="fr-FR"/>
            </a:lvl5pPr>
          </a:lstStyle>
          <a:p>
            <a:pPr marL="0" lvl="0">
              <a:lnSpc>
                <a:spcPts val="1920"/>
              </a:lnSpc>
              <a:spcBef>
                <a:spcPct val="0"/>
              </a:spcBef>
              <a:buNone/>
            </a:pPr>
            <a:r>
              <a:rPr lang="fr-FR" dirty="0"/>
              <a:t>Chapitre 1</a:t>
            </a:r>
          </a:p>
        </p:txBody>
      </p:sp>
      <p:sp>
        <p:nvSpPr>
          <p:cNvPr id="18" name="Espace réservé du texte 17"/>
          <p:cNvSpPr>
            <a:spLocks noGrp="1"/>
          </p:cNvSpPr>
          <p:nvPr>
            <p:ph type="body" sz="quarter" idx="17" hasCustomPrompt="1"/>
          </p:nvPr>
        </p:nvSpPr>
        <p:spPr>
          <a:xfrm>
            <a:off x="568807" y="1176866"/>
            <a:ext cx="2694708" cy="501073"/>
          </a:xfrm>
          <a:prstGeom prst="rect">
            <a:avLst/>
          </a:prstGeom>
        </p:spPr>
        <p:txBody>
          <a:bodyPr lIns="0" tIns="0" rIns="0" bIns="0">
            <a:noAutofit/>
          </a:bodyPr>
          <a:lstStyle>
            <a:lvl1pPr marL="342900" indent="-342900">
              <a:buSzPct val="120000"/>
              <a:buFontTx/>
              <a:buBlip>
                <a:blip r:embed="rId3"/>
              </a:buBlip>
              <a:defRPr sz="2600" baseline="0">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 Contenu</a:t>
            </a:r>
          </a:p>
        </p:txBody>
      </p:sp>
      <p:sp>
        <p:nvSpPr>
          <p:cNvPr id="22" name="Espace réservé du tableau 21"/>
          <p:cNvSpPr>
            <a:spLocks noGrp="1"/>
          </p:cNvSpPr>
          <p:nvPr>
            <p:ph type="tbl" sz="quarter" idx="19"/>
          </p:nvPr>
        </p:nvSpPr>
        <p:spPr>
          <a:xfrm>
            <a:off x="4210243" y="1190962"/>
            <a:ext cx="4476558" cy="3296371"/>
          </a:xfrm>
          <a:prstGeom prst="rect">
            <a:avLst/>
          </a:prstGeom>
          <a:ln w="57150" cap="sq" cmpd="sng">
            <a:solidFill>
              <a:srgbClr val="3198E5"/>
            </a:solidFill>
            <a:miter lim="800000"/>
          </a:ln>
        </p:spPr>
        <p:txBody>
          <a:bodyPr anchor="ctr" anchorCtr="0">
            <a:normAutofit/>
          </a:bodyPr>
          <a:lstStyle>
            <a:lvl1pPr marL="0" indent="0" algn="ctr">
              <a:buFontTx/>
              <a:buNone/>
              <a:defRPr sz="1800">
                <a:solidFill>
                  <a:srgbClr val="3198E5"/>
                </a:solidFill>
                <a:latin typeface="Segoe UI Semilight" panose="020B0402040204020203" pitchFamily="34" charset="0"/>
                <a:cs typeface="Segoe UI Semilight" panose="020B0402040204020203" pitchFamily="34" charset="0"/>
              </a:defRPr>
            </a:lvl1pPr>
          </a:lstStyle>
          <a:p>
            <a:r>
              <a:rPr lang="fr-FR"/>
              <a:t>Cliquez sur l'icône pour ajouter un tableau</a:t>
            </a:r>
          </a:p>
        </p:txBody>
      </p:sp>
    </p:spTree>
    <p:extLst>
      <p:ext uri="{BB962C8B-B14F-4D97-AF65-F5344CB8AC3E}">
        <p14:creationId xmlns:p14="http://schemas.microsoft.com/office/powerpoint/2010/main" val="1248174108"/>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avec légen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792288" y="3812977"/>
            <a:ext cx="5486400" cy="425054"/>
          </a:xfrm>
          <a:prstGeom prst="rect">
            <a:avLst/>
          </a:prstGeom>
        </p:spPr>
        <p:txBody>
          <a:bodyPr anchor="b">
            <a:noAutofit/>
          </a:bodyPr>
          <a:lstStyle>
            <a:lvl1pPr marL="457200" indent="-457200" algn="l">
              <a:buSzPct val="120000"/>
              <a:buFontTx/>
              <a:buBlip>
                <a:blip r:embed="rId3"/>
              </a:buBlip>
              <a:defRPr sz="2600" b="1">
                <a:solidFill>
                  <a:srgbClr val="123A61"/>
                </a:solidFill>
                <a:latin typeface="Segoe UI Black" panose="020B0A02040204020203" pitchFamily="34" charset="0"/>
                <a:ea typeface="Segoe UI Black" panose="020B0A02040204020203" pitchFamily="34" charset="0"/>
                <a:cs typeface="Segoe UI Black" panose="020B0A02040204020203" pitchFamily="34" charset="0"/>
              </a:defRPr>
            </a:lvl1pPr>
          </a:lstStyle>
          <a:p>
            <a:r>
              <a:rPr lang="fr-FR" dirty="0"/>
              <a:t>Contenu</a:t>
            </a:r>
          </a:p>
        </p:txBody>
      </p:sp>
      <p:sp>
        <p:nvSpPr>
          <p:cNvPr id="3" name="Espace réservé pour une image  2"/>
          <p:cNvSpPr>
            <a:spLocks noGrp="1"/>
          </p:cNvSpPr>
          <p:nvPr>
            <p:ph type="pic" idx="1"/>
          </p:nvPr>
        </p:nvSpPr>
        <p:spPr>
          <a:xfrm>
            <a:off x="1792288" y="962121"/>
            <a:ext cx="5486400" cy="2747818"/>
          </a:xfrm>
          <a:prstGeom prst="rect">
            <a:avLst/>
          </a:prstGeom>
          <a:ln w="57150" cap="sq" cmpd="sng">
            <a:solidFill>
              <a:srgbClr val="3198E5"/>
            </a:solidFill>
            <a:miter lim="800000"/>
          </a:ln>
        </p:spPr>
        <p:txBody>
          <a:bodyPr anchor="ctr" anchorCtr="0">
            <a:normAutofit/>
          </a:bodyPr>
          <a:lstStyle>
            <a:lvl1pPr marL="0" indent="0" algn="ctr">
              <a:buNone/>
              <a:defRPr sz="1800">
                <a:solidFill>
                  <a:srgbClr val="3198E5"/>
                </a:solidFill>
                <a:latin typeface="Segoe UI Semilight" panose="020B0402040204020203" pitchFamily="34" charset="0"/>
                <a:cs typeface="Segoe UI Semilight" panose="020B04020402040202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2286000" y="4238030"/>
            <a:ext cx="4992688" cy="438739"/>
          </a:xfrm>
          <a:prstGeom prst="rect">
            <a:avLst/>
          </a:prstGeom>
        </p:spPr>
        <p:txBody>
          <a:bodyPr/>
          <a:lstStyle>
            <a:lvl1pPr marL="0" indent="0">
              <a:buNone/>
              <a:defRPr sz="1400">
                <a:latin typeface="Segoe UI Semilight" panose="020B0402040204020203" pitchFamily="34" charset="0"/>
                <a:cs typeface="Segoe UI Semilight" panose="020B0402040204020203"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lvl1pPr>
              <a:defRPr sz="800">
                <a:latin typeface="Segoe UI Semilight" panose="020B0402040204020203" pitchFamily="34" charset="0"/>
                <a:cs typeface="Segoe UI Semilight" panose="020B0402040204020203" pitchFamily="34" charset="0"/>
              </a:defRPr>
            </a:lvl1pPr>
          </a:lstStyle>
          <a:p>
            <a:fld id="{58A3773E-7AB6-478D-BC62-55367E9507FC}" type="datetime1">
              <a:rPr lang="fr-FR" smtClean="0"/>
              <a:t>01/10/2023</a:t>
            </a:fld>
            <a:endParaRPr lang="fr-FR"/>
          </a:p>
        </p:txBody>
      </p:sp>
      <p:sp>
        <p:nvSpPr>
          <p:cNvPr id="6" name="Espace réservé du pied de page 5"/>
          <p:cNvSpPr>
            <a:spLocks noGrp="1"/>
          </p:cNvSpPr>
          <p:nvPr>
            <p:ph type="ftr" sz="quarter" idx="11"/>
          </p:nvPr>
        </p:nvSpPr>
        <p:spPr/>
        <p:txBody>
          <a:bodyPr/>
          <a:lstStyle>
            <a:lvl1pPr>
              <a:defRPr sz="800">
                <a:latin typeface="Segoe UI Semilight" panose="020B0402040204020203" pitchFamily="34" charset="0"/>
                <a:cs typeface="Segoe UI Semilight" panose="020B0402040204020203" pitchFamily="34" charset="0"/>
              </a:defRPr>
            </a:lvl1pPr>
          </a:lstStyle>
          <a:p>
            <a:r>
              <a:rPr lang="fr-FR"/>
              <a:t>(c) ITGStore Consulting</a:t>
            </a:r>
          </a:p>
        </p:txBody>
      </p:sp>
      <p:sp>
        <p:nvSpPr>
          <p:cNvPr id="7" name="Espace réservé du numéro de diapositive 6"/>
          <p:cNvSpPr>
            <a:spLocks noGrp="1"/>
          </p:cNvSpPr>
          <p:nvPr>
            <p:ph type="sldNum" sz="quarter" idx="12"/>
          </p:nvPr>
        </p:nvSpPr>
        <p:spPr/>
        <p:txBody>
          <a:bodyPr/>
          <a:lstStyle>
            <a:lvl1pPr>
              <a:defRPr sz="800">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
        <p:nvSpPr>
          <p:cNvPr id="9" name="Espace réservé du texte 10"/>
          <p:cNvSpPr>
            <a:spLocks noGrp="1"/>
          </p:cNvSpPr>
          <p:nvPr>
            <p:ph type="body" sz="quarter" idx="14" hasCustomPrompt="1"/>
          </p:nvPr>
        </p:nvSpPr>
        <p:spPr>
          <a:xfrm>
            <a:off x="317421" y="358311"/>
            <a:ext cx="3557405" cy="272821"/>
          </a:xfrm>
          <a:prstGeom prst="rect">
            <a:avLst/>
          </a:prstGeom>
        </p:spPr>
        <p:txBody>
          <a:bodyPr lIns="0" tIns="0" rIns="0" bIns="0">
            <a:normAutofit/>
          </a:bodyPr>
          <a:lstStyle>
            <a:lvl1pPr marL="0" indent="0">
              <a:buFontTx/>
              <a:buNone/>
              <a:defRPr sz="1500">
                <a:solidFill>
                  <a:schemeClr val="bg1"/>
                </a:soli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fr-FR"/>
              <a:t>RAPPEL DU TITRE DU CHAPITRE</a:t>
            </a:r>
          </a:p>
        </p:txBody>
      </p:sp>
      <p:sp>
        <p:nvSpPr>
          <p:cNvPr id="10" name="Espace réservé du texte 10"/>
          <p:cNvSpPr>
            <a:spLocks noGrp="1"/>
          </p:cNvSpPr>
          <p:nvPr>
            <p:ph type="body" sz="quarter" idx="15" hasCustomPrompt="1"/>
          </p:nvPr>
        </p:nvSpPr>
        <p:spPr>
          <a:xfrm>
            <a:off x="317421" y="116918"/>
            <a:ext cx="2273379" cy="241394"/>
          </a:xfrm>
          <a:prstGeom prst="rect">
            <a:avLst/>
          </a:prstGeom>
        </p:spPr>
        <p:txBody>
          <a:bodyPr lIns="0" tIns="0" rIns="0" bIns="0">
            <a:noAutofit/>
          </a:bodyPr>
          <a:lstStyle>
            <a:lvl1pPr marL="0" indent="0">
              <a:buFontTx/>
              <a:buNone/>
              <a:defRPr sz="1600">
                <a:solidFill>
                  <a:schemeClr val="bg1"/>
                </a:solidFill>
                <a:latin typeface="Segoe UI Semilight" panose="020B0402040204020203" pitchFamily="34" charset="0"/>
                <a:cs typeface="Segoe UI Semilight" panose="020B0402040204020203" pitchFamily="34" charset="0"/>
              </a:defRPr>
            </a:lvl1pPr>
          </a:lstStyle>
          <a:p>
            <a:pPr lvl="0"/>
            <a:r>
              <a:rPr lang="fr-FR"/>
              <a:t>Chapitre 1</a:t>
            </a:r>
          </a:p>
        </p:txBody>
      </p:sp>
    </p:spTree>
    <p:extLst>
      <p:ext uri="{BB962C8B-B14F-4D97-AF65-F5344CB8AC3E}">
        <p14:creationId xmlns:p14="http://schemas.microsoft.com/office/powerpoint/2010/main" val="3034935419"/>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484584" y="339538"/>
            <a:ext cx="7053542" cy="1050398"/>
          </a:xfrm>
          <a:prstGeom prst="rect">
            <a:avLst/>
          </a:prstGeom>
        </p:spPr>
        <p:txBody>
          <a:bodyPr lIns="68580" tIns="34290" rIns="68580" bIns="34290"/>
          <a:lstStyle/>
          <a:p>
            <a:r>
              <a:rPr lang="fr-FR"/>
              <a:t>Modifiez le style du titre</a:t>
            </a:r>
            <a:endParaRPr lang="en-US" dirty="0"/>
          </a:p>
        </p:txBody>
      </p:sp>
      <p:sp>
        <p:nvSpPr>
          <p:cNvPr id="3" name="Content Placeholder 2"/>
          <p:cNvSpPr>
            <a:spLocks noGrp="1"/>
          </p:cNvSpPr>
          <p:nvPr>
            <p:ph idx="1"/>
          </p:nvPr>
        </p:nvSpPr>
        <p:spPr>
          <a:xfrm>
            <a:off x="827484" y="1539689"/>
            <a:ext cx="6709906" cy="3146611"/>
          </a:xfrm>
          <a:prstGeom prst="rect">
            <a:avLst/>
          </a:prstGeom>
        </p:spPr>
        <p:txBody>
          <a:bodyPr lIns="68580" tIns="34290" rIns="68580" bIns="3429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6E82139-B618-4AFE-921F-3D33CC2D3604}" type="datetime1">
              <a:rPr lang="fr-FR" smtClean="0"/>
              <a:t>01/10/2023</a:t>
            </a:fld>
            <a:endParaRPr lang="en-US" dirty="0"/>
          </a:p>
        </p:txBody>
      </p:sp>
      <p:sp>
        <p:nvSpPr>
          <p:cNvPr id="5" name="Footer Placeholder 4"/>
          <p:cNvSpPr>
            <a:spLocks noGrp="1"/>
          </p:cNvSpPr>
          <p:nvPr>
            <p:ph type="ftr" sz="quarter" idx="11"/>
          </p:nvPr>
        </p:nvSpPr>
        <p:spPr/>
        <p:txBody>
          <a:bodyPr/>
          <a:lstStyle/>
          <a:p>
            <a:r>
              <a:rPr lang="en-US"/>
              <a:t>(c) ITGStore Consulting</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747050287"/>
      </p:ext>
    </p:extLst>
  </p:cSld>
  <p:clrMapOvr>
    <a:masterClrMapping/>
  </p:clrMapOvr>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Espace réservé de la date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800">
                <a:solidFill>
                  <a:schemeClr val="tx1">
                    <a:tint val="75000"/>
                  </a:schemeClr>
                </a:solidFill>
                <a:latin typeface="Segoe UI Semilight" panose="020B0402040204020203" pitchFamily="34" charset="0"/>
                <a:cs typeface="Segoe UI Semilight" panose="020B0402040204020203" pitchFamily="34" charset="0"/>
              </a:defRPr>
            </a:lvl1pPr>
          </a:lstStyle>
          <a:p>
            <a:fld id="{CB9AE91C-760B-47A7-9DC9-3E2C37DFEDFC}" type="datetime1">
              <a:rPr lang="fr-FR" smtClean="0"/>
              <a:t>01/10/2023</a:t>
            </a:fld>
            <a:endParaRPr lang="fr-FR"/>
          </a:p>
        </p:txBody>
      </p:sp>
      <p:sp>
        <p:nvSpPr>
          <p:cNvPr id="5" name="Espace réservé du pied de page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800">
                <a:solidFill>
                  <a:schemeClr val="tx1">
                    <a:tint val="75000"/>
                  </a:schemeClr>
                </a:solidFill>
                <a:latin typeface="Segoe UI Semilight" panose="020B0402040204020203" pitchFamily="34" charset="0"/>
                <a:cs typeface="Segoe UI Semilight" panose="020B0402040204020203" pitchFamily="34" charset="0"/>
              </a:defRPr>
            </a:lvl1pPr>
          </a:lstStyle>
          <a:p>
            <a:r>
              <a:rPr lang="fr-FR"/>
              <a:t>(c) ITGStore Consulting</a:t>
            </a:r>
          </a:p>
        </p:txBody>
      </p:sp>
      <p:sp>
        <p:nvSpPr>
          <p:cNvPr id="6" name="Espace réservé du numéro de diapositive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800">
                <a:solidFill>
                  <a:schemeClr val="tx1">
                    <a:tint val="75000"/>
                  </a:schemeClr>
                </a:solidFill>
                <a:latin typeface="Segoe UI Semilight" panose="020B0402040204020203" pitchFamily="34" charset="0"/>
                <a:cs typeface="Segoe UI Semilight" panose="020B0402040204020203" pitchFamily="34" charset="0"/>
              </a:defRPr>
            </a:lvl1pPr>
          </a:lstStyle>
          <a:p>
            <a:fld id="{604F9983-238B-5A48-87F7-46742A2BA19E}" type="slidenum">
              <a:rPr lang="fr-FR" smtClean="0"/>
              <a:pPr/>
              <a:t>‹#›</a:t>
            </a:fld>
            <a:endParaRPr lang="fr-FR"/>
          </a:p>
        </p:txBody>
      </p:sp>
    </p:spTree>
    <p:extLst>
      <p:ext uri="{BB962C8B-B14F-4D97-AF65-F5344CB8AC3E}">
        <p14:creationId xmlns:p14="http://schemas.microsoft.com/office/powerpoint/2010/main" val="7444776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50" r:id="rId4"/>
    <p:sldLayoutId id="2147483652" r:id="rId5"/>
    <p:sldLayoutId id="2147483653" r:id="rId6"/>
    <p:sldLayoutId id="2147483654" r:id="rId7"/>
    <p:sldLayoutId id="2147483655" r:id="rId8"/>
    <p:sldLayoutId id="2147483656" r:id="rId9"/>
    <p:sldLayoutId id="2147483657" r:id="rId10"/>
    <p:sldLayoutId id="2147483661" r:id="rId11"/>
  </p:sldLayoutIdLst>
  <mc:AlternateContent xmlns:mc="http://schemas.openxmlformats.org/markup-compatibility/2006" xmlns:p14="http://schemas.microsoft.com/office/powerpoint/2010/main">
    <mc:Choice Requires="p14">
      <p:transition spd="slow" p14:dur="1500" advTm="20000">
        <p:fade/>
      </p:transition>
    </mc:Choice>
    <mc:Fallback xmlns="">
      <p:transition spd="slow" advTm="20000">
        <p:fade/>
      </p:transition>
    </mc:Fallback>
  </mc:AlternateConten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8.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11.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8CBE1824-1C00-448F-9678-5598819276ED}"/>
              </a:ext>
            </a:extLst>
          </p:cNvPr>
          <p:cNvSpPr txBox="1"/>
          <p:nvPr/>
        </p:nvSpPr>
        <p:spPr>
          <a:xfrm>
            <a:off x="127786" y="1694934"/>
            <a:ext cx="6665928" cy="1319637"/>
          </a:xfrm>
          <a:prstGeom prst="rect">
            <a:avLst/>
          </a:prstGeom>
        </p:spPr>
        <p:txBody>
          <a:bodyPr vert="horz" lIns="0" bIns="0"/>
          <a:lstStyle>
            <a:lvl1pPr marL="342900" indent="-342900">
              <a:spcBef>
                <a:spcPct val="20000"/>
              </a:spcBef>
              <a:buSzPct val="120000"/>
              <a:buFontTx/>
              <a:buBlip>
                <a:blip r:embed="rId2"/>
              </a:buBlip>
              <a:defRPr sz="2600">
                <a:solidFill>
                  <a:srgbClr val="3198E5"/>
                </a:solidFill>
                <a:latin typeface="Segoe UI Semilight" panose="020B0402040204020203" pitchFamily="34" charset="0"/>
                <a:cs typeface="Segoe UI Semilight" panose="020B0402040204020203" pitchFamily="34" charset="0"/>
              </a:defRPr>
            </a:lvl1pPr>
            <a:lvl2pPr marL="742950" indent="-285750">
              <a:spcBef>
                <a:spcPct val="20000"/>
              </a:spcBef>
              <a:buFont typeface="Arial"/>
              <a:buChar char="–"/>
              <a:defRPr sz="2800"/>
            </a:lvl2pPr>
            <a:lvl3pPr marL="1143000" indent="-228600">
              <a:spcBef>
                <a:spcPct val="20000"/>
              </a:spcBef>
              <a:buFont typeface="Arial"/>
              <a:buChar char="•"/>
              <a:defRPr sz="2400"/>
            </a:lvl3pPr>
            <a:lvl4pPr marL="1600200" indent="-228600">
              <a:spcBef>
                <a:spcPct val="20000"/>
              </a:spcBef>
              <a:buFont typeface="Arial"/>
              <a:buChar char="–"/>
              <a:defRPr sz="2000"/>
            </a:lvl4pPr>
            <a:lvl5pPr marL="2057400" indent="-228600">
              <a:spcBef>
                <a:spcPct val="20000"/>
              </a:spcBef>
              <a:buFont typeface="Arial"/>
              <a:buChar char="»"/>
              <a:defRPr sz="2000"/>
            </a:lvl5pPr>
            <a:lvl6pPr marL="2514600" indent="-228600">
              <a:spcBef>
                <a:spcPct val="20000"/>
              </a:spcBef>
              <a:buFont typeface="Arial"/>
              <a:buChar char="•"/>
              <a:defRPr sz="2000"/>
            </a:lvl6pPr>
            <a:lvl7pPr marL="2057400" lvl="6" indent="0" algn="ctr">
              <a:spcBef>
                <a:spcPct val="20000"/>
              </a:spcBef>
              <a:buFont typeface="Arial"/>
              <a:buNone/>
              <a:defRPr sz="4600" b="1">
                <a:solidFill>
                  <a:srgbClr val="3198E5"/>
                </a:solidFill>
                <a:latin typeface="Segoe UI" pitchFamily="34" charset="0"/>
                <a:cs typeface="Segoe UI" pitchFamily="34" charset="0"/>
              </a:defRPr>
            </a:lvl7pPr>
            <a:lvl8pPr marL="3429000" indent="-228600">
              <a:spcBef>
                <a:spcPct val="20000"/>
              </a:spcBef>
              <a:buFont typeface="Arial"/>
              <a:buChar char="•"/>
              <a:defRPr sz="2000"/>
            </a:lvl8pPr>
            <a:lvl9pPr marL="3886200" indent="-228600">
              <a:spcBef>
                <a:spcPct val="20000"/>
              </a:spcBef>
              <a:buFont typeface="Arial"/>
              <a:buChar char="•"/>
              <a:defRPr sz="2000"/>
            </a:lvl9pPr>
          </a:lstStyle>
          <a:p>
            <a:pPr marL="0" lvl="6" algn="l">
              <a:buSzPct val="120000"/>
            </a:pPr>
            <a:r>
              <a:rPr lang="fr-FR" sz="3200" dirty="0"/>
              <a:t>Au-delà du binaire : les secrets du </a:t>
            </a:r>
            <a:r>
              <a:rPr lang="fr-FR" sz="3200" dirty="0" err="1"/>
              <a:t>kibi</a:t>
            </a:r>
            <a:r>
              <a:rPr lang="fr-FR" sz="3200" dirty="0"/>
              <a:t>, du </a:t>
            </a:r>
            <a:r>
              <a:rPr lang="fr-FR" sz="3200" dirty="0" err="1"/>
              <a:t>mébi</a:t>
            </a:r>
            <a:r>
              <a:rPr lang="fr-FR" sz="3200" dirty="0"/>
              <a:t>, du </a:t>
            </a:r>
            <a:r>
              <a:rPr lang="fr-FR" sz="3200" dirty="0" err="1"/>
              <a:t>gibi</a:t>
            </a:r>
            <a:r>
              <a:rPr lang="fr-FR" sz="3200" dirty="0"/>
              <a:t>, …</a:t>
            </a:r>
          </a:p>
        </p:txBody>
      </p:sp>
      <p:pic>
        <p:nvPicPr>
          <p:cNvPr id="7" name="Image 4">
            <a:extLst>
              <a:ext uri="{FF2B5EF4-FFF2-40B4-BE49-F238E27FC236}">
                <a16:creationId xmlns:a16="http://schemas.microsoft.com/office/drawing/2014/main" id="{D18D2727-0479-468D-90DE-8A777D82FA63}"/>
              </a:ext>
            </a:extLst>
          </p:cNvPr>
          <p:cNvPicPr>
            <a:picLocks noChangeAspect="1"/>
          </p:cNvPicPr>
          <p:nvPr/>
        </p:nvPicPr>
        <p:blipFill>
          <a:blip r:embed="rId3"/>
          <a:stretch>
            <a:fillRect/>
          </a:stretch>
        </p:blipFill>
        <p:spPr>
          <a:xfrm>
            <a:off x="3761002" y="107983"/>
            <a:ext cx="1621996" cy="1624967"/>
          </a:xfrm>
          <a:prstGeom prst="rect">
            <a:avLst/>
          </a:prstGeom>
        </p:spPr>
      </p:pic>
      <p:sp>
        <p:nvSpPr>
          <p:cNvPr id="2" name="TextBox 1">
            <a:extLst>
              <a:ext uri="{FF2B5EF4-FFF2-40B4-BE49-F238E27FC236}">
                <a16:creationId xmlns:a16="http://schemas.microsoft.com/office/drawing/2014/main" id="{D4B28DF6-1BB1-43D9-ADE6-60C19E6E02B2}"/>
              </a:ext>
            </a:extLst>
          </p:cNvPr>
          <p:cNvSpPr txBox="1"/>
          <p:nvPr/>
        </p:nvSpPr>
        <p:spPr>
          <a:xfrm>
            <a:off x="127786" y="3671392"/>
            <a:ext cx="1943100" cy="368300"/>
          </a:xfrm>
          <a:prstGeom prst="rect">
            <a:avLst/>
          </a:prstGeom>
          <a:noFill/>
        </p:spPr>
        <p:txBody>
          <a:bodyPr wrap="square" rtlCol="0">
            <a:spAutoFit/>
          </a:bodyPr>
          <a:lstStyle/>
          <a:p>
            <a:r>
              <a:rPr lang="fr-FR" b="1" i="1" dirty="0"/>
              <a:t>BY</a:t>
            </a:r>
            <a:r>
              <a:rPr lang="fr-FR" i="1" dirty="0"/>
              <a:t> KPIHX</a:t>
            </a:r>
          </a:p>
        </p:txBody>
      </p:sp>
      <p:sp>
        <p:nvSpPr>
          <p:cNvPr id="8" name="TextBox 7">
            <a:extLst>
              <a:ext uri="{FF2B5EF4-FFF2-40B4-BE49-F238E27FC236}">
                <a16:creationId xmlns:a16="http://schemas.microsoft.com/office/drawing/2014/main" id="{DD6F7A5B-8289-4A43-BC97-6AA768DB78C3}"/>
              </a:ext>
            </a:extLst>
          </p:cNvPr>
          <p:cNvSpPr txBox="1"/>
          <p:nvPr/>
        </p:nvSpPr>
        <p:spPr>
          <a:xfrm>
            <a:off x="127786" y="3137881"/>
            <a:ext cx="3263114" cy="369332"/>
          </a:xfrm>
          <a:prstGeom prst="rect">
            <a:avLst/>
          </a:prstGeom>
          <a:noFill/>
        </p:spPr>
        <p:txBody>
          <a:bodyPr wrap="square" rtlCol="0">
            <a:spAutoFit/>
          </a:bodyPr>
          <a:lstStyle/>
          <a:p>
            <a:r>
              <a:rPr lang="fr-FR" b="1" i="1" dirty="0"/>
              <a:t>SUPERVISEUR </a:t>
            </a:r>
            <a:r>
              <a:rPr lang="fr-FR" i="1" dirty="0"/>
              <a:t>: Dr CHANA</a:t>
            </a:r>
          </a:p>
        </p:txBody>
      </p:sp>
      <p:pic>
        <p:nvPicPr>
          <p:cNvPr id="2050" name="Picture 2" descr="Binary Unit Systems | Brands of the World™ | Download vector logos and  logotypes">
            <a:extLst>
              <a:ext uri="{FF2B5EF4-FFF2-40B4-BE49-F238E27FC236}">
                <a16:creationId xmlns:a16="http://schemas.microsoft.com/office/drawing/2014/main" id="{ACB33197-1124-42E7-AF95-2E03F74859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05125" cy="1571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234509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wipe(down)">
                                      <p:cBhvr>
                                        <p:cTn id="12" dur="580">
                                          <p:stCondLst>
                                            <p:cond delay="0"/>
                                          </p:stCondLst>
                                        </p:cTn>
                                        <p:tgtEl>
                                          <p:spTgt spid="2050"/>
                                        </p:tgtEl>
                                      </p:cBhvr>
                                    </p:animEffect>
                                    <p:anim calcmode="lin" valueType="num">
                                      <p:cBhvr>
                                        <p:cTn id="13"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18" dur="26">
                                          <p:stCondLst>
                                            <p:cond delay="650"/>
                                          </p:stCondLst>
                                        </p:cTn>
                                        <p:tgtEl>
                                          <p:spTgt spid="2050"/>
                                        </p:tgtEl>
                                      </p:cBhvr>
                                      <p:to x="100000" y="60000"/>
                                    </p:animScale>
                                    <p:animScale>
                                      <p:cBhvr>
                                        <p:cTn id="19" dur="166" decel="50000">
                                          <p:stCondLst>
                                            <p:cond delay="676"/>
                                          </p:stCondLst>
                                        </p:cTn>
                                        <p:tgtEl>
                                          <p:spTgt spid="2050"/>
                                        </p:tgtEl>
                                      </p:cBhvr>
                                      <p:to x="100000" y="100000"/>
                                    </p:animScale>
                                    <p:animScale>
                                      <p:cBhvr>
                                        <p:cTn id="20" dur="26">
                                          <p:stCondLst>
                                            <p:cond delay="1312"/>
                                          </p:stCondLst>
                                        </p:cTn>
                                        <p:tgtEl>
                                          <p:spTgt spid="2050"/>
                                        </p:tgtEl>
                                      </p:cBhvr>
                                      <p:to x="100000" y="80000"/>
                                    </p:animScale>
                                    <p:animScale>
                                      <p:cBhvr>
                                        <p:cTn id="21" dur="166" decel="50000">
                                          <p:stCondLst>
                                            <p:cond delay="1338"/>
                                          </p:stCondLst>
                                        </p:cTn>
                                        <p:tgtEl>
                                          <p:spTgt spid="2050"/>
                                        </p:tgtEl>
                                      </p:cBhvr>
                                      <p:to x="100000" y="100000"/>
                                    </p:animScale>
                                    <p:animScale>
                                      <p:cBhvr>
                                        <p:cTn id="22" dur="26">
                                          <p:stCondLst>
                                            <p:cond delay="1642"/>
                                          </p:stCondLst>
                                        </p:cTn>
                                        <p:tgtEl>
                                          <p:spTgt spid="2050"/>
                                        </p:tgtEl>
                                      </p:cBhvr>
                                      <p:to x="100000" y="90000"/>
                                    </p:animScale>
                                    <p:animScale>
                                      <p:cBhvr>
                                        <p:cTn id="23" dur="166" decel="50000">
                                          <p:stCondLst>
                                            <p:cond delay="1668"/>
                                          </p:stCondLst>
                                        </p:cTn>
                                        <p:tgtEl>
                                          <p:spTgt spid="2050"/>
                                        </p:tgtEl>
                                      </p:cBhvr>
                                      <p:to x="100000" y="100000"/>
                                    </p:animScale>
                                    <p:animScale>
                                      <p:cBhvr>
                                        <p:cTn id="24" dur="26">
                                          <p:stCondLst>
                                            <p:cond delay="1808"/>
                                          </p:stCondLst>
                                        </p:cTn>
                                        <p:tgtEl>
                                          <p:spTgt spid="2050"/>
                                        </p:tgtEl>
                                      </p:cBhvr>
                                      <p:to x="100000" y="95000"/>
                                    </p:animScale>
                                    <p:animScale>
                                      <p:cBhvr>
                                        <p:cTn id="25" dur="166" decel="50000">
                                          <p:stCondLst>
                                            <p:cond delay="1834"/>
                                          </p:stCondLst>
                                        </p:cTn>
                                        <p:tgtEl>
                                          <p:spTgt spid="2050"/>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1000"/>
                                        <p:tgtEl>
                                          <p:spTgt spid="4"/>
                                        </p:tgtEl>
                                      </p:cBhvr>
                                    </p:animEffect>
                                    <p:anim calcmode="lin" valueType="num">
                                      <p:cBhvr>
                                        <p:cTn id="31" dur="1000" fill="hold"/>
                                        <p:tgtEl>
                                          <p:spTgt spid="4"/>
                                        </p:tgtEl>
                                        <p:attrNameLst>
                                          <p:attrName>ppt_x</p:attrName>
                                        </p:attrNameLst>
                                      </p:cBhvr>
                                      <p:tavLst>
                                        <p:tav tm="0">
                                          <p:val>
                                            <p:strVal val="#ppt_x"/>
                                          </p:val>
                                        </p:tav>
                                        <p:tav tm="100000">
                                          <p:val>
                                            <p:strVal val="#ppt_x"/>
                                          </p:val>
                                        </p:tav>
                                      </p:tavLst>
                                    </p:anim>
                                    <p:anim calcmode="lin" valueType="num">
                                      <p:cBhvr>
                                        <p:cTn id="3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fade">
                                      <p:cBhvr>
                                        <p:cTn id="44" dur="1000"/>
                                        <p:tgtEl>
                                          <p:spTgt spid="2"/>
                                        </p:tgtEl>
                                      </p:cBhvr>
                                    </p:animEffect>
                                    <p:anim calcmode="lin" valueType="num">
                                      <p:cBhvr>
                                        <p:cTn id="45" dur="1000" fill="hold"/>
                                        <p:tgtEl>
                                          <p:spTgt spid="2"/>
                                        </p:tgtEl>
                                        <p:attrNameLst>
                                          <p:attrName>ppt_x</p:attrName>
                                        </p:attrNameLst>
                                      </p:cBhvr>
                                      <p:tavLst>
                                        <p:tav tm="0">
                                          <p:val>
                                            <p:strVal val="#ppt_x"/>
                                          </p:val>
                                        </p:tav>
                                        <p:tav tm="100000">
                                          <p:val>
                                            <p:strVal val="#ppt_x"/>
                                          </p:val>
                                        </p:tav>
                                      </p:tavLst>
                                    </p:anim>
                                    <p:anim calcmode="lin" valueType="num">
                                      <p:cBhvr>
                                        <p:cTn id="4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088924" y="-7815"/>
            <a:ext cx="648677" cy="8242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15" name="Rectangle 14">
            <a:extLst>
              <a:ext uri="{FF2B5EF4-FFF2-40B4-BE49-F238E27FC236}">
                <a16:creationId xmlns:a16="http://schemas.microsoft.com/office/drawing/2014/main" id="{1F0CCFB6-455F-402A-A9ED-55BBC354B891}"/>
              </a:ext>
            </a:extLst>
          </p:cNvPr>
          <p:cNvSpPr/>
          <p:nvPr/>
        </p:nvSpPr>
        <p:spPr>
          <a:xfrm>
            <a:off x="1484768" y="788931"/>
            <a:ext cx="5984891" cy="3827069"/>
          </a:xfrm>
          <a:prstGeom prst="rect">
            <a:avLst/>
          </a:prstGeom>
          <a:pattFill prst="pct90">
            <a:fgClr>
              <a:srgbClr val="996633"/>
            </a:fgClr>
            <a:bgClr>
              <a:schemeClr val="accent6">
                <a:lumMod val="50000"/>
              </a:schemeClr>
            </a:bgClr>
          </a:patt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500"/>
          </a:p>
        </p:txBody>
      </p:sp>
      <p:grpSp>
        <p:nvGrpSpPr>
          <p:cNvPr id="17" name="Groupe 16">
            <a:extLst>
              <a:ext uri="{FF2B5EF4-FFF2-40B4-BE49-F238E27FC236}">
                <a16:creationId xmlns:a16="http://schemas.microsoft.com/office/drawing/2014/main" id="{CC80A525-8642-47B6-BC55-DF6A2E5E00F9}"/>
              </a:ext>
            </a:extLst>
          </p:cNvPr>
          <p:cNvGrpSpPr/>
          <p:nvPr/>
        </p:nvGrpSpPr>
        <p:grpSpPr>
          <a:xfrm>
            <a:off x="1484768" y="816429"/>
            <a:ext cx="2970000" cy="1890000"/>
            <a:chOff x="1199069" y="385072"/>
            <a:chExt cx="3384000" cy="2234948"/>
          </a:xfrm>
        </p:grpSpPr>
        <p:pic>
          <p:nvPicPr>
            <p:cNvPr id="18" name="Picture 7" descr="C:\Documents and Settings\hazerl\Local Settings\Temporary Internet Files\Content.IE5\XVLS5EV1\MP900448543[1].jpg">
              <a:extLst>
                <a:ext uri="{FF2B5EF4-FFF2-40B4-BE49-F238E27FC236}">
                  <a16:creationId xmlns:a16="http://schemas.microsoft.com/office/drawing/2014/main" id="{3120A21E-CF8C-4B36-8E53-532D0CC6F100}"/>
                </a:ext>
              </a:extLst>
            </p:cNvPr>
            <p:cNvPicPr>
              <a:picLocks noChangeAspect="1" noChangeArrowheads="1"/>
            </p:cNvPicPr>
            <p:nvPr>
              <p:custDataLst>
                <p:tags r:id="rId4"/>
              </p:custDataLst>
            </p:nvPr>
          </p:nvPicPr>
          <p:blipFill>
            <a:blip r:embed="rId7">
              <a:clrChange>
                <a:clrFrom>
                  <a:srgbClr val="D6AC72"/>
                </a:clrFrom>
                <a:clrTo>
                  <a:srgbClr val="D6AC72">
                    <a:alpha val="0"/>
                  </a:srgbClr>
                </a:clrTo>
              </a:clrChange>
              <a:extLst>
                <a:ext uri="{28A0092B-C50C-407E-A947-70E740481C1C}">
                  <a14:useLocalDpi xmlns:a14="http://schemas.microsoft.com/office/drawing/2010/main" val="0"/>
                </a:ext>
              </a:extLst>
            </a:blip>
            <a:srcRect l="6058" t="8884" r="50677" b="46014"/>
            <a:stretch>
              <a:fillRect/>
            </a:stretch>
          </p:blipFill>
          <p:spPr bwMode="auto">
            <a:xfrm>
              <a:off x="1199069" y="385072"/>
              <a:ext cx="3384000" cy="223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7">
              <a:extLst>
                <a:ext uri="{FF2B5EF4-FFF2-40B4-BE49-F238E27FC236}">
                  <a16:creationId xmlns:a16="http://schemas.microsoft.com/office/drawing/2014/main" id="{AAE7180C-896C-4DBD-808B-EDA29B5321DE}"/>
                </a:ext>
              </a:extLst>
            </p:cNvPr>
            <p:cNvSpPr txBox="1"/>
            <p:nvPr/>
          </p:nvSpPr>
          <p:spPr>
            <a:xfrm rot="20940000">
              <a:off x="1814369" y="832375"/>
              <a:ext cx="2411960" cy="1419404"/>
            </a:xfrm>
            <a:prstGeom prst="rect">
              <a:avLst/>
            </a:prstGeom>
            <a:noFill/>
          </p:spPr>
          <p:txBody>
            <a:bodyPr wrap="square">
              <a:spAutoFit/>
            </a:bodyPr>
            <a:lstStyle/>
            <a:p>
              <a:pPr>
                <a:defRPr/>
              </a:pPr>
              <a:r>
                <a:rPr lang="fr-FR" sz="1500" b="1" dirty="0">
                  <a:latin typeface="Arial" charset="0"/>
                  <a:cs typeface="Arial" charset="0"/>
                </a:rPr>
                <a:t>I</a:t>
              </a:r>
              <a:r>
                <a:rPr lang="fr-FR" sz="2000" b="1" dirty="0">
                  <a:latin typeface="Monotype Corsiva" panose="03010101010201010101" pitchFamily="66" charset="0"/>
                  <a:cs typeface="Arial" charset="0"/>
                </a:rPr>
                <a:t>. </a:t>
              </a:r>
              <a:r>
                <a:rPr lang="fr-FR" sz="2400" b="1" dirty="0">
                  <a:latin typeface="Monotype Corsiva" panose="03010101010201010101" pitchFamily="66" charset="0"/>
                </a:rPr>
                <a:t>Le système de numération binaire</a:t>
              </a:r>
              <a:endParaRPr lang="fr-FR" sz="2400" b="1" dirty="0">
                <a:latin typeface="Monotype Corsiva" panose="03010101010201010101" pitchFamily="66" charset="0"/>
                <a:cs typeface="Arial" charset="0"/>
              </a:endParaRPr>
            </a:p>
          </p:txBody>
        </p:sp>
      </p:grpSp>
      <p:grpSp>
        <p:nvGrpSpPr>
          <p:cNvPr id="24" name="Groupe 23">
            <a:extLst>
              <a:ext uri="{FF2B5EF4-FFF2-40B4-BE49-F238E27FC236}">
                <a16:creationId xmlns:a16="http://schemas.microsoft.com/office/drawing/2014/main" id="{266A7323-3DCA-4DEC-AB43-AEEEE829551E}"/>
              </a:ext>
            </a:extLst>
          </p:cNvPr>
          <p:cNvGrpSpPr/>
          <p:nvPr/>
        </p:nvGrpSpPr>
        <p:grpSpPr>
          <a:xfrm>
            <a:off x="4499658" y="821586"/>
            <a:ext cx="2970000" cy="1890000"/>
            <a:chOff x="4610569" y="391948"/>
            <a:chExt cx="3384000" cy="2234948"/>
          </a:xfrm>
        </p:grpSpPr>
        <p:pic>
          <p:nvPicPr>
            <p:cNvPr id="25" name="Picture 7" descr="C:\Documents and Settings\hazerl\Local Settings\Temporary Internet Files\Content.IE5\XVLS5EV1\MP900448543[1].jpg">
              <a:extLst>
                <a:ext uri="{FF2B5EF4-FFF2-40B4-BE49-F238E27FC236}">
                  <a16:creationId xmlns:a16="http://schemas.microsoft.com/office/drawing/2014/main" id="{C246775D-3265-45FC-979C-585FF29B596E}"/>
                </a:ext>
              </a:extLst>
            </p:cNvPr>
            <p:cNvPicPr>
              <a:picLocks noChangeAspect="1" noChangeArrowheads="1"/>
            </p:cNvPicPr>
            <p:nvPr>
              <p:custDataLst>
                <p:tags r:id="rId3"/>
              </p:custDataLst>
            </p:nvPr>
          </p:nvPicPr>
          <p:blipFill>
            <a:blip r:embed="rId7">
              <a:clrChange>
                <a:clrFrom>
                  <a:srgbClr val="D6AC72"/>
                </a:clrFrom>
                <a:clrTo>
                  <a:srgbClr val="D6AC72">
                    <a:alpha val="0"/>
                  </a:srgbClr>
                </a:clrTo>
              </a:clrChange>
              <a:extLst>
                <a:ext uri="{28A0092B-C50C-407E-A947-70E740481C1C}">
                  <a14:useLocalDpi xmlns:a14="http://schemas.microsoft.com/office/drawing/2010/main" val="0"/>
                </a:ext>
              </a:extLst>
            </a:blip>
            <a:srcRect l="6058" t="8884" r="50677" b="46014"/>
            <a:stretch>
              <a:fillRect/>
            </a:stretch>
          </p:blipFill>
          <p:spPr bwMode="auto">
            <a:xfrm rot="21600000">
              <a:off x="4610569" y="391948"/>
              <a:ext cx="3384000" cy="223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7">
              <a:extLst>
                <a:ext uri="{FF2B5EF4-FFF2-40B4-BE49-F238E27FC236}">
                  <a16:creationId xmlns:a16="http://schemas.microsoft.com/office/drawing/2014/main" id="{CBAB33B4-8075-4CF3-B0C5-8C7ACB2D7919}"/>
                </a:ext>
              </a:extLst>
            </p:cNvPr>
            <p:cNvSpPr txBox="1"/>
            <p:nvPr/>
          </p:nvSpPr>
          <p:spPr>
            <a:xfrm rot="20880000">
              <a:off x="5173789" y="856862"/>
              <a:ext cx="2411960" cy="982664"/>
            </a:xfrm>
            <a:prstGeom prst="rect">
              <a:avLst/>
            </a:prstGeom>
            <a:noFill/>
          </p:spPr>
          <p:txBody>
            <a:bodyPr wrap="square">
              <a:spAutoFit/>
            </a:bodyPr>
            <a:lstStyle/>
            <a:p>
              <a:pPr>
                <a:defRPr/>
              </a:pPr>
              <a:r>
                <a:rPr lang="fr-FR" sz="1500" b="1" dirty="0">
                  <a:latin typeface="Arial" charset="0"/>
                  <a:cs typeface="Arial" charset="0"/>
                </a:rPr>
                <a:t>II</a:t>
              </a:r>
              <a:r>
                <a:rPr lang="fr-FR" sz="2000" b="1" dirty="0">
                  <a:latin typeface="Monotype Corsiva" panose="03010101010201010101" pitchFamily="66" charset="0"/>
                  <a:cs typeface="Arial" charset="0"/>
                </a:rPr>
                <a:t>. </a:t>
              </a:r>
              <a:r>
                <a:rPr lang="fr-FR" sz="2400" b="1" dirty="0">
                  <a:latin typeface="Monotype Corsiva" panose="03010101010201010101" pitchFamily="66" charset="0"/>
                </a:rPr>
                <a:t>Le besoin d’unités binaires</a:t>
              </a:r>
              <a:endParaRPr lang="fr-FR" sz="2400" b="1" dirty="0">
                <a:latin typeface="Monotype Corsiva" panose="03010101010201010101" pitchFamily="66" charset="0"/>
                <a:cs typeface="Arial" charset="0"/>
              </a:endParaRPr>
            </a:p>
          </p:txBody>
        </p:sp>
      </p:grpSp>
      <p:grpSp>
        <p:nvGrpSpPr>
          <p:cNvPr id="29" name="Groupe 28">
            <a:extLst>
              <a:ext uri="{FF2B5EF4-FFF2-40B4-BE49-F238E27FC236}">
                <a16:creationId xmlns:a16="http://schemas.microsoft.com/office/drawing/2014/main" id="{734B65E8-327E-4DBB-8F55-2FF61A1F4F10}"/>
              </a:ext>
            </a:extLst>
          </p:cNvPr>
          <p:cNvGrpSpPr/>
          <p:nvPr/>
        </p:nvGrpSpPr>
        <p:grpSpPr>
          <a:xfrm>
            <a:off x="4499658" y="2736884"/>
            <a:ext cx="2970000" cy="1890000"/>
            <a:chOff x="4610569" y="391948"/>
            <a:chExt cx="3384000" cy="2234948"/>
          </a:xfrm>
        </p:grpSpPr>
        <p:pic>
          <p:nvPicPr>
            <p:cNvPr id="30" name="Picture 7" descr="C:\Documents and Settings\hazerl\Local Settings\Temporary Internet Files\Content.IE5\XVLS5EV1\MP900448543[1].jpg">
              <a:extLst>
                <a:ext uri="{FF2B5EF4-FFF2-40B4-BE49-F238E27FC236}">
                  <a16:creationId xmlns:a16="http://schemas.microsoft.com/office/drawing/2014/main" id="{71390EB5-B6CC-43DB-8D41-C8D47182BCBB}"/>
                </a:ext>
              </a:extLst>
            </p:cNvPr>
            <p:cNvPicPr>
              <a:picLocks noChangeAspect="1" noChangeArrowheads="1"/>
            </p:cNvPicPr>
            <p:nvPr>
              <p:custDataLst>
                <p:tags r:id="rId2"/>
              </p:custDataLst>
            </p:nvPr>
          </p:nvPicPr>
          <p:blipFill>
            <a:blip r:embed="rId7">
              <a:clrChange>
                <a:clrFrom>
                  <a:srgbClr val="D6AC72"/>
                </a:clrFrom>
                <a:clrTo>
                  <a:srgbClr val="D6AC72">
                    <a:alpha val="0"/>
                  </a:srgbClr>
                </a:clrTo>
              </a:clrChange>
              <a:extLst>
                <a:ext uri="{28A0092B-C50C-407E-A947-70E740481C1C}">
                  <a14:useLocalDpi xmlns:a14="http://schemas.microsoft.com/office/drawing/2010/main" val="0"/>
                </a:ext>
              </a:extLst>
            </a:blip>
            <a:srcRect l="6058" t="8884" r="50677" b="46014"/>
            <a:stretch>
              <a:fillRect/>
            </a:stretch>
          </p:blipFill>
          <p:spPr bwMode="auto">
            <a:xfrm rot="21600000">
              <a:off x="4610569" y="391948"/>
              <a:ext cx="3384000" cy="223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7">
              <a:extLst>
                <a:ext uri="{FF2B5EF4-FFF2-40B4-BE49-F238E27FC236}">
                  <a16:creationId xmlns:a16="http://schemas.microsoft.com/office/drawing/2014/main" id="{8EB3FC34-006D-42A1-B37B-91195DBD2F11}"/>
                </a:ext>
              </a:extLst>
            </p:cNvPr>
            <p:cNvSpPr txBox="1"/>
            <p:nvPr/>
          </p:nvSpPr>
          <p:spPr>
            <a:xfrm rot="20880000">
              <a:off x="5217534" y="752742"/>
              <a:ext cx="2411960" cy="1419404"/>
            </a:xfrm>
            <a:prstGeom prst="rect">
              <a:avLst/>
            </a:prstGeom>
            <a:noFill/>
          </p:spPr>
          <p:txBody>
            <a:bodyPr wrap="square">
              <a:spAutoFit/>
            </a:bodyPr>
            <a:lstStyle/>
            <a:p>
              <a:pPr>
                <a:defRPr/>
              </a:pPr>
              <a:r>
                <a:rPr lang="fr-FR" sz="1500" b="1" dirty="0">
                  <a:latin typeface="Arial" charset="0"/>
                  <a:cs typeface="Arial" charset="0"/>
                </a:rPr>
                <a:t>IV. </a:t>
              </a:r>
              <a:r>
                <a:rPr lang="fr-FR" sz="2400" b="1" dirty="0">
                  <a:latin typeface="Monotype Corsiva" panose="03010101010201010101" pitchFamily="66" charset="0"/>
                </a:rPr>
                <a:t> Les unités binaires en pratique</a:t>
              </a:r>
              <a:endParaRPr lang="en-GB" sz="2400" b="1" dirty="0">
                <a:latin typeface="Monotype Corsiva" panose="03010101010201010101" pitchFamily="66" charset="0"/>
                <a:cs typeface="Arial" charset="0"/>
              </a:endParaRPr>
            </a:p>
          </p:txBody>
        </p:sp>
      </p:grpSp>
      <p:grpSp>
        <p:nvGrpSpPr>
          <p:cNvPr id="32" name="Groupe 31">
            <a:extLst>
              <a:ext uri="{FF2B5EF4-FFF2-40B4-BE49-F238E27FC236}">
                <a16:creationId xmlns:a16="http://schemas.microsoft.com/office/drawing/2014/main" id="{5D5D675B-0F9D-48BA-9AB1-6E6BC5AF07A7}"/>
              </a:ext>
            </a:extLst>
          </p:cNvPr>
          <p:cNvGrpSpPr/>
          <p:nvPr/>
        </p:nvGrpSpPr>
        <p:grpSpPr>
          <a:xfrm>
            <a:off x="1492786" y="2753498"/>
            <a:ext cx="2970000" cy="1890000"/>
            <a:chOff x="4619705" y="411594"/>
            <a:chExt cx="3384000" cy="2234948"/>
          </a:xfrm>
        </p:grpSpPr>
        <p:pic>
          <p:nvPicPr>
            <p:cNvPr id="33" name="Picture 7" descr="C:\Documents and Settings\hazerl\Local Settings\Temporary Internet Files\Content.IE5\XVLS5EV1\MP900448543[1].jpg">
              <a:extLst>
                <a:ext uri="{FF2B5EF4-FFF2-40B4-BE49-F238E27FC236}">
                  <a16:creationId xmlns:a16="http://schemas.microsoft.com/office/drawing/2014/main" id="{0B2A3F43-1019-4EA7-95B3-C896E7855E3B}"/>
                </a:ext>
              </a:extLst>
            </p:cNvPr>
            <p:cNvPicPr>
              <a:picLocks noChangeAspect="1" noChangeArrowheads="1"/>
            </p:cNvPicPr>
            <p:nvPr>
              <p:custDataLst>
                <p:tags r:id="rId1"/>
              </p:custDataLst>
            </p:nvPr>
          </p:nvPicPr>
          <p:blipFill>
            <a:blip r:embed="rId7">
              <a:clrChange>
                <a:clrFrom>
                  <a:srgbClr val="D6AC72"/>
                </a:clrFrom>
                <a:clrTo>
                  <a:srgbClr val="D6AC72">
                    <a:alpha val="0"/>
                  </a:srgbClr>
                </a:clrTo>
              </a:clrChange>
              <a:extLst>
                <a:ext uri="{28A0092B-C50C-407E-A947-70E740481C1C}">
                  <a14:useLocalDpi xmlns:a14="http://schemas.microsoft.com/office/drawing/2010/main" val="0"/>
                </a:ext>
              </a:extLst>
            </a:blip>
            <a:srcRect l="6058" t="8884" r="50677" b="46014"/>
            <a:stretch>
              <a:fillRect/>
            </a:stretch>
          </p:blipFill>
          <p:spPr bwMode="auto">
            <a:xfrm>
              <a:off x="4619705" y="411594"/>
              <a:ext cx="3384000" cy="223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Box 7">
              <a:extLst>
                <a:ext uri="{FF2B5EF4-FFF2-40B4-BE49-F238E27FC236}">
                  <a16:creationId xmlns:a16="http://schemas.microsoft.com/office/drawing/2014/main" id="{39685C1E-6E84-4B03-B0BB-CF3F7C2B462F}"/>
                </a:ext>
              </a:extLst>
            </p:cNvPr>
            <p:cNvSpPr txBox="1"/>
            <p:nvPr/>
          </p:nvSpPr>
          <p:spPr>
            <a:xfrm rot="20880000">
              <a:off x="5086695" y="993648"/>
              <a:ext cx="2690311" cy="982664"/>
            </a:xfrm>
            <a:prstGeom prst="rect">
              <a:avLst/>
            </a:prstGeom>
            <a:noFill/>
          </p:spPr>
          <p:txBody>
            <a:bodyPr wrap="square">
              <a:spAutoFit/>
            </a:bodyPr>
            <a:lstStyle/>
            <a:p>
              <a:pPr>
                <a:defRPr/>
              </a:pPr>
              <a:r>
                <a:rPr lang="fr-FR" sz="1500" b="1" dirty="0">
                  <a:latin typeface="Arial" charset="0"/>
                  <a:cs typeface="Arial" charset="0"/>
                </a:rPr>
                <a:t>III</a:t>
              </a:r>
              <a:r>
                <a:rPr lang="fr-FR" sz="2000" b="1" dirty="0">
                  <a:latin typeface="Monotype Corsiva" panose="03010101010201010101" pitchFamily="66" charset="0"/>
                  <a:cs typeface="Arial" charset="0"/>
                </a:rPr>
                <a:t>. </a:t>
              </a:r>
              <a:r>
                <a:rPr lang="fr-FR" sz="2400" b="1" dirty="0">
                  <a:latin typeface="Monotype Corsiva" panose="03010101010201010101" pitchFamily="66" charset="0"/>
                </a:rPr>
                <a:t>Kibi, Mébi, </a:t>
              </a:r>
              <a:r>
                <a:rPr lang="fr-FR" sz="2400" b="1" dirty="0" err="1">
                  <a:latin typeface="Monotype Corsiva" panose="03010101010201010101" pitchFamily="66" charset="0"/>
                </a:rPr>
                <a:t>Gibi</a:t>
              </a:r>
              <a:r>
                <a:rPr lang="fr-FR" sz="2400" b="1" dirty="0">
                  <a:latin typeface="Monotype Corsiva" panose="03010101010201010101" pitchFamily="66" charset="0"/>
                </a:rPr>
                <a:t> et au-delà</a:t>
              </a:r>
              <a:endParaRPr lang="en-GB" sz="2400" b="1" dirty="0">
                <a:latin typeface="Monotype Corsiva" panose="03010101010201010101" pitchFamily="66" charset="0"/>
                <a:cs typeface="Arial" charset="0"/>
              </a:endParaRPr>
            </a:p>
          </p:txBody>
        </p:sp>
      </p:gr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7"/>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SOMMAIRE</a:t>
            </a:r>
          </a:p>
        </p:txBody>
      </p:sp>
    </p:spTree>
    <p:extLst>
      <p:ext uri="{BB962C8B-B14F-4D97-AF65-F5344CB8AC3E}">
        <p14:creationId xmlns:p14="http://schemas.microsoft.com/office/powerpoint/2010/main" val="285074355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3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088924" y="-7815"/>
            <a:ext cx="648677" cy="8242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7"/>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INTRODUCTION</a:t>
            </a:r>
          </a:p>
        </p:txBody>
      </p:sp>
      <p:sp>
        <p:nvSpPr>
          <p:cNvPr id="20" name="Content Placeholder 2">
            <a:extLst>
              <a:ext uri="{FF2B5EF4-FFF2-40B4-BE49-F238E27FC236}">
                <a16:creationId xmlns:a16="http://schemas.microsoft.com/office/drawing/2014/main" id="{8523A3F5-5B7A-4632-B3A0-5BEC316B8727}"/>
              </a:ext>
            </a:extLst>
          </p:cNvPr>
          <p:cNvSpPr>
            <a:spLocks noGrp="1"/>
          </p:cNvSpPr>
          <p:nvPr>
            <p:ph idx="1"/>
          </p:nvPr>
        </p:nvSpPr>
        <p:spPr>
          <a:xfrm>
            <a:off x="727608" y="447115"/>
            <a:ext cx="7361316" cy="4356663"/>
          </a:xfrm>
        </p:spPr>
        <p:txBody>
          <a:bodyPr/>
          <a:lstStyle/>
          <a:p>
            <a:pPr marL="0" indent="0">
              <a:buNone/>
            </a:pPr>
            <a:r>
              <a:rPr lang="fr-FR" sz="2400" dirty="0">
                <a:latin typeface="Monotype Corsiva" panose="03010101010201010101" pitchFamily="66" charset="0"/>
              </a:rPr>
              <a:t>	Dans le monde d’aujourd’hui, où la technologie progresse à un rythme sans précédent, comprendre le système binaire des unités est devenu plus important que jamais. Des ordinateurs aux smartphones, du stockage de données aux réseaux, le système binaire des unités est au cœur de tout ce que nous faisons. Mais qu’est-ce exactement que le système binaire des unités ? En termes simples, c’est un système de numération qui n’utilise que deux chiffres 0 et 1. Cela peut sembler une façon étrange de compter pour ceux qui ne le connaissent pas, mais il s’est avéré être incroyablement utile dans l’informatique moderne. Alors, plongeons dans le monde des unités binaires et voyons comment elles fonctionnent !</a:t>
            </a:r>
          </a:p>
        </p:txBody>
      </p:sp>
    </p:spTree>
    <p:extLst>
      <p:ext uri="{BB962C8B-B14F-4D97-AF65-F5344CB8AC3E}">
        <p14:creationId xmlns:p14="http://schemas.microsoft.com/office/powerpoint/2010/main" val="13751169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2000" fill="hold"/>
                                        <p:tgtEl>
                                          <p:spTgt spid="35"/>
                                        </p:tgtEl>
                                        <p:attrNameLst>
                                          <p:attrName>fillcolor</p:attrName>
                                        </p:attrNameLst>
                                      </p:cBhvr>
                                      <p:to>
                                        <a:schemeClr val="accent2"/>
                                      </p:to>
                                    </p:animClr>
                                    <p:set>
                                      <p:cBhvr>
                                        <p:cTn id="7" dur="2000" fill="hold"/>
                                        <p:tgtEl>
                                          <p:spTgt spid="35"/>
                                        </p:tgtEl>
                                        <p:attrNameLst>
                                          <p:attrName>fill.type</p:attrName>
                                        </p:attrNameLst>
                                      </p:cBhvr>
                                      <p:to>
                                        <p:strVal val="solid"/>
                                      </p:to>
                                    </p:set>
                                    <p:set>
                                      <p:cBhvr>
                                        <p:cTn id="8" dur="2000" fill="hold"/>
                                        <p:tgtEl>
                                          <p:spTgt spid="3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088924" y="-7815"/>
            <a:ext cx="648677" cy="8242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8"/>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FR" sz="2000" b="1" dirty="0">
                <a:latin typeface="Arial" panose="020B0604020202020204" pitchFamily="34" charset="0"/>
                <a:cs typeface="Arial" panose="020B0604020202020204" pitchFamily="34" charset="0"/>
              </a:rPr>
              <a:t>LE SYSTÈME DE NUMERATION BINAIRE</a:t>
            </a:r>
            <a:endParaRPr lang="fr-CM" sz="2000" b="1" dirty="0">
              <a:solidFill>
                <a:schemeClr val="bg1"/>
              </a:solidFill>
              <a:latin typeface="Arial" panose="020B0604020202020204" pitchFamily="34" charset="0"/>
              <a:ea typeface="Tahoma"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0" name="Content Placeholder 2">
                <a:extLst>
                  <a:ext uri="{FF2B5EF4-FFF2-40B4-BE49-F238E27FC236}">
                    <a16:creationId xmlns:a16="http://schemas.microsoft.com/office/drawing/2014/main" id="{8523A3F5-5B7A-4632-B3A0-5BEC316B8727}"/>
                  </a:ext>
                </a:extLst>
              </p:cNvPr>
              <p:cNvSpPr>
                <a:spLocks noGrp="1"/>
              </p:cNvSpPr>
              <p:nvPr>
                <p:ph idx="1"/>
              </p:nvPr>
            </p:nvSpPr>
            <p:spPr>
              <a:xfrm>
                <a:off x="922492" y="522452"/>
                <a:ext cx="7166432" cy="4367048"/>
              </a:xfrm>
            </p:spPr>
            <p:txBody>
              <a:bodyPr/>
              <a:lstStyle/>
              <a:p>
                <a:pPr marL="0" indent="0">
                  <a:buNone/>
                </a:pPr>
                <a:r>
                  <a:rPr lang="fr-FR" sz="2400" dirty="0">
                    <a:latin typeface="Monotype Corsiva" panose="03010101010201010101" pitchFamily="66" charset="0"/>
                  </a:rPr>
                  <a:t>	Le système de numération binaire est un système de base 2 qui n’utilise que deux chiffres, 0 et 1. Cela signifie que tout nombre peut être représenté en utilisant seulement ces deux chiffres. En revanche, le système décimal que nous utilisons dans notre vie quotidienne est un système de base 10 qui utilise dix chiffres, de 0 à 9. </a:t>
                </a:r>
              </a:p>
              <a:p>
                <a:pPr marL="0" indent="0">
                  <a:buNone/>
                </a:pPr>
                <a:r>
                  <a:rPr lang="fr-FR" sz="2400" dirty="0">
                    <a:latin typeface="Monotype Corsiva" panose="03010101010201010101" pitchFamily="66" charset="0"/>
                  </a:rPr>
                  <a:t>	Dans le système binaire, chaque chiffre représente une puissance de 2, en commençant par </a:t>
                </a:r>
                <a14:m>
                  <m:oMath xmlns:m="http://schemas.openxmlformats.org/officeDocument/2006/math">
                    <m:sSup>
                      <m:sSupPr>
                        <m:ctrlPr>
                          <a:rPr lang="fr-FR" sz="2400" i="1" smtClean="0">
                            <a:latin typeface="Cambria Math" panose="02040503050406030204" pitchFamily="18" charset="0"/>
                          </a:rPr>
                        </m:ctrlPr>
                      </m:sSupPr>
                      <m:e>
                        <m:r>
                          <a:rPr lang="fr-FR" sz="2400" b="0" i="1" smtClean="0">
                            <a:latin typeface="Cambria Math" panose="02040503050406030204" pitchFamily="18" charset="0"/>
                          </a:rPr>
                          <m:t>2</m:t>
                        </m:r>
                      </m:e>
                      <m:sup>
                        <m:r>
                          <a:rPr lang="fr-FR" sz="2400" b="0" i="1" smtClean="0">
                            <a:latin typeface="Cambria Math" panose="02040503050406030204" pitchFamily="18" charset="0"/>
                          </a:rPr>
                          <m:t>0</m:t>
                        </m:r>
                      </m:sup>
                    </m:sSup>
                  </m:oMath>
                </a14:m>
                <a:r>
                  <a:rPr lang="fr-FR" sz="2400" dirty="0">
                    <a:latin typeface="Monotype Corsiva" panose="03010101010201010101" pitchFamily="66" charset="0"/>
                  </a:rPr>
                  <a:t> à droite et en augmentant d’une puissance de 2 à chaque fois que l’on se déplace vers la gauche. Par exemple, le nombre binaire 1011 représente </a:t>
                </a:r>
                <a14:m>
                  <m:oMath xmlns:m="http://schemas.openxmlformats.org/officeDocument/2006/math">
                    <m:sSup>
                      <m:sSupPr>
                        <m:ctrlPr>
                          <a:rPr lang="fr-FR" sz="2400" i="1" dirty="0" smtClean="0">
                            <a:latin typeface="Cambria Math" panose="02040503050406030204" pitchFamily="18" charset="0"/>
                          </a:rPr>
                        </m:ctrlPr>
                      </m:sSupPr>
                      <m:e>
                        <m:r>
                          <a:rPr lang="fr-FR" sz="2400" b="0" i="1" dirty="0" smtClean="0">
                            <a:latin typeface="Cambria Math" panose="02040503050406030204" pitchFamily="18" charset="0"/>
                          </a:rPr>
                          <m:t>2</m:t>
                        </m:r>
                      </m:e>
                      <m:sup>
                        <m:r>
                          <a:rPr lang="fr-FR" sz="2400" b="0" i="1" dirty="0" smtClean="0">
                            <a:latin typeface="Cambria Math" panose="02040503050406030204" pitchFamily="18" charset="0"/>
                          </a:rPr>
                          <m:t>0</m:t>
                        </m:r>
                      </m:sup>
                    </m:sSup>
                    <m:r>
                      <a:rPr lang="fr-FR" sz="2400" b="0" i="1" dirty="0" smtClean="0">
                        <a:latin typeface="Cambria Math" panose="02040503050406030204" pitchFamily="18" charset="0"/>
                      </a:rPr>
                      <m:t>+</m:t>
                    </m:r>
                    <m:sSup>
                      <m:sSupPr>
                        <m:ctrlPr>
                          <a:rPr lang="fr-FR" sz="2400" b="0" i="1" dirty="0" smtClean="0">
                            <a:latin typeface="Cambria Math" panose="02040503050406030204" pitchFamily="18" charset="0"/>
                          </a:rPr>
                        </m:ctrlPr>
                      </m:sSupPr>
                      <m:e>
                        <m:r>
                          <a:rPr lang="fr-FR" sz="2400" b="0" i="1" dirty="0" smtClean="0">
                            <a:latin typeface="Cambria Math" panose="02040503050406030204" pitchFamily="18" charset="0"/>
                          </a:rPr>
                          <m:t>2</m:t>
                        </m:r>
                      </m:e>
                      <m:sup>
                        <m:r>
                          <a:rPr lang="fr-FR" sz="2400" b="0" i="1" dirty="0" smtClean="0">
                            <a:latin typeface="Cambria Math" panose="02040503050406030204" pitchFamily="18" charset="0"/>
                          </a:rPr>
                          <m:t>1</m:t>
                        </m:r>
                      </m:sup>
                    </m:sSup>
                    <m:r>
                      <a:rPr lang="fr-FR" sz="2400" b="0" i="1" dirty="0" smtClean="0">
                        <a:latin typeface="Cambria Math" panose="02040503050406030204" pitchFamily="18" charset="0"/>
                      </a:rPr>
                      <m:t>+</m:t>
                    </m:r>
                    <m:sSup>
                      <m:sSupPr>
                        <m:ctrlPr>
                          <a:rPr lang="fr-FR" sz="2400" b="0" i="1" dirty="0" smtClean="0">
                            <a:latin typeface="Cambria Math" panose="02040503050406030204" pitchFamily="18" charset="0"/>
                          </a:rPr>
                        </m:ctrlPr>
                      </m:sSupPr>
                      <m:e>
                        <m:r>
                          <a:rPr lang="fr-FR" sz="2400" b="0" i="1" dirty="0" smtClean="0">
                            <a:latin typeface="Cambria Math" panose="02040503050406030204" pitchFamily="18" charset="0"/>
                          </a:rPr>
                          <m:t>2</m:t>
                        </m:r>
                      </m:e>
                      <m:sup>
                        <m:r>
                          <a:rPr lang="fr-FR" sz="2400" b="0" i="1" dirty="0" smtClean="0">
                            <a:latin typeface="Cambria Math" panose="02040503050406030204" pitchFamily="18" charset="0"/>
                          </a:rPr>
                          <m:t>3</m:t>
                        </m:r>
                      </m:sup>
                    </m:sSup>
                  </m:oMath>
                </a14:m>
                <a:r>
                  <a:rPr lang="fr-FR" sz="2400" dirty="0">
                    <a:latin typeface="Monotype Corsiva" panose="03010101010201010101" pitchFamily="66" charset="0"/>
                  </a:rPr>
                  <a:t> ce qui équivaut à 11 en décimal. </a:t>
                </a:r>
              </a:p>
            </p:txBody>
          </p:sp>
        </mc:Choice>
        <mc:Fallback xmlns="">
          <p:sp>
            <p:nvSpPr>
              <p:cNvPr id="20" name="Content Placeholder 2">
                <a:extLst>
                  <a:ext uri="{FF2B5EF4-FFF2-40B4-BE49-F238E27FC236}">
                    <a16:creationId xmlns:a16="http://schemas.microsoft.com/office/drawing/2014/main" id="{8523A3F5-5B7A-4632-B3A0-5BEC316B8727}"/>
                  </a:ext>
                </a:extLst>
              </p:cNvPr>
              <p:cNvSpPr>
                <a:spLocks noGrp="1" noRot="1" noChangeAspect="1" noMove="1" noResize="1" noEditPoints="1" noAdjustHandles="1" noChangeArrowheads="1" noChangeShapeType="1" noTextEdit="1"/>
              </p:cNvSpPr>
              <p:nvPr>
                <p:ph idx="1"/>
              </p:nvPr>
            </p:nvSpPr>
            <p:spPr>
              <a:xfrm>
                <a:off x="922492" y="522452"/>
                <a:ext cx="7166432" cy="4367048"/>
              </a:xfrm>
              <a:blipFill>
                <a:blip r:embed="rId3"/>
                <a:stretch>
                  <a:fillRect l="-1616" t="-1536" r="-2466"/>
                </a:stretch>
              </a:blipFill>
            </p:spPr>
            <p:txBody>
              <a:bodyPr/>
              <a:lstStyle/>
              <a:p>
                <a:r>
                  <a:rPr lang="fr-FR">
                    <a:noFill/>
                  </a:rPr>
                  <a:t> </a:t>
                </a:r>
              </a:p>
            </p:txBody>
          </p:sp>
        </mc:Fallback>
      </mc:AlternateContent>
    </p:spTree>
    <p:extLst>
      <p:ext uri="{BB962C8B-B14F-4D97-AF65-F5344CB8AC3E}">
        <p14:creationId xmlns:p14="http://schemas.microsoft.com/office/powerpoint/2010/main" val="843605021"/>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5"/>
                                        </p:tgtEl>
                                        <p:attrNameLst>
                                          <p:attrName>fillcolor</p:attrName>
                                        </p:attrNameLst>
                                      </p:cBhvr>
                                      <p:to>
                                        <a:schemeClr val="accent2"/>
                                      </p:to>
                                    </p:animClr>
                                    <p:set>
                                      <p:cBhvr>
                                        <p:cTn id="7" dur="2000" fill="hold"/>
                                        <p:tgtEl>
                                          <p:spTgt spid="35"/>
                                        </p:tgtEl>
                                        <p:attrNameLst>
                                          <p:attrName>fill.type</p:attrName>
                                        </p:attrNameLst>
                                      </p:cBhvr>
                                      <p:to>
                                        <p:strVal val="solid"/>
                                      </p:to>
                                    </p:set>
                                    <p:set>
                                      <p:cBhvr>
                                        <p:cTn id="8" dur="2000" fill="hold"/>
                                        <p:tgtEl>
                                          <p:spTgt spid="3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088924" y="-7815"/>
            <a:ext cx="648677" cy="8242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7"/>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FR" sz="2000" b="1" dirty="0">
                <a:latin typeface="Arial" panose="020B0604020202020204" pitchFamily="34" charset="0"/>
                <a:cs typeface="Arial" panose="020B0604020202020204" pitchFamily="34" charset="0"/>
              </a:rPr>
              <a:t>LE BESOIN DES UNITES BINAIRES</a:t>
            </a:r>
            <a:endParaRPr lang="fr-CM" sz="2000" b="1" dirty="0">
              <a:solidFill>
                <a:schemeClr val="bg1"/>
              </a:solidFill>
              <a:latin typeface="Arial" panose="020B0604020202020204" pitchFamily="34" charset="0"/>
              <a:ea typeface="Tahoma" pitchFamily="34" charset="0"/>
              <a:cs typeface="Arial" panose="020B0604020202020204" pitchFamily="34" charset="0"/>
            </a:endParaRPr>
          </a:p>
        </p:txBody>
      </p:sp>
      <p:sp>
        <p:nvSpPr>
          <p:cNvPr id="20" name="Content Placeholder 2">
            <a:extLst>
              <a:ext uri="{FF2B5EF4-FFF2-40B4-BE49-F238E27FC236}">
                <a16:creationId xmlns:a16="http://schemas.microsoft.com/office/drawing/2014/main" id="{8523A3F5-5B7A-4632-B3A0-5BEC316B8727}"/>
              </a:ext>
            </a:extLst>
          </p:cNvPr>
          <p:cNvSpPr>
            <a:spLocks noGrp="1"/>
          </p:cNvSpPr>
          <p:nvPr>
            <p:ph idx="1"/>
          </p:nvPr>
        </p:nvSpPr>
        <p:spPr>
          <a:xfrm>
            <a:off x="695043" y="261068"/>
            <a:ext cx="7753914" cy="3217985"/>
          </a:xfrm>
        </p:spPr>
        <p:txBody>
          <a:bodyPr/>
          <a:lstStyle/>
          <a:p>
            <a:pPr marL="0" indent="0">
              <a:buNone/>
            </a:pPr>
            <a:r>
              <a:rPr lang="en-US" sz="2200" dirty="0">
                <a:latin typeface="Monotype Corsiva" panose="03010101010201010101" pitchFamily="66" charset="0"/>
              </a:rPr>
              <a:t>	</a:t>
            </a:r>
            <a:r>
              <a:rPr lang="fr-FR" sz="2200" dirty="0">
                <a:latin typeface="Monotype Corsiva" panose="03010101010201010101" pitchFamily="66" charset="0"/>
              </a:rPr>
              <a:t> Utiliser des unités décimales dans l’informatique peut entraîner des imprécisions et des inefficacités. Cela est dû au fait que les ordinateurs utilisent le code binaire pour traiter les informations, ce qui implique que les valeurs décimales doivent être converties en binaire avant de pouvoir être traitées. Par exemple, quand un ordinateur stocke un fichier d’une taille de 1 kilooctet (Ko), il stocke en réalité 1024 octets, qui est la puissance de 2 la plus proche de 1000. Cela signifie que si vous essayez de stocker un fichier qui fait exactement 1000 octets, il occupera 2 Ko d’espace de stockage au lieu de 1 Ko</a:t>
            </a:r>
          </a:p>
        </p:txBody>
      </p:sp>
      <p:pic>
        <p:nvPicPr>
          <p:cNvPr id="3074" name="Picture 2" descr="See the source image">
            <a:extLst>
              <a:ext uri="{FF2B5EF4-FFF2-40B4-BE49-F238E27FC236}">
                <a16:creationId xmlns:a16="http://schemas.microsoft.com/office/drawing/2014/main" id="{9E01D511-6AB7-4B49-B4D3-0E493997C8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1381" y="3308255"/>
            <a:ext cx="3061237" cy="1721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58743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5"/>
                                        </p:tgtEl>
                                        <p:attrNameLst>
                                          <p:attrName>fillcolor</p:attrName>
                                        </p:attrNameLst>
                                      </p:cBhvr>
                                      <p:to>
                                        <a:schemeClr val="accent2"/>
                                      </p:to>
                                    </p:animClr>
                                    <p:set>
                                      <p:cBhvr>
                                        <p:cTn id="7" dur="2000" fill="hold"/>
                                        <p:tgtEl>
                                          <p:spTgt spid="35"/>
                                        </p:tgtEl>
                                        <p:attrNameLst>
                                          <p:attrName>fill.type</p:attrName>
                                        </p:attrNameLst>
                                      </p:cBhvr>
                                      <p:to>
                                        <p:strVal val="solid"/>
                                      </p:to>
                                    </p:set>
                                    <p:set>
                                      <p:cBhvr>
                                        <p:cTn id="8" dur="2000" fill="hold"/>
                                        <p:tgtEl>
                                          <p:spTgt spid="3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088924" y="-7815"/>
            <a:ext cx="648677" cy="8242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7"/>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KIBI, MEBI, GIBI, ET AU-DELAS</a:t>
            </a:r>
          </a:p>
        </p:txBody>
      </p:sp>
      <p:sp>
        <p:nvSpPr>
          <p:cNvPr id="20" name="Content Placeholder 2">
            <a:extLst>
              <a:ext uri="{FF2B5EF4-FFF2-40B4-BE49-F238E27FC236}">
                <a16:creationId xmlns:a16="http://schemas.microsoft.com/office/drawing/2014/main" id="{8523A3F5-5B7A-4632-B3A0-5BEC316B8727}"/>
              </a:ext>
            </a:extLst>
          </p:cNvPr>
          <p:cNvSpPr>
            <a:spLocks noGrp="1"/>
          </p:cNvSpPr>
          <p:nvPr>
            <p:ph idx="1"/>
          </p:nvPr>
        </p:nvSpPr>
        <p:spPr>
          <a:xfrm>
            <a:off x="691273" y="432119"/>
            <a:ext cx="7245029" cy="4398673"/>
          </a:xfrm>
        </p:spPr>
        <p:txBody>
          <a:bodyPr/>
          <a:lstStyle/>
          <a:p>
            <a:pPr marL="0" indent="0">
              <a:buNone/>
            </a:pPr>
            <a:r>
              <a:rPr lang="en-US" sz="2200" dirty="0">
                <a:latin typeface="Monotype Corsiva" panose="03010101010201010101" pitchFamily="66" charset="0"/>
              </a:rPr>
              <a:t>	</a:t>
            </a:r>
            <a:r>
              <a:rPr lang="fr-FR" sz="2200" dirty="0">
                <a:latin typeface="Monotype Corsiva" panose="03010101010201010101" pitchFamily="66" charset="0"/>
              </a:rPr>
              <a:t>Pour mesurer le stockage numérique, le système décimal traditionnel ne suffit pas. Place au système binaire, qui utilise des puissances de deux au lieu de dix. Les unités binaires les plus couramment utilisées sont le kibioctet (</a:t>
            </a:r>
            <a:r>
              <a:rPr lang="fr-FR" sz="2200" dirty="0" err="1">
                <a:latin typeface="Monotype Corsiva" panose="03010101010201010101" pitchFamily="66" charset="0"/>
              </a:rPr>
              <a:t>Kio</a:t>
            </a:r>
            <a:r>
              <a:rPr lang="fr-FR" sz="2200" dirty="0">
                <a:latin typeface="Monotype Corsiva" panose="03010101010201010101" pitchFamily="66" charset="0"/>
              </a:rPr>
              <a:t>), le mébioctet (</a:t>
            </a:r>
            <a:r>
              <a:rPr lang="fr-FR" sz="2200" dirty="0" err="1">
                <a:latin typeface="Monotype Corsiva" panose="03010101010201010101" pitchFamily="66" charset="0"/>
              </a:rPr>
              <a:t>Mio</a:t>
            </a:r>
            <a:r>
              <a:rPr lang="fr-FR" sz="2200" dirty="0">
                <a:latin typeface="Monotype Corsiva" panose="03010101010201010101" pitchFamily="66" charset="0"/>
              </a:rPr>
              <a:t>) et le gibioctet (</a:t>
            </a:r>
            <a:r>
              <a:rPr lang="fr-FR" sz="2200" dirty="0" err="1">
                <a:latin typeface="Monotype Corsiva" panose="03010101010201010101" pitchFamily="66" charset="0"/>
              </a:rPr>
              <a:t>Gio</a:t>
            </a:r>
            <a:r>
              <a:rPr lang="fr-FR" sz="2200" dirty="0">
                <a:latin typeface="Monotype Corsiva" panose="03010101010201010101" pitchFamily="66" charset="0"/>
              </a:rPr>
              <a:t>). Pour vous donner une idée, 1 </a:t>
            </a:r>
            <a:r>
              <a:rPr lang="fr-FR" sz="2200" dirty="0" err="1">
                <a:latin typeface="Monotype Corsiva" panose="03010101010201010101" pitchFamily="66" charset="0"/>
              </a:rPr>
              <a:t>Kio</a:t>
            </a:r>
            <a:r>
              <a:rPr lang="fr-FR" sz="2200" dirty="0">
                <a:latin typeface="Monotype Corsiva" panose="03010101010201010101" pitchFamily="66" charset="0"/>
              </a:rPr>
              <a:t> équivaut à 1024 octets, alors qu’un kilooctet n’en vaut que 1000. Cela peut sembler négligeable, mais quand on manipule de grandes quantités de données, cela peut faire une grande différence. Par exemple, un fichier qui fait 1 Go, fait en réalité 931 gibioctets (</a:t>
            </a:r>
            <a:r>
              <a:rPr lang="fr-FR" sz="2200" dirty="0" err="1">
                <a:latin typeface="Monotype Corsiva" panose="03010101010201010101" pitchFamily="66" charset="0"/>
              </a:rPr>
              <a:t>Gio</a:t>
            </a:r>
            <a:r>
              <a:rPr lang="fr-FR" sz="2200" dirty="0">
                <a:latin typeface="Monotype Corsiva" panose="03010101010201010101" pitchFamily="66" charset="0"/>
              </a:rPr>
              <a:t>). Comprendre ces différences est essentiel dans l’informatique moderne.</a:t>
            </a:r>
          </a:p>
        </p:txBody>
      </p:sp>
    </p:spTree>
    <p:extLst>
      <p:ext uri="{BB962C8B-B14F-4D97-AF65-F5344CB8AC3E}">
        <p14:creationId xmlns:p14="http://schemas.microsoft.com/office/powerpoint/2010/main" val="402127602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5"/>
                                        </p:tgtEl>
                                        <p:attrNameLst>
                                          <p:attrName>fillcolor</p:attrName>
                                        </p:attrNameLst>
                                      </p:cBhvr>
                                      <p:to>
                                        <a:schemeClr val="accent2"/>
                                      </p:to>
                                    </p:animClr>
                                    <p:set>
                                      <p:cBhvr>
                                        <p:cTn id="7" dur="2000" fill="hold"/>
                                        <p:tgtEl>
                                          <p:spTgt spid="35"/>
                                        </p:tgtEl>
                                        <p:attrNameLst>
                                          <p:attrName>fill.type</p:attrName>
                                        </p:attrNameLst>
                                      </p:cBhvr>
                                      <p:to>
                                        <p:strVal val="solid"/>
                                      </p:to>
                                    </p:set>
                                    <p:set>
                                      <p:cBhvr>
                                        <p:cTn id="8" dur="2000" fill="hold"/>
                                        <p:tgtEl>
                                          <p:spTgt spid="3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8"/>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LES UNITES BINAIRES EN PRATIQUE</a:t>
            </a:r>
          </a:p>
        </p:txBody>
      </p:sp>
      <p:sp>
        <p:nvSpPr>
          <p:cNvPr id="4" name="Content Placeholder 3">
            <a:extLst>
              <a:ext uri="{FF2B5EF4-FFF2-40B4-BE49-F238E27FC236}">
                <a16:creationId xmlns:a16="http://schemas.microsoft.com/office/drawing/2014/main" id="{73E51423-13F4-4574-828A-1AF7DDD3288E}"/>
              </a:ext>
            </a:extLst>
          </p:cNvPr>
          <p:cNvSpPr>
            <a:spLocks noGrp="1" noChangeArrowheads="1"/>
          </p:cNvSpPr>
          <p:nvPr>
            <p:ph idx="1"/>
          </p:nvPr>
        </p:nvSpPr>
        <p:spPr bwMode="auto">
          <a:xfrm>
            <a:off x="691273" y="312720"/>
            <a:ext cx="8380274" cy="1901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6979" rIns="0" bIns="26979" numCol="1" anchor="ctr" anchorCtr="0" compatLnSpc="1">
            <a:prstTxWarp prst="textNoShape">
              <a:avLst/>
            </a:prstTxWarp>
            <a:spAutoFit/>
          </a:bodyPr>
          <a:lstStyle/>
          <a:p>
            <a:pPr marL="0" lvl="0" indent="0" defTabSz="914400" eaLnBrk="0" fontAlgn="base" hangingPunct="0">
              <a:spcBef>
                <a:spcPct val="0"/>
              </a:spcBef>
              <a:spcAft>
                <a:spcPct val="0"/>
              </a:spcAft>
              <a:buNone/>
            </a:pPr>
            <a:r>
              <a:rPr kumimoji="0" lang="en-GB" altLang="fr-FR" sz="2400" b="0" i="0" u="none" strike="noStrike" cap="none" normalizeH="0" baseline="0" dirty="0">
                <a:ln>
                  <a:noFill/>
                </a:ln>
                <a:effectLst/>
                <a:latin typeface="Monotype Corsiva" panose="03010101010201010101" pitchFamily="66" charset="0"/>
                <a:cs typeface="Arial" panose="020B0604020202020204" pitchFamily="34" charset="0"/>
              </a:rPr>
              <a:t>	</a:t>
            </a:r>
            <a:r>
              <a:rPr lang="fr-FR" sz="2400" dirty="0">
                <a:latin typeface="Monotype Corsiva" panose="03010101010201010101" pitchFamily="66" charset="0"/>
                <a:cs typeface="Arial" panose="020B0604020202020204" pitchFamily="34" charset="0"/>
              </a:rPr>
              <a:t>La normalisation des préfixes binaires en 1998 par la Commission Electrotechnique Internationale spécifie les préfixes suivants pour représenter des multiples calculés en puissances de 2 : </a:t>
            </a:r>
            <a:r>
              <a:rPr lang="fr-FR" sz="2400" dirty="0" err="1">
                <a:latin typeface="Monotype Corsiva" panose="03010101010201010101" pitchFamily="66" charset="0"/>
                <a:cs typeface="Arial" panose="020B0604020202020204" pitchFamily="34" charset="0"/>
              </a:rPr>
              <a:t>kibi</a:t>
            </a:r>
            <a:r>
              <a:rPr lang="fr-FR" sz="2400" dirty="0">
                <a:latin typeface="Monotype Corsiva" panose="03010101010201010101" pitchFamily="66" charset="0"/>
                <a:cs typeface="Arial" panose="020B0604020202020204" pitchFamily="34" charset="0"/>
              </a:rPr>
              <a:t> pour “kilo binaire” , </a:t>
            </a:r>
            <a:r>
              <a:rPr lang="fr-FR" sz="2400" dirty="0" err="1">
                <a:latin typeface="Monotype Corsiva" panose="03010101010201010101" pitchFamily="66" charset="0"/>
                <a:cs typeface="Arial" panose="020B0604020202020204" pitchFamily="34" charset="0"/>
              </a:rPr>
              <a:t>mebi</a:t>
            </a:r>
            <a:r>
              <a:rPr lang="fr-FR" sz="2400" dirty="0">
                <a:latin typeface="Monotype Corsiva" panose="03010101010201010101" pitchFamily="66" charset="0"/>
                <a:cs typeface="Arial" panose="020B0604020202020204" pitchFamily="34" charset="0"/>
              </a:rPr>
              <a:t> pour “méga binaire” , </a:t>
            </a:r>
            <a:r>
              <a:rPr lang="fr-FR" sz="2400" dirty="0" err="1">
                <a:latin typeface="Monotype Corsiva" panose="03010101010201010101" pitchFamily="66" charset="0"/>
                <a:cs typeface="Arial" panose="020B0604020202020204" pitchFamily="34" charset="0"/>
              </a:rPr>
              <a:t>gibi</a:t>
            </a:r>
            <a:r>
              <a:rPr lang="fr-FR" sz="2400" dirty="0">
                <a:latin typeface="Monotype Corsiva" panose="03010101010201010101" pitchFamily="66" charset="0"/>
                <a:cs typeface="Arial" panose="020B0604020202020204" pitchFamily="34" charset="0"/>
              </a:rPr>
              <a:t> pour “giga binaire” , </a:t>
            </a:r>
            <a:r>
              <a:rPr lang="fr-FR" sz="2400" dirty="0" err="1">
                <a:latin typeface="Monotype Corsiva" panose="03010101010201010101" pitchFamily="66" charset="0"/>
                <a:cs typeface="Arial" panose="020B0604020202020204" pitchFamily="34" charset="0"/>
              </a:rPr>
              <a:t>tebi</a:t>
            </a:r>
            <a:r>
              <a:rPr lang="fr-FR" sz="2400" dirty="0">
                <a:latin typeface="Monotype Corsiva" panose="03010101010201010101" pitchFamily="66" charset="0"/>
                <a:cs typeface="Arial" panose="020B0604020202020204" pitchFamily="34" charset="0"/>
              </a:rPr>
              <a:t> pour “</a:t>
            </a:r>
            <a:r>
              <a:rPr lang="fr-FR" sz="2400" dirty="0" err="1">
                <a:latin typeface="Monotype Corsiva" panose="03010101010201010101" pitchFamily="66" charset="0"/>
                <a:cs typeface="Arial" panose="020B0604020202020204" pitchFamily="34" charset="0"/>
              </a:rPr>
              <a:t>téra</a:t>
            </a:r>
            <a:r>
              <a:rPr lang="fr-FR" sz="2400" dirty="0">
                <a:latin typeface="Monotype Corsiva" panose="03010101010201010101" pitchFamily="66" charset="0"/>
                <a:cs typeface="Arial" panose="020B0604020202020204" pitchFamily="34" charset="0"/>
              </a:rPr>
              <a:t> binaire” , et ainsi de suite. Les préfixes binaires sont donnés comme dans le tableau :</a:t>
            </a:r>
            <a:endParaRPr kumimoji="0" lang="en-GB" altLang="fr-FR" sz="2400" b="0" i="0" u="none" strike="noStrike" cap="none" normalizeH="0" baseline="0" dirty="0">
              <a:ln>
                <a:noFill/>
              </a:ln>
              <a:effectLst/>
              <a:latin typeface="Monotype Corsiva" panose="03010101010201010101" pitchFamily="66" charset="0"/>
              <a:cs typeface="Arial" panose="020B0604020202020204" pitchFamily="34" charset="0"/>
            </a:endParaRPr>
          </a:p>
        </p:txBody>
      </p:sp>
      <p:pic>
        <p:nvPicPr>
          <p:cNvPr id="1031" name="Picture 7" descr="Conversion and difference kilobyte to kibibyte, megabyte to mebibyte">
            <a:extLst>
              <a:ext uri="{FF2B5EF4-FFF2-40B4-BE49-F238E27FC236}">
                <a16:creationId xmlns:a16="http://schemas.microsoft.com/office/drawing/2014/main" id="{CABF34A3-6F8C-4A5B-84C2-3913CB05D9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273" y="2361359"/>
            <a:ext cx="8253881" cy="2345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0490453"/>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5"/>
                                        </p:tgtEl>
                                        <p:attrNameLst>
                                          <p:attrName>fillcolor</p:attrName>
                                        </p:attrNameLst>
                                      </p:cBhvr>
                                      <p:to>
                                        <a:schemeClr val="accent2"/>
                                      </p:to>
                                    </p:animClr>
                                    <p:set>
                                      <p:cBhvr>
                                        <p:cTn id="7" dur="2000" fill="hold"/>
                                        <p:tgtEl>
                                          <p:spTgt spid="35"/>
                                        </p:tgtEl>
                                        <p:attrNameLst>
                                          <p:attrName>fill.type</p:attrName>
                                        </p:attrNameLst>
                                      </p:cBhvr>
                                      <p:to>
                                        <p:strVal val="solid"/>
                                      </p:to>
                                    </p:set>
                                    <p:set>
                                      <p:cBhvr>
                                        <p:cTn id="8" dur="2000" fill="hold"/>
                                        <p:tgtEl>
                                          <p:spTgt spid="3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Espace réservé du numéro de diapositive 25"/>
          <p:cNvSpPr txBox="1">
            <a:spLocks/>
          </p:cNvSpPr>
          <p:nvPr/>
        </p:nvSpPr>
        <p:spPr>
          <a:xfrm>
            <a:off x="398861" y="3397155"/>
            <a:ext cx="584825" cy="273844"/>
          </a:xfrm>
          <a:prstGeom prst="rect">
            <a:avLst/>
          </a:prstGeom>
        </p:spPr>
        <p:txBody>
          <a:bodyPr vert="horz" lIns="91440" tIns="45720" rIns="91440" bIns="45720" rtlCol="0" anchor="ctr"/>
          <a:lstStyle>
            <a:defPPr>
              <a:defRPr lang="fr-FR"/>
            </a:defPPr>
            <a:lvl1pPr marL="0" algn="r" defTabSz="457200" rtl="0" eaLnBrk="1" latinLnBrk="0" hangingPunct="1">
              <a:defRPr sz="800" kern="1200">
                <a:solidFill>
                  <a:schemeClr val="tx1">
                    <a:tint val="75000"/>
                  </a:schemeClr>
                </a:solidFill>
                <a:latin typeface="Segoe UI Semilight" panose="020B0402040204020203" pitchFamily="34" charset="0"/>
                <a:ea typeface="+mn-ea"/>
                <a:cs typeface="Segoe UI Semilight" panose="020B040204020402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b="1" dirty="0">
              <a:solidFill>
                <a:schemeClr val="accent3"/>
              </a:solidFill>
            </a:endParaRPr>
          </a:p>
        </p:txBody>
      </p:sp>
      <p:sp>
        <p:nvSpPr>
          <p:cNvPr id="35" name="Espace réservé du contenu 5">
            <a:extLst>
              <a:ext uri="{FF2B5EF4-FFF2-40B4-BE49-F238E27FC236}">
                <a16:creationId xmlns:a16="http://schemas.microsoft.com/office/drawing/2014/main" id="{EF6957CA-6B05-421F-AD00-F7CF37819AED}"/>
              </a:ext>
            </a:extLst>
          </p:cNvPr>
          <p:cNvSpPr txBox="1">
            <a:spLocks/>
          </p:cNvSpPr>
          <p:nvPr/>
        </p:nvSpPr>
        <p:spPr>
          <a:xfrm rot="16200000">
            <a:off x="-2297074" y="2289647"/>
            <a:ext cx="5143502" cy="564205"/>
          </a:xfrm>
          <a:prstGeom prst="rect">
            <a:avLst/>
          </a:prstGeom>
          <a:solidFill>
            <a:srgbClr val="327EDA"/>
          </a:solidFill>
          <a:ln>
            <a:noFill/>
          </a:ln>
          <a:effectLst/>
        </p:spPr>
        <p:style>
          <a:lnRef idx="1">
            <a:schemeClr val="accent5"/>
          </a:lnRef>
          <a:fillRef idx="3">
            <a:schemeClr val="accent5"/>
          </a:fillRef>
          <a:effectRef idx="2">
            <a:schemeClr val="accent5"/>
          </a:effectRef>
          <a:fontRef idx="minor">
            <a:schemeClr val="lt1"/>
          </a:fontRef>
        </p:style>
        <p:txBody>
          <a:bodyPr vert="horz" lIns="68580" tIns="34290" rIns="68580" bIns="34290" rtlCol="0" anchor="ctr" anchorCtr="0">
            <a:normAutofit/>
          </a:bodyPr>
          <a:lstStyle/>
          <a:p>
            <a:pPr algn="ctr">
              <a:lnSpc>
                <a:spcPct val="120000"/>
              </a:lnSpc>
              <a:buClr>
                <a:schemeClr val="accent1"/>
              </a:buClr>
              <a:buSzPct val="80000"/>
            </a:pPr>
            <a:r>
              <a:rPr lang="fr-CM" sz="2000" b="1" dirty="0">
                <a:solidFill>
                  <a:schemeClr val="bg1"/>
                </a:solidFill>
                <a:latin typeface="Arial" panose="020B0604020202020204" pitchFamily="34" charset="0"/>
                <a:ea typeface="Tahoma" pitchFamily="34" charset="0"/>
                <a:cs typeface="Arial" panose="020B0604020202020204" pitchFamily="34" charset="0"/>
              </a:rPr>
              <a:t>CONCLUSION</a:t>
            </a:r>
          </a:p>
        </p:txBody>
      </p:sp>
      <p:sp>
        <p:nvSpPr>
          <p:cNvPr id="20" name="Content Placeholder 2">
            <a:extLst>
              <a:ext uri="{FF2B5EF4-FFF2-40B4-BE49-F238E27FC236}">
                <a16:creationId xmlns:a16="http://schemas.microsoft.com/office/drawing/2014/main" id="{8523A3F5-5B7A-4632-B3A0-5BEC316B8727}"/>
              </a:ext>
            </a:extLst>
          </p:cNvPr>
          <p:cNvSpPr>
            <a:spLocks noGrp="1"/>
          </p:cNvSpPr>
          <p:nvPr>
            <p:ph idx="1"/>
          </p:nvPr>
        </p:nvSpPr>
        <p:spPr>
          <a:xfrm>
            <a:off x="556780" y="27440"/>
            <a:ext cx="8485620" cy="5143503"/>
          </a:xfrm>
        </p:spPr>
        <p:txBody>
          <a:bodyPr/>
          <a:lstStyle/>
          <a:p>
            <a:pPr marL="0" indent="0">
              <a:buNone/>
            </a:pPr>
            <a:r>
              <a:rPr lang="en-US" sz="2400" dirty="0">
                <a:latin typeface="Monotype Corsiva" panose="03010101010201010101" pitchFamily="66" charset="0"/>
              </a:rPr>
              <a:t>	</a:t>
            </a:r>
            <a:r>
              <a:rPr lang="fr-FR" sz="2200" dirty="0">
                <a:latin typeface="Monotype Corsiva" panose="03010101010201010101" pitchFamily="66" charset="0"/>
              </a:rPr>
              <a:t>En résumé, nous avons appris que le système binaire des unités est essentiel dans l’informatique moderne. Il nous permet de représenter les données de façon plus efficace et précise, ce qui est crucial dans le monde numérique d’aujourd’hui. Nous avons aussi vu comment utiliser des unités binaires comme le kibioctet, le mébioctet et le gibioctet peut nous aider à surmonter les limites des unités décimales dans l’informatique et le stockage de données. En comprenant ces unités, nous pouvons prendre de meilleures décisions quand il s’agit de gérer et de stocker nos informations numériques. À mesure que nous dépendons davantage de la technologie, il devient de plus en plus important de comprendre les principes fondamentaux qui la sous-tendent. En saisissant le concept des unités binaires, nous pouvons débloquer de nouvelles possibilités et repousser les frontières de ce qui est possible dans le domaine numérique</a:t>
            </a:r>
            <a:r>
              <a:rPr lang="fr-FR" dirty="0"/>
              <a:t>.</a:t>
            </a:r>
          </a:p>
          <a:p>
            <a:pPr marL="0" indent="0">
              <a:buNone/>
            </a:pPr>
            <a:r>
              <a:rPr lang="en-US" sz="2400" u="sng" dirty="0">
                <a:latin typeface="Monotype Corsiva" panose="03010101010201010101" pitchFamily="66" charset="0"/>
              </a:rPr>
              <a:t>Sources :</a:t>
            </a:r>
            <a:r>
              <a:rPr lang="en-US" sz="2400" dirty="0">
                <a:latin typeface="Monotype Corsiva" panose="03010101010201010101" pitchFamily="66" charset="0"/>
              </a:rPr>
              <a:t>  </a:t>
            </a:r>
            <a:r>
              <a:rPr lang="en-US" sz="2400" dirty="0">
                <a:solidFill>
                  <a:srgbClr val="153FC5"/>
                </a:solidFill>
                <a:latin typeface="Monotype Corsiva" panose="03010101010201010101" pitchFamily="66" charset="0"/>
              </a:rPr>
              <a:t>* </a:t>
            </a:r>
            <a:r>
              <a:rPr lang="fr-FR" sz="2400" u="sng" dirty="0">
                <a:solidFill>
                  <a:srgbClr val="153FC5"/>
                </a:solidFill>
                <a:latin typeface="Monotype Corsiva" panose="03010101010201010101" pitchFamily="66" charset="0"/>
              </a:rPr>
              <a:t>https://en.wikipedia.org/wiki/Byte</a:t>
            </a:r>
          </a:p>
          <a:p>
            <a:pPr marL="0" indent="0">
              <a:buNone/>
            </a:pPr>
            <a:r>
              <a:rPr lang="fr-FR" sz="2400" dirty="0">
                <a:solidFill>
                  <a:srgbClr val="153FC5"/>
                </a:solidFill>
                <a:latin typeface="Monotype Corsiva" panose="03010101010201010101" pitchFamily="66" charset="0"/>
              </a:rPr>
              <a:t>		  * </a:t>
            </a:r>
            <a:r>
              <a:rPr lang="fr-FR" sz="2400" u="sng" dirty="0">
                <a:solidFill>
                  <a:srgbClr val="153FC5"/>
                </a:solidFill>
                <a:latin typeface="Monotype Corsiva" panose="03010101010201010101" pitchFamily="66" charset="0"/>
              </a:rPr>
              <a:t>www.bard.com</a:t>
            </a:r>
            <a:endParaRPr lang="en-US" sz="2400" u="sng" dirty="0">
              <a:solidFill>
                <a:srgbClr val="153FC5"/>
              </a:solidFill>
              <a:latin typeface="Monotype Corsiva" panose="03010101010201010101" pitchFamily="66" charset="0"/>
            </a:endParaRPr>
          </a:p>
        </p:txBody>
      </p:sp>
    </p:spTree>
    <p:extLst>
      <p:ext uri="{BB962C8B-B14F-4D97-AF65-F5344CB8AC3E}">
        <p14:creationId xmlns:p14="http://schemas.microsoft.com/office/powerpoint/2010/main" val="14907812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0">
                                            <p:txEl>
                                              <p:pRg st="0" end="0"/>
                                            </p:txEl>
                                          </p:spTgt>
                                        </p:tgtEl>
                                      </p:cBhvr>
                                    </p:animEffect>
                                    <p:anim calcmode="lin" valueType="num">
                                      <p:cBhvr>
                                        <p:cTn id="7" dur="1000"/>
                                        <p:tgtEl>
                                          <p:spTgt spid="20">
                                            <p:txEl>
                                              <p:pRg st="0" end="0"/>
                                            </p:txEl>
                                          </p:spTgt>
                                        </p:tgtEl>
                                        <p:attrNameLst>
                                          <p:attrName>ppt_x</p:attrName>
                                        </p:attrNameLst>
                                      </p:cBhvr>
                                      <p:tavLst>
                                        <p:tav tm="0">
                                          <p:val>
                                            <p:strVal val="ppt_x"/>
                                          </p:val>
                                        </p:tav>
                                        <p:tav tm="100000">
                                          <p:val>
                                            <p:strVal val="ppt_x"/>
                                          </p:val>
                                        </p:tav>
                                      </p:tavLst>
                                    </p:anim>
                                    <p:anim calcmode="lin" valueType="num">
                                      <p:cBhvr>
                                        <p:cTn id="8" dur="1000"/>
                                        <p:tgtEl>
                                          <p:spTgt spid="20">
                                            <p:txEl>
                                              <p:pRg st="0" end="0"/>
                                            </p:txEl>
                                          </p:spTgt>
                                        </p:tgtEl>
                                        <p:attrNameLst>
                                          <p:attrName>ppt_y</p:attrName>
                                        </p:attrNameLst>
                                      </p:cBhvr>
                                      <p:tavLst>
                                        <p:tav tm="0">
                                          <p:val>
                                            <p:strVal val="ppt_y"/>
                                          </p:val>
                                        </p:tav>
                                        <p:tav tm="100000">
                                          <p:val>
                                            <p:strVal val="ppt_y+.1"/>
                                          </p:val>
                                        </p:tav>
                                      </p:tavLst>
                                    </p:anim>
                                    <p:set>
                                      <p:cBhvr>
                                        <p:cTn id="9" dur="1" fill="hold">
                                          <p:stCondLst>
                                            <p:cond delay="999"/>
                                          </p:stCondLst>
                                        </p:cTn>
                                        <p:tgtEl>
                                          <p:spTgt spid="20">
                                            <p:txEl>
                                              <p:pRg st="0" end="0"/>
                                            </p:txEl>
                                          </p:spTgt>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0" nodeType="clickEffect">
                                  <p:stCondLst>
                                    <p:cond delay="0"/>
                                  </p:stCondLst>
                                  <p:childTnLst>
                                    <p:animEffect transition="out" filter="fade">
                                      <p:cBhvr>
                                        <p:cTn id="13" dur="1000"/>
                                        <p:tgtEl>
                                          <p:spTgt spid="20">
                                            <p:txEl>
                                              <p:pRg st="1" end="1"/>
                                            </p:txEl>
                                          </p:spTgt>
                                        </p:tgtEl>
                                      </p:cBhvr>
                                    </p:animEffect>
                                    <p:anim calcmode="lin" valueType="num">
                                      <p:cBhvr>
                                        <p:cTn id="14" dur="1000"/>
                                        <p:tgtEl>
                                          <p:spTgt spid="20">
                                            <p:txEl>
                                              <p:pRg st="1" end="1"/>
                                            </p:txEl>
                                          </p:spTgt>
                                        </p:tgtEl>
                                        <p:attrNameLst>
                                          <p:attrName>ppt_x</p:attrName>
                                        </p:attrNameLst>
                                      </p:cBhvr>
                                      <p:tavLst>
                                        <p:tav tm="0">
                                          <p:val>
                                            <p:strVal val="ppt_x"/>
                                          </p:val>
                                        </p:tav>
                                        <p:tav tm="100000">
                                          <p:val>
                                            <p:strVal val="ppt_x"/>
                                          </p:val>
                                        </p:tav>
                                      </p:tavLst>
                                    </p:anim>
                                    <p:anim calcmode="lin" valueType="num">
                                      <p:cBhvr>
                                        <p:cTn id="15" dur="1000"/>
                                        <p:tgtEl>
                                          <p:spTgt spid="20">
                                            <p:txEl>
                                              <p:pRg st="1" end="1"/>
                                            </p:txEl>
                                          </p:spTgt>
                                        </p:tgtEl>
                                        <p:attrNameLst>
                                          <p:attrName>ppt_y</p:attrName>
                                        </p:attrNameLst>
                                      </p:cBhvr>
                                      <p:tavLst>
                                        <p:tav tm="0">
                                          <p:val>
                                            <p:strVal val="ppt_y"/>
                                          </p:val>
                                        </p:tav>
                                        <p:tav tm="100000">
                                          <p:val>
                                            <p:strVal val="ppt_y+.1"/>
                                          </p:val>
                                        </p:tav>
                                      </p:tavLst>
                                    </p:anim>
                                    <p:set>
                                      <p:cBhvr>
                                        <p:cTn id="16" dur="1" fill="hold">
                                          <p:stCondLst>
                                            <p:cond delay="999"/>
                                          </p:stCondLst>
                                        </p:cTn>
                                        <p:tgtEl>
                                          <p:spTgt spid="20">
                                            <p:txEl>
                                              <p:pRg st="1" end="1"/>
                                            </p:txEl>
                                          </p:spTgt>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xit" presetSubtype="0" fill="hold" grpId="0" nodeType="clickEffect">
                                  <p:stCondLst>
                                    <p:cond delay="0"/>
                                  </p:stCondLst>
                                  <p:childTnLst>
                                    <p:animEffect transition="out" filter="fade">
                                      <p:cBhvr>
                                        <p:cTn id="20" dur="1000"/>
                                        <p:tgtEl>
                                          <p:spTgt spid="20">
                                            <p:txEl>
                                              <p:pRg st="2" end="2"/>
                                            </p:txEl>
                                          </p:spTgt>
                                        </p:tgtEl>
                                      </p:cBhvr>
                                    </p:animEffect>
                                    <p:anim calcmode="lin" valueType="num">
                                      <p:cBhvr>
                                        <p:cTn id="21" dur="1000"/>
                                        <p:tgtEl>
                                          <p:spTgt spid="20">
                                            <p:txEl>
                                              <p:pRg st="2" end="2"/>
                                            </p:txEl>
                                          </p:spTgt>
                                        </p:tgtEl>
                                        <p:attrNameLst>
                                          <p:attrName>ppt_x</p:attrName>
                                        </p:attrNameLst>
                                      </p:cBhvr>
                                      <p:tavLst>
                                        <p:tav tm="0">
                                          <p:val>
                                            <p:strVal val="ppt_x"/>
                                          </p:val>
                                        </p:tav>
                                        <p:tav tm="100000">
                                          <p:val>
                                            <p:strVal val="ppt_x"/>
                                          </p:val>
                                        </p:tav>
                                      </p:tavLst>
                                    </p:anim>
                                    <p:anim calcmode="lin" valueType="num">
                                      <p:cBhvr>
                                        <p:cTn id="22" dur="1000"/>
                                        <p:tgtEl>
                                          <p:spTgt spid="20">
                                            <p:txEl>
                                              <p:pRg st="2" end="2"/>
                                            </p:txEl>
                                          </p:spTgt>
                                        </p:tgtEl>
                                        <p:attrNameLst>
                                          <p:attrName>ppt_y</p:attrName>
                                        </p:attrNameLst>
                                      </p:cBhvr>
                                      <p:tavLst>
                                        <p:tav tm="0">
                                          <p:val>
                                            <p:strVal val="ppt_y"/>
                                          </p:val>
                                        </p:tav>
                                        <p:tav tm="100000">
                                          <p:val>
                                            <p:strVal val="ppt_y+.1"/>
                                          </p:val>
                                        </p:tav>
                                      </p:tavLst>
                                    </p:anim>
                                    <p:set>
                                      <p:cBhvr>
                                        <p:cTn id="23" dur="1" fill="hold">
                                          <p:stCondLst>
                                            <p:cond delay="999"/>
                                          </p:stCondLst>
                                        </p:cTn>
                                        <p:tgtEl>
                                          <p:spTgt spid="20">
                                            <p:txEl>
                                              <p:pRg st="2" end="2"/>
                                            </p:txEl>
                                          </p:spTgt>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 presetClass="exit" presetSubtype="4" fill="hold" grpId="0" nodeType="clickEffect">
                                  <p:stCondLst>
                                    <p:cond delay="0"/>
                                  </p:stCondLst>
                                  <p:childTnLst>
                                    <p:anim calcmode="lin" valueType="num">
                                      <p:cBhvr additive="base">
                                        <p:cTn id="27" dur="500"/>
                                        <p:tgtEl>
                                          <p:spTgt spid="35"/>
                                        </p:tgtEl>
                                        <p:attrNameLst>
                                          <p:attrName>ppt_x</p:attrName>
                                        </p:attrNameLst>
                                      </p:cBhvr>
                                      <p:tavLst>
                                        <p:tav tm="0">
                                          <p:val>
                                            <p:strVal val="ppt_x"/>
                                          </p:val>
                                        </p:tav>
                                        <p:tav tm="100000">
                                          <p:val>
                                            <p:strVal val="ppt_x"/>
                                          </p:val>
                                        </p:tav>
                                      </p:tavLst>
                                    </p:anim>
                                    <p:anim calcmode="lin" valueType="num">
                                      <p:cBhvr additive="base">
                                        <p:cTn id="28" dur="500"/>
                                        <p:tgtEl>
                                          <p:spTgt spid="35"/>
                                        </p:tgtEl>
                                        <p:attrNameLst>
                                          <p:attrName>ppt_y</p:attrName>
                                        </p:attrNameLst>
                                      </p:cBhvr>
                                      <p:tavLst>
                                        <p:tav tm="0">
                                          <p:val>
                                            <p:strVal val="ppt_y"/>
                                          </p:val>
                                        </p:tav>
                                        <p:tav tm="100000">
                                          <p:val>
                                            <p:strVal val="1+ppt_h/2"/>
                                          </p:val>
                                        </p:tav>
                                      </p:tavLst>
                                    </p:anim>
                                    <p:set>
                                      <p:cBhvr>
                                        <p:cTn id="29" dur="1" fill="hold">
                                          <p:stCondLst>
                                            <p:cond delay="49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20"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DOCUME~1\hazerl\LOCALS~1\Temp\articulate\presenter\imgtemp\aU17UK92_files\slide0001_image002.png"/>
</p:tagLst>
</file>

<file path=ppt/tags/tag2.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DOCUME~1\hazerl\LOCALS~1\Temp\articulate\presenter\imgtemp\aU17UK92_files\slide0001_image002.png"/>
</p:tagLst>
</file>

<file path=ppt/tags/tag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DOCUME~1\hazerl\LOCALS~1\Temp\articulate\presenter\imgtemp\aU17UK92_files\slide0001_image002.png"/>
</p:tagLst>
</file>

<file path=ppt/tags/tag4.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DOCUME~1\hazerl\LOCALS~1\Temp\articulate\presenter\imgtemp\aU17UK92_files\slide0001_image002.png"/>
</p:tagLst>
</file>

<file path=ppt/theme/theme1.xml><?xml version="1.0" encoding="utf-8"?>
<a:theme xmlns:a="http://schemas.openxmlformats.org/drawingml/2006/main" name="TS104334742">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USINESS_PC.potx" id="{BAFF1E8F-C020-4019-A3CB-49C21C7085B6}" vid="{52D4BC55-2C62-42F5-8F27-D3E87096B17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BB9C92F6-C5F8-482F-AC56-6D577973964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TS104334742</Template>
  <TotalTime>0</TotalTime>
  <Words>79</Words>
  <Application>Microsoft Office PowerPoint</Application>
  <PresentationFormat>On-screen Show (16:9)</PresentationFormat>
  <Paragraphs>30</Paragraphs>
  <Slides>8</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Arial</vt:lpstr>
      <vt:lpstr>Calibri</vt:lpstr>
      <vt:lpstr>Cambria Math</vt:lpstr>
      <vt:lpstr>Century Gothic</vt:lpstr>
      <vt:lpstr>Monotype Corsiva</vt:lpstr>
      <vt:lpstr>Segoe UI</vt:lpstr>
      <vt:lpstr>Segoe UI Black</vt:lpstr>
      <vt:lpstr>Segoe UI Semilight</vt:lpstr>
      <vt:lpstr>SegoeBook</vt:lpstr>
      <vt:lpstr>TS104334742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2014-09-12T11:02:25Z</dcterms:created>
  <dcterms:modified xsi:type="dcterms:W3CDTF">2023-10-01T22:49:26Z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TC043347429991</vt:lpwstr>
  </property>
</Properties>
</file>