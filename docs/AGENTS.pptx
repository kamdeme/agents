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2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3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4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5_h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6_multi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ts_slide7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